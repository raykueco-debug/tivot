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劇情分歧樹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聖約第四騎士團　Saint Install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4023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754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個有分支的幕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39319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4023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4754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個分支點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39319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4023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7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754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個幕開頭就分支 ★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script/branches.js 自動產生（tools/branch_tree.mjs）。首頁「分歧」面板與這份樹讀的是同一份清單。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帝都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武器店〔進場對白〕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「進場對白　噢，客人，你腰上那把槍，我有否榮幸…」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選項：答應／拒絕　@第8拍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234086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從這一幕進場（選項進去之後自己選）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" y="1545336"/>
            <a:ext cx="0" cy="9144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北方泊地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武器店〔進場對白〕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「進場對白　武器都被徵調啦，沒什麼好東西。槍我倒」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np_gun_tuned　@第3拍起 ×3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np_gun_tuned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4696" y="1591056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27848" y="159105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np_gun_tuned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43000" y="1527048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01168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18562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選項：接受／拒絕　@第5拍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901952"/>
            <a:ext cx="234086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33872" y="1901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從這一幕進場（選項進去之後自己選）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" y="2322576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185416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4128" y="218541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武器店〔對話〕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「挑戰對話　喔！想打靶嗎？咱這一區的記錄可是25」</a:t>
            </a:r>
            <a:pPr indent="0" marL="0">
              <a:buNone/>
            </a:pPr>
            <a:r>
              <a:rPr lang="en-US" sz="1100" i="1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※放到這一格，自己去跟店主／挑戰那一邊對話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43000" y="2459736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263347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3040" y="2478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np_gun_tuned　@第2拍起 ×3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2523744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33872" y="252374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np_gun_tuned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54696" y="2523744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27848" y="252374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np_gun_tuned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143000" y="2459736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3000" y="294436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463040" y="2788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選項：接受／拒絕　@第4拍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0720" y="2834640"/>
            <a:ext cx="234086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33872" y="28346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從這一幕進場（選項進去之後自己選）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" y="3255264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3118104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4128" y="3118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教堂　np_claws_done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「總算是消滅掉那些東西了……」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43000" y="3392424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0" y="356616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463040" y="34107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@第28拍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60720" y="3456432"/>
            <a:ext cx="55778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33872" y="34564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28232" y="3456432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01384" y="345643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T2~T5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" y="3877056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3739896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24128" y="3739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雜貨街　np_med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「退燒藥是嗎？來，拿著。」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143000" y="4014216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43000" y="418795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463040" y="40325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整幕分支（np_med 共 2 個版本）　@第1拍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760720" y="4078224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833872" y="407822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np_burial_done／時段 [0,18]）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2648" y="449884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0" y="436168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24128" y="43616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雜貨街　np_med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「退燒藥是嗎？來，拿著。」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143000" y="463600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43000" y="480974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463040" y="46542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整幕分支（np_med 共 2 個版本）　@第1拍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760720" y="4700016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833872" y="470001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np_burial_done）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2648" y="1545336"/>
            <a:ext cx="0" cy="2953512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夏爾村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剝製廣場　sv_arrive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「歡迎！這就是夏爾村囉！」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sv_visited_early　@第17拍起 ×2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245973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sv_visited_early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330184" y="1591056"/>
            <a:ext cx="245973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03336" y="1591056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sv_visited_early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" y="2011680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874520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1874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野外　sv_clear_wild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「〔戰鬥 sv_wild〕」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43000" y="2148840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232257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63040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@第49拍起 ×2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2212848"/>
            <a:ext cx="55778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33872" y="22128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28232" y="2212848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01384" y="22128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T2~T5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" y="2633472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496312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4128" y="2496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工坊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「小事啦，這種品質的東西我用廢料都能拼」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43000" y="2770632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294436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463040" y="2788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選項：接受／一臉不情願地接受　@第7拍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0" y="2834640"/>
            <a:ext cx="234086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33872" y="28346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從這一幕進場（選項進去之後自己選）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" y="3255264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3118104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4128" y="3118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索菈娜的家　sv_night_done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「我已經跟工匠談妥了，明天就會去修。」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43000" y="3392424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356616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463040" y="34107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sv_craftsman　@第1拍起 ×3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760720" y="3456432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33872" y="345643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sv_craftsman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54696" y="3456432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27848" y="345643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sv_craftsman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143000" y="3392424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387705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63040" y="37216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@第2拍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760720" y="3767328"/>
            <a:ext cx="55778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833872" y="37673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28232" y="3767328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01384" y="37673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T2~T5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" y="4187952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0" y="4050792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24128" y="40507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索菈娜的家　sv_s8_home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「我申請為安雅小姐宗教法庭辯護人！」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143000" y="4325112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43000" y="449884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463040" y="4343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@第15拍起 ×3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760720" y="4389120"/>
            <a:ext cx="55778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833872" y="43891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28232" y="4389120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501384" y="438912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T2~T5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2648" y="4809744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4400" y="4672584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24128" y="4672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雜貨街〔進場對白〕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「進場對白　哎呀，稀客稀客。看看有沒有需要的吧。」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43000" y="4946904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43000" y="512064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463040" y="49651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safehouse_shinier　@第1拍起 ×2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760720" y="5010912"/>
            <a:ext cx="257860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833872" y="501091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safehouse_shinier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449056" y="5010912"/>
            <a:ext cx="257860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522208" y="501091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safehouse_shinier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12648" y="5431536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14400" y="5294376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24128" y="52943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雜貨街〔對話〕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「店主對話　我啊，跑了半輩子商，最後就賴在這村子」</a:t>
            </a:r>
            <a:pPr indent="0" marL="0">
              <a:buNone/>
            </a:pPr>
            <a:r>
              <a:rPr lang="en-US" sz="1100" i="1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※放到這一格，自己去跟店主／挑戰那一邊對話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143000" y="5568696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43000" y="574243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463040" y="55869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safehouse_shinier　@第1拍起 ×4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760720" y="5632704"/>
            <a:ext cx="257860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833872" y="563270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safehouse_shinier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449056" y="5632704"/>
            <a:ext cx="257860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522208" y="563270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safehouse_shinier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12648" y="1545336"/>
            <a:ext cx="0" cy="3886200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夏爾森林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遺蹟入口　sv_deer_met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「竟然是……樹靈鹿主！」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整幕分支（sv_deer_met 共 2 個版本）　@第1拍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sv_forest_intro／時段 [5,17]）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" y="2011680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874520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1874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遺蹟入口　sv_deer_met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「竟然是……樹靈鹿主！」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3000" y="2148840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232257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整幕分支（sv_deer_met 共 2 個版本）　@第1拍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2212848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33872" y="221284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sv_forest_intro）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" y="1545336"/>
            <a:ext cx="0" cy="466344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木雅克神殿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養息之間　sr_gate_brazier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「那邊……」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sr_bridge　@第2拍起 ×5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sr_bridge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98080" y="1591056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71232" y="159105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sr_bridge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" y="2011680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874520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1874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石橋　sr_gate_bridge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「打開了……」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43000" y="2148840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232257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63040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sr_bridge　@第1拍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2212848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33872" y="22128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sr_bridge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98080" y="2212848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71232" y="22128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sr_bridge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" y="2633472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496312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4128" y="2496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深部祭壇　sr_altar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「看起來只是某種祭壇呢。」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43000" y="2770632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294436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463040" y="2788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niem_taught　@第35拍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0" y="2834640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33872" y="28346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niem_taught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35824" y="2834640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08976" y="28346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niem_taught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43000" y="2770632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3000" y="325526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63040" y="30998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niem_got1　@第36拍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60720" y="3145536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33872" y="314553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niem_got1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98080" y="3145536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71232" y="314553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niem_got1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" y="3566160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" y="3429000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24128" y="34290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古代機械　ruins_gate_open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「這個是……！」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143000" y="3703320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3000" y="387705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463040" y="37216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@第24拍起 ×10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60720" y="3767328"/>
            <a:ext cx="55778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833872" y="37673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28232" y="3767328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01384" y="37673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T2~T5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143000" y="3703320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0" y="418795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463040" y="40325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諾薇兒 好感段位　@第34拍起 ×6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760720" y="4078224"/>
            <a:ext cx="55778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833872" y="4078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428232" y="4078224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501384" y="407822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T2~T5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2648" y="1545336"/>
            <a:ext cx="0" cy="2020824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石製遺蹟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祭壇　fallen_altar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「跟木亞克遺蹟一樣的裝置……安雅小姐？」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niem_taught　@第12拍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niem_taught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35824" y="1591056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08976" y="159105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niem_taught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43000" y="1527048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01168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18562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niem_got1　@第13拍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901952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33872" y="190195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niem_got1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0" y="1901952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190195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niem_got1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" y="1545336"/>
            <a:ext cx="0" cy="9144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雪都瓦恩霍姆　（1/2）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中心區　vn_night_done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「等一下！等等我！」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諾薇兒 好感段位　@第4拍起 ×5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84848" y="159105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43000" y="1527048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01168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18562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ep_m2_route　@第11拍起 ×2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90195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33872" y="19019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ep_m2_route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35824" y="190195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08976" y="19019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ep_m2_route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527048"/>
            <a:ext cx="0" cy="795528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232257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63040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@第23拍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2212848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22128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84848" y="2212848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22128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" y="2633472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2496312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4128" y="2496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大教堂　vn_church_nou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「喔！喔喔！這不是小諾微兒嗎？」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143000" y="2770632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294436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63040" y="2788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諾薇兒 好感段位　@第17拍起 ×6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2834640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33872" y="28346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84848" y="2834640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0" y="28346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" y="3255264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3118104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4128" y="3118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瞭望台　vn_lookout_anya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「……」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43000" y="3392424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3000" y="356616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463040" y="34107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ep_m2_route　@第3拍起 ×8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60720" y="345643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33872" y="345643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ep_m2_route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735824" y="345643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08976" y="345643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ep_m2_route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2648" y="3877056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0" y="3739896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4128" y="3739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火車站　vn_station_sor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「（汽笛。）」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143000" y="4014216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0" y="418795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463040" y="40325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vn_bar_sor　@第3拍起 ×3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760720" y="4078224"/>
            <a:ext cx="174650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833872" y="407822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vn_bar_sor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616952" y="4078224"/>
            <a:ext cx="1746504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690104" y="407822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vn_bar_sor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2648" y="449884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4400" y="436168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24128" y="43616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餐酒館　vn_bar_sor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「噗哈——」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143000" y="463600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3000" y="480974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463040" y="46542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索菈娜 好感段位　@第14拍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760720" y="470001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833872" y="470001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784848" y="470001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858000" y="470001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2648" y="5120640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4400" y="4983480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24128" y="4983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甜品店　vn_dessert_nou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「北國的甜點都暖烘烘的呢，真棒。」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143000" y="5257800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3000" y="543153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463040" y="52760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ep_m2_route　@第2拍起 ×2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760720" y="5321808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833872" y="532180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ep_m2_route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735824" y="5321808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808976" y="532180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ep_m2_route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12648" y="5742432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4400" y="5605272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24128" y="56052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vn_after_tomb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「那麼，就只剩下西邊埃爾王國的廢城了。」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1143000" y="5879592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3000" y="605332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463040" y="5897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整幕分支（vn_after_tomb 共 4 個版本）　@第1拍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760720" y="5943600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833872" y="5943600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tomb_exit_done＋ep_belisar_done＋ep_m2_route）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12648" y="1545336"/>
            <a:ext cx="0" cy="4197096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雪都瓦恩霍姆　（2/2）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vn_after_tomb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「那麼，就只剩下西邊埃爾王國的廢城了。」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整幕分支（vn_after_tomb 共 4 個版本）　@第1拍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tomb_exit_done＋ep_belisar_done）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" y="2011680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874520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1874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vn_after_tomb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「那麼……」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3000" y="2148840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232257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整幕分支（vn_after_tomb 共 4 個版本）　@第1拍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2212848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33872" y="221284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tomb_exit_done＋ep_m2_route／until ep_belisar_done）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" y="2633472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2496312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" y="2496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vn_after_tomb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「那麼……」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43000" y="2770632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294436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63040" y="2788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整幕分支（vn_after_tomb 共 4 個版本）　@第1拍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2834640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33872" y="2834640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tomb_exit_done／until ep_belisar_done）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" y="3255264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3118104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4128" y="3118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旅店〔敲門〕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「敲門邀約　安雅」</a:t>
            </a:r>
            <a:pPr indent="0" marL="0">
              <a:buNone/>
            </a:pPr>
            <a:r>
              <a:rPr lang="en-US" sz="1100" i="1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※放到旅店，自己去敲 安雅 的門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143000" y="3392424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356616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63040" y="34107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ep_m2_route　@第1拍起 ×8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345643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33872" y="345643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ep_m2_route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735824" y="345643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08976" y="345643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ep_m2_route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" y="3877056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3739896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4128" y="3739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旅店〔閘門〕　vn_evening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「閘門 vn_evening　蕾娜小姐還沒回來……有點擔心。」</a:t>
            </a:r>
            <a:pPr indent="0" marL="0">
              <a:buNone/>
            </a:pPr>
            <a:r>
              <a:rPr lang="en-US" sz="1100" i="1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※時鐘閘門：放到這座城，條件到了自己觸發（need vn_arrive、時段 [18,24]）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43000" y="4014216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3000" y="418795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463040" y="40325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ep_m2_route　@第4拍起 ×10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60720" y="4078224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33872" y="407822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ep_m2_route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735824" y="4078224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08976" y="407822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ep_m2_route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2648" y="449884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0" y="436168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4128" y="43616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港口廣場〔閘門〕　vn_day2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「閘門 vn_day2　好了，出發吧。」</a:t>
            </a:r>
            <a:pPr indent="0" marL="0">
              <a:buNone/>
            </a:pPr>
            <a:r>
              <a:rPr lang="en-US" sz="1100" i="1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※時鐘閘門：放到這座城，條件到了自己觸發（need vn_night_done、時段 [6,12]）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143000" y="463600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0" y="480974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463040" y="46542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ep_m2_route　@第10拍起 ×2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760720" y="4700016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833872" y="470001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ep_m2_route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735824" y="4700016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808976" y="470001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ep_m2_route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2648" y="1545336"/>
            <a:ext cx="0" cy="2953512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東方泊地　（1/2）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旅店　ep_hairpin_talk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「折騰一晚上，呼啊——」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@第48拍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84848" y="159105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" y="2011680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874520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1874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ep_end_nou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「謝謝你陪我，今天很開心。」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43000" y="2148840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232257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63040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整幕分支（ep_end_nou 共 2 個版本）　@第1拍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2212848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33872" y="221284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ep_date_nou／時段 20）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" y="2633472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2496312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" y="2496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ep_end_nou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「謝謝你陪我，今天很開心。」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43000" y="2770632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294436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63040" y="2788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整幕分支（ep_end_nou 共 2 個版本）　@第1拍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0720" y="2834640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33872" y="2834640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ep_date_nou）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" y="3255264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3118104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4128" y="3118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ep_end_sor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「今天真過癮，哈哈！」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43000" y="3392424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356616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463040" y="34107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整幕分支（ep_end_sor 共 2 個版本）　@第1拍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60720" y="3456432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33872" y="345643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ep_guild_sor）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" y="3877056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3739896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4128" y="3739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ep_end_sor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「這地方也蠻有趣的嘛。」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43000" y="4014216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3000" y="418795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463040" y="40325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整幕分支（ep_end_sor 共 2 個版本）　@第1拍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60720" y="4078224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33872" y="407822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ep_date_sor）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2648" y="449884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436168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24128" y="43616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ep_renna_night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「啊，回來了。」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143000" y="463600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43000" y="480974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463040" y="46542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整幕分支（ep_renna_night 共 2 個版本）　@第1拍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760720" y="4700016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833872" y="470001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ep_arrive／until ep_renna_met／時段 20）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2648" y="5120640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00" y="4983480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24128" y="4983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旅店　ep_renna_night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「有找到一些資料了，明天就出發，早點休」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143000" y="5257800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3000" y="543153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463040" y="52760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整幕分支（ep_renna_night 共 2 個版本）　@第1拍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760720" y="5321808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833872" y="532180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ep_renna_met）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2648" y="1545336"/>
            <a:ext cx="0" cy="3575304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東方泊地　（2/2）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旅店〔閘門〕　ep_day2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「閘門 ep_day2　往南大約半天路程，穿過輝煌平原的古道」</a:t>
            </a:r>
            <a:pPr indent="0" marL="0">
              <a:buNone/>
            </a:pPr>
            <a:r>
              <a:rPr lang="en-US" sz="1100" i="1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※時鐘閘門：放到這座城，條件到了自己觸發（need ep_renna_night、時段 [6,12]）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ep_date_anya　@第14拍起 ×2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ep_date_anya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4696" y="1591056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27848" y="159105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ep_date_anya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43000" y="1527048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01168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18562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ep_date_sor　@第16拍起 ×2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90195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33872" y="19019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ep_date_sor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35824" y="190195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08976" y="19019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ep_date_sor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527048"/>
            <a:ext cx="0" cy="795528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232257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63040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ep_date_nou　@第18拍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2212848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22128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ep_date_nou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35824" y="2212848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08976" y="22128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ep_date_nou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43000" y="1527048"/>
            <a:ext cx="0" cy="1106424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263347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63040" y="2478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ep_renna_met　@第19拍起 ×4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60720" y="2523744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33872" y="252374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ep_renna_met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854696" y="2523744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27848" y="252374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ep_renna_met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" y="1545336"/>
            <a:ext cx="0" cy="9144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鏡湖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石碑林　lk_steles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「應該就是這裡了。」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@第18拍起 ×2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84848" y="159105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43000" y="1527048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01168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18562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niem_taught　@第22拍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90195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33872" y="19019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niem_taught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35824" y="190195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08976" y="19019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niem_taught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527048"/>
            <a:ext cx="0" cy="795528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232257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63040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niem_got1　@第23拍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2212848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22128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niem_got1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98080" y="2212848"/>
            <a:ext cx="1627632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71232" y="22128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niem_got1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" y="1545336"/>
            <a:ext cx="0" cy="9144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伊甸古墓　（1/2）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墓門　tomb_gate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「為什麼偏偏先來這裡……」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belisar_seen　@第1拍起 ×2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belisar_seen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4696" y="1591056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27848" y="159105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belisar_seen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43000" y="1527048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01168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18562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ep_m2_route　@第29拍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90195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33872" y="19019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ep_m2_route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35824" y="1901952"/>
            <a:ext cx="1865376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08976" y="19019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ep_m2_route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" y="2322576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185416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128" y="218541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墓門　tomb_exit_done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「什麼啊！早知道剛剛就從這裡進來就沒那」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43000" y="2459736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263347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63040" y="2478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整幕分支（tomb_exit_done 共 2 個版本）　@第1拍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0" y="2523744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33872" y="252374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tomb_altar_done＋ep_m2_route）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143000" y="2459736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3000" y="294436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463040" y="2788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tomb_h_route　@第2拍起 ×9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0720" y="2834640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33872" y="283464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tomb_h_route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854696" y="2834640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27848" y="283464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tomb_h_route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" y="3255264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3118104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3A2233"/>
          </a:solidFill>
          <a:ln w="12700">
            <a:solidFill>
              <a:srgbClr val="C247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4128" y="3118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8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墓門　tomb_exit_done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「什麼啊！早知道剛剛就從這裡進來就沒那」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143000" y="3392424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43000" y="356616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463040" y="34107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整幕分支（tomb_exit_done 共 2 個版本）　@第1拍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760720" y="3456432"/>
            <a:ext cx="292608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33872" y="345643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這個版本（need tomb_altar_done）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143000" y="3392424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3000" y="387705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463040" y="37216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 tomb_h_route　@第2拍起 ×14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60720" y="3767328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833872" y="3767328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tomb_h_route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854696" y="3767328"/>
            <a:ext cx="1984248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927848" y="3767328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tomb_h_route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2648" y="4187952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4050792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24128" y="40507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前庭　tomb_talk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「哇，那什麼？」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143000" y="4325112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43000" y="449884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463040" y="4343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@第18拍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760720" y="4389120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833872" y="438912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784848" y="4389120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858000" y="438912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2648" y="4809744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4672584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24128" y="4672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柱廳　tomb_gk1_split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「一直被追著跑，根本沒辦法好好找路！」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143000" y="4946904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43000" y="512064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463040" y="49651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@第12拍起 ×2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760720" y="5010912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833872" y="50109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784848" y="5010912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858000" y="50109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143000" y="4946904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3000" y="5431536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463040" y="52760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諾薇兒 好感段位　@第17拍起 ×4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760720" y="5321808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833872" y="532180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784848" y="5321808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858000" y="532180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12648" y="1545336"/>
            <a:ext cx="0" cy="3264408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伊甸古墓　（2/2）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★＝幕一開頭就分支　｜　晶片＝分支的每一邊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89888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52728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252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底層梯廳　tomb_low_arrive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「入口太小了，牠進不來……」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527048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700784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545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諾薇兒 好感段位　@第12拍起 ×2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59105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84848" y="1591056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43000" y="1527048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011680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18562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@第27拍起 ×6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901952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33872" y="19019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84848" y="1901952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9019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" y="2322576"/>
            <a:ext cx="301752" cy="0"/>
          </a:xfrm>
          <a:prstGeom prst="line">
            <a:avLst/>
          </a:prstGeom>
          <a:noFill/>
          <a:ln w="15875">
            <a:solidFill>
              <a:srgbClr val="5A4C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185416"/>
            <a:ext cx="10835640" cy="274320"/>
          </a:xfrm>
          <a:prstGeom prst="roundRect">
            <a:avLst>
              <a:gd name="adj" fmla="val 20000"/>
            </a:avLst>
          </a:prstGeom>
          <a:solidFill>
            <a:srgbClr val="261D37"/>
          </a:solidFill>
          <a:ln w="12700">
            <a:solidFill>
              <a:srgbClr val="261D3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128" y="218541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底層祭壇　tomb_altar_done</a:t>
            </a:r>
            <a:pPr indent="0" marL="0">
              <a:buNone/>
            </a:pPr>
            <a:r>
              <a:rPr lang="en-US" sz="1100" dirty="0">
                <a:solidFill>
                  <a:srgbClr val="9A8F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「〔戰鬥 tomb_low_final」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43000" y="2459736"/>
            <a:ext cx="0" cy="173736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2633472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63040" y="2478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蕾娜 好感段位　@第46拍起 ×22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0" y="2523744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33872" y="25237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84848" y="2523744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0" y="25237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43000" y="2459736"/>
            <a:ext cx="0" cy="484632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2944368"/>
            <a:ext cx="274320" cy="0"/>
          </a:xfrm>
          <a:prstGeom prst="line">
            <a:avLst/>
          </a:prstGeom>
          <a:noFill/>
          <a:ln w="12700">
            <a:solidFill>
              <a:srgbClr val="5A4C7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63040" y="2788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諾薇兒 好感段位　@第56拍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2834640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33872" y="28346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84848" y="2834640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332848"/>
          </a:solidFill>
          <a:ln w="9525">
            <a:solidFill>
              <a:srgbClr val="5A4C7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0" y="28346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T3~T5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" y="1545336"/>
            <a:ext cx="0" cy="777240"/>
          </a:xfrm>
          <a:prstGeom prst="line">
            <a:avLst/>
          </a:prstGeom>
          <a:noFill/>
          <a:ln w="19050">
            <a:solidFill>
              <a:srgbClr val="5A4C74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7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幕一開頭就分支　（1/2）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北方泊地　雜貨街　np_med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整幕分支（np_med 共 2 個版本）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北方泊地　雜貨街　np_med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整幕分支（np_med 共 2 個版本）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88366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夏爾村　索菈娜的家　sv_night_done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旗 sv_craftsman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2311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夏爾森林　遺蹟入口　sv_deer_met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整幕分支（sv_deer_met 共 2 個版本）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578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夏爾森林　遺蹟入口　sv_deer_met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整幕分支（sv_deer_met 共 2 個版本）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26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木雅克神殿　石橋　sr_gate_bridge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旗 sr_bridge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273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雪都瓦恩霍姆　旅店　vn_after_tomb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整幕分支（vn_after_tomb 共 4 個版本）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21024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6210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雪都瓦恩霍姆　旅店　vn_after_tomb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整幕分支（vn_after_tomb 共 4 個版本）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9684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雪都瓦恩霍姆　旅店　vn_after_tomb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整幕分支（vn_after_tomb 共 4 個版本）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3159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雪都瓦恩霍姆　旅店　vn_after_tomb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整幕分支（vn_after_tomb 共 4 個版本）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4663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東方泊地　旅店　ep_end_nou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整幕分支（ep_end_nou 共 2 個版本）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10912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50109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東方泊地　旅店　ep_end_nou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整幕分支（ep_end_nou 共 2 個版本）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358384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53583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東方泊地　旅店　ep_end_sor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整幕分支（ep_end_sor 共 2 個版本）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705856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57058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東方泊地　旅店　ep_end_sor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整幕分支（ep_end_sor 共 2 個版本）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053328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60533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東方泊地　旅店　ep_renna_night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整幕分支（ep_renna_night 共 2 個版本）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7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幕一開頭就分支　（2/2）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東方泊地　旅店　ep_renna_night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整幕分支（ep_renna_night 共 2 個版本）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伊甸古墓　墓門　tomb_gate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旗 belisar_seen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88366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伊甸古墓　墓門　tomb_exit_done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整幕分支（tomb_exit_done 共 2 個版本）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1E1729"/>
          </a:solidFill>
          <a:ln w="12700">
            <a:solidFill>
              <a:srgbClr val="1E17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2311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DE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伊甸古墓　墓門　tomb_exit_done</a:t>
            </a:r>
            <a:pPr indent="0" marL="0">
              <a:buNone/>
            </a:pPr>
            <a:r>
              <a:rPr lang="en-US" sz="11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←　整幕分支（tomb_exit_done 共 2 個版本）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劇情分歧樹</dc:title>
  <dc:subject>PptxGenJS Presentation</dc:subject>
  <dc:creator>PptxGenJS</dc:creator>
  <cp:lastModifiedBy>PptxGenJS</cp:lastModifiedBy>
  <cp:revision>1</cp:revision>
  <dcterms:created xsi:type="dcterms:W3CDTF">2026-09-23T17:27:24Z</dcterms:created>
  <dcterms:modified xsi:type="dcterms:W3CDTF">2026-09-23T17:27:24Z</dcterms:modified>
</cp:coreProperties>
</file>