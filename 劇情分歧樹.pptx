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92024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9A4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劇情分歧樹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260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A8F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聖約第四騎士團　Saint Install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3931920"/>
            <a:ext cx="3200400" cy="1371600"/>
          </a:xfrm>
          <a:prstGeom prst="roundRect">
            <a:avLst>
              <a:gd name="adj" fmla="val 8000"/>
            </a:avLst>
          </a:prstGeom>
          <a:solidFill>
            <a:srgbClr val="261D37"/>
          </a:solidFill>
          <a:ln w="12700">
            <a:solidFill>
              <a:srgbClr val="261D3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40233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A4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754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個有分支的幕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3931920"/>
            <a:ext cx="3200400" cy="1371600"/>
          </a:xfrm>
          <a:prstGeom prst="roundRect">
            <a:avLst>
              <a:gd name="adj" fmla="val 8000"/>
            </a:avLst>
          </a:prstGeom>
          <a:solidFill>
            <a:srgbClr val="261D37"/>
          </a:solidFill>
          <a:ln w="12700">
            <a:solidFill>
              <a:srgbClr val="261D3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40233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A4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4754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個分支點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863840" y="3931920"/>
            <a:ext cx="3200400" cy="1371600"/>
          </a:xfrm>
          <a:prstGeom prst="roundRect">
            <a:avLst>
              <a:gd name="adj" fmla="val 8000"/>
            </a:avLst>
          </a:prstGeom>
          <a:solidFill>
            <a:srgbClr val="261D37"/>
          </a:solidFill>
          <a:ln w="12700">
            <a:solidFill>
              <a:srgbClr val="261D3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0" y="40233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247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4754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個幕開頭就分支 ★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8F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由 script/branches.js 自動產生（tools/branch_tree.mjs）。首頁「分歧」面板與這份樹讀的是同一份清單。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4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夏爾村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4572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8F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★＝幕一開頭就分支　｜　晶片＝分支的每一邊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C9A45C"/>
          </a:solidFill>
          <a:ln w="12700">
            <a:solidFill>
              <a:srgbClr val="C9A4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2648" y="1389888"/>
            <a:ext cx="301752" cy="0"/>
          </a:xfrm>
          <a:prstGeom prst="line">
            <a:avLst/>
          </a:prstGeom>
          <a:noFill/>
          <a:ln w="15875">
            <a:solidFill>
              <a:srgbClr val="5A4C7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252728"/>
            <a:ext cx="10835640" cy="274320"/>
          </a:xfrm>
          <a:prstGeom prst="roundRect">
            <a:avLst>
              <a:gd name="adj" fmla="val 20000"/>
            </a:avLst>
          </a:prstGeom>
          <a:solidFill>
            <a:srgbClr val="261D37"/>
          </a:solidFill>
          <a:ln w="12700">
            <a:solidFill>
              <a:srgbClr val="261D3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24128" y="12527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索菈娜的家〔約會〕</a:t>
            </a:r>
            <a:pPr indent="0" marL="0">
              <a:buNone/>
            </a:pPr>
            <a:r>
              <a:rPr lang="en-US" sz="1100" dirty="0">
                <a:solidFill>
                  <a:srgbClr val="9A8F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「約會事件　諾薇兒・安雅・索菈娜・蕾娜」</a:t>
            </a:r>
            <a:pPr indent="0" marL="0">
              <a:buNone/>
            </a:pPr>
            <a:r>
              <a:rPr lang="en-US" sz="1100" i="1" dirty="0">
                <a:solidFill>
                  <a:srgbClr val="9A8F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※放到旅店，約誰、走去哪自己來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12648" y="1545336"/>
            <a:ext cx="0" cy="9144"/>
          </a:xfrm>
          <a:prstGeom prst="line">
            <a:avLst/>
          </a:prstGeom>
          <a:noFill/>
          <a:ln w="19050">
            <a:solidFill>
              <a:srgbClr val="5A4C74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4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雪都瓦恩霍姆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4572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8F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★＝幕一開頭就分支　｜　晶片＝分支的每一邊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C9A45C"/>
          </a:solidFill>
          <a:ln w="12700">
            <a:solidFill>
              <a:srgbClr val="C9A4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2648" y="1389888"/>
            <a:ext cx="301752" cy="0"/>
          </a:xfrm>
          <a:prstGeom prst="line">
            <a:avLst/>
          </a:prstGeom>
          <a:noFill/>
          <a:ln w="15875">
            <a:solidFill>
              <a:srgbClr val="5A4C7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252728"/>
            <a:ext cx="10835640" cy="274320"/>
          </a:xfrm>
          <a:prstGeom prst="roundRect">
            <a:avLst>
              <a:gd name="adj" fmla="val 20000"/>
            </a:avLst>
          </a:prstGeom>
          <a:solidFill>
            <a:srgbClr val="261D37"/>
          </a:solidFill>
          <a:ln w="12700">
            <a:solidFill>
              <a:srgbClr val="261D3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24128" y="12527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中心區　vn_night_done</a:t>
            </a:r>
            <a:pPr indent="0" marL="0">
              <a:buNone/>
            </a:pPr>
            <a:r>
              <a:rPr lang="en-US" sz="1100" dirty="0">
                <a:solidFill>
                  <a:srgbClr val="9A8F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「等一下！等等我！」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143000" y="1527048"/>
            <a:ext cx="0" cy="173736"/>
          </a:xfrm>
          <a:prstGeom prst="line">
            <a:avLst/>
          </a:prstGeom>
          <a:noFill/>
          <a:ln w="12700">
            <a:solidFill>
              <a:srgbClr val="5A4C7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43000" y="1700784"/>
            <a:ext cx="274320" cy="0"/>
          </a:xfrm>
          <a:prstGeom prst="line">
            <a:avLst/>
          </a:prstGeom>
          <a:noFill/>
          <a:ln w="12700">
            <a:solidFill>
              <a:srgbClr val="5A4C7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63040" y="154533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9A4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 路線　@第11拍起 ×2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760720" y="1591056"/>
            <a:ext cx="557784" cy="219456"/>
          </a:xfrm>
          <a:prstGeom prst="roundRect">
            <a:avLst>
              <a:gd name="adj" fmla="val 41667"/>
            </a:avLst>
          </a:prstGeom>
          <a:solidFill>
            <a:srgbClr val="332848"/>
          </a:solidFill>
          <a:ln w="9525">
            <a:solidFill>
              <a:srgbClr val="5A4C7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833872" y="1591056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M1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428232" y="1591056"/>
            <a:ext cx="557784" cy="219456"/>
          </a:xfrm>
          <a:prstGeom prst="roundRect">
            <a:avLst>
              <a:gd name="adj" fmla="val 41667"/>
            </a:avLst>
          </a:prstGeom>
          <a:solidFill>
            <a:srgbClr val="332848"/>
          </a:solidFill>
          <a:ln w="9525">
            <a:solidFill>
              <a:srgbClr val="5A4C7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01384" y="1591056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M2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2648" y="2011680"/>
            <a:ext cx="301752" cy="0"/>
          </a:xfrm>
          <a:prstGeom prst="line">
            <a:avLst/>
          </a:prstGeom>
          <a:noFill/>
          <a:ln w="15875">
            <a:solidFill>
              <a:srgbClr val="5A4C7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1874520"/>
            <a:ext cx="10835640" cy="274320"/>
          </a:xfrm>
          <a:prstGeom prst="roundRect">
            <a:avLst>
              <a:gd name="adj" fmla="val 20000"/>
            </a:avLst>
          </a:prstGeom>
          <a:solidFill>
            <a:srgbClr val="3A2233"/>
          </a:solidFill>
          <a:ln w="12700">
            <a:solidFill>
              <a:srgbClr val="C2475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24128" y="187452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2B8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★ 旅店　vn_after_tomb</a:t>
            </a:r>
            <a:pPr indent="0" marL="0">
              <a:buNone/>
            </a:pPr>
            <a:r>
              <a:rPr lang="en-US" sz="1100" dirty="0">
                <a:solidFill>
                  <a:srgbClr val="9A8F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「那麼，就只剩下西邊埃爾王國的廢城了。」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143000" y="2148840"/>
            <a:ext cx="0" cy="173736"/>
          </a:xfrm>
          <a:prstGeom prst="line">
            <a:avLst/>
          </a:prstGeom>
          <a:noFill/>
          <a:ln w="12700">
            <a:solidFill>
              <a:srgbClr val="5A4C7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43000" y="2322576"/>
            <a:ext cx="274320" cy="0"/>
          </a:xfrm>
          <a:prstGeom prst="line">
            <a:avLst/>
          </a:prstGeom>
          <a:noFill/>
          <a:ln w="12700">
            <a:solidFill>
              <a:srgbClr val="5A4C7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463040" y="216712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9A4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整幕分支（vn_after_tomb 共 4 個版本）　@第1拍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760720" y="2212848"/>
            <a:ext cx="1152144" cy="219456"/>
          </a:xfrm>
          <a:prstGeom prst="roundRect">
            <a:avLst>
              <a:gd name="adj" fmla="val 41667"/>
            </a:avLst>
          </a:prstGeom>
          <a:solidFill>
            <a:srgbClr val="332848"/>
          </a:solidFill>
          <a:ln w="9525">
            <a:solidFill>
              <a:srgbClr val="5A4C7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833872" y="221284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BA・M2 版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2648" y="2633472"/>
            <a:ext cx="301752" cy="0"/>
          </a:xfrm>
          <a:prstGeom prst="line">
            <a:avLst/>
          </a:prstGeom>
          <a:noFill/>
          <a:ln w="15875">
            <a:solidFill>
              <a:srgbClr val="5A4C7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4400" y="2496312"/>
            <a:ext cx="10835640" cy="274320"/>
          </a:xfrm>
          <a:prstGeom prst="roundRect">
            <a:avLst>
              <a:gd name="adj" fmla="val 20000"/>
            </a:avLst>
          </a:prstGeom>
          <a:solidFill>
            <a:srgbClr val="3A2233"/>
          </a:solidFill>
          <a:ln w="12700">
            <a:solidFill>
              <a:srgbClr val="C2475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24128" y="249631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2B8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★ 旅店　vn_after_tomb</a:t>
            </a:r>
            <a:pPr indent="0" marL="0">
              <a:buNone/>
            </a:pPr>
            <a:r>
              <a:rPr lang="en-US" sz="1100" dirty="0">
                <a:solidFill>
                  <a:srgbClr val="9A8F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「那麼，就只剩下西邊埃爾王國的廢城了。」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143000" y="2770632"/>
            <a:ext cx="0" cy="173736"/>
          </a:xfrm>
          <a:prstGeom prst="line">
            <a:avLst/>
          </a:prstGeom>
          <a:noFill/>
          <a:ln w="12700">
            <a:solidFill>
              <a:srgbClr val="5A4C7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" y="2944368"/>
            <a:ext cx="274320" cy="0"/>
          </a:xfrm>
          <a:prstGeom prst="line">
            <a:avLst/>
          </a:prstGeom>
          <a:noFill/>
          <a:ln w="12700">
            <a:solidFill>
              <a:srgbClr val="5A4C7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463040" y="278892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9A4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整幕分支（vn_after_tomb 共 4 個版本）　@第1拍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760720" y="2834640"/>
            <a:ext cx="1152144" cy="219456"/>
          </a:xfrm>
          <a:prstGeom prst="roundRect">
            <a:avLst>
              <a:gd name="adj" fmla="val 41667"/>
            </a:avLst>
          </a:prstGeom>
          <a:solidFill>
            <a:srgbClr val="332848"/>
          </a:solidFill>
          <a:ln w="9525">
            <a:solidFill>
              <a:srgbClr val="5A4C7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833872" y="283464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BA・M1 版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12648" y="3255264"/>
            <a:ext cx="301752" cy="0"/>
          </a:xfrm>
          <a:prstGeom prst="line">
            <a:avLst/>
          </a:prstGeom>
          <a:noFill/>
          <a:ln w="15875">
            <a:solidFill>
              <a:srgbClr val="5A4C7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4400" y="3118104"/>
            <a:ext cx="10835640" cy="274320"/>
          </a:xfrm>
          <a:prstGeom prst="roundRect">
            <a:avLst>
              <a:gd name="adj" fmla="val 20000"/>
            </a:avLst>
          </a:prstGeom>
          <a:solidFill>
            <a:srgbClr val="3A2233"/>
          </a:solidFill>
          <a:ln w="12700">
            <a:solidFill>
              <a:srgbClr val="C2475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24128" y="311810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2B8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★ 旅店　vn_after_tomb</a:t>
            </a:r>
            <a:pPr indent="0" marL="0">
              <a:buNone/>
            </a:pPr>
            <a:r>
              <a:rPr lang="en-US" sz="1100" dirty="0">
                <a:solidFill>
                  <a:srgbClr val="9A8F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「那麼……」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143000" y="3392424"/>
            <a:ext cx="0" cy="173736"/>
          </a:xfrm>
          <a:prstGeom prst="line">
            <a:avLst/>
          </a:prstGeom>
          <a:noFill/>
          <a:ln w="12700">
            <a:solidFill>
              <a:srgbClr val="5A4C7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143000" y="3566160"/>
            <a:ext cx="274320" cy="0"/>
          </a:xfrm>
          <a:prstGeom prst="line">
            <a:avLst/>
          </a:prstGeom>
          <a:noFill/>
          <a:ln w="12700">
            <a:solidFill>
              <a:srgbClr val="5A4C7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463040" y="3410712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9A4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整幕分支（vn_after_tomb 共 4 個版本）　@第1拍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760720" y="3456432"/>
            <a:ext cx="1152144" cy="219456"/>
          </a:xfrm>
          <a:prstGeom prst="roundRect">
            <a:avLst>
              <a:gd name="adj" fmla="val 41667"/>
            </a:avLst>
          </a:prstGeom>
          <a:solidFill>
            <a:srgbClr val="332848"/>
          </a:solidFill>
          <a:ln w="9525">
            <a:solidFill>
              <a:srgbClr val="5A4C7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833872" y="345643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AB・M2 版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12648" y="3877056"/>
            <a:ext cx="301752" cy="0"/>
          </a:xfrm>
          <a:prstGeom prst="line">
            <a:avLst/>
          </a:prstGeom>
          <a:noFill/>
          <a:ln w="15875">
            <a:solidFill>
              <a:srgbClr val="5A4C7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14400" y="3739896"/>
            <a:ext cx="10835640" cy="274320"/>
          </a:xfrm>
          <a:prstGeom prst="roundRect">
            <a:avLst>
              <a:gd name="adj" fmla="val 20000"/>
            </a:avLst>
          </a:prstGeom>
          <a:solidFill>
            <a:srgbClr val="3A2233"/>
          </a:solidFill>
          <a:ln w="12700">
            <a:solidFill>
              <a:srgbClr val="C2475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024128" y="373989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2B8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★ 旅店　vn_after_tomb</a:t>
            </a:r>
            <a:pPr indent="0" marL="0">
              <a:buNone/>
            </a:pPr>
            <a:r>
              <a:rPr lang="en-US" sz="1100" dirty="0">
                <a:solidFill>
                  <a:srgbClr val="9A8F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「那麼……」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143000" y="4014216"/>
            <a:ext cx="0" cy="173736"/>
          </a:xfrm>
          <a:prstGeom prst="line">
            <a:avLst/>
          </a:prstGeom>
          <a:noFill/>
          <a:ln w="12700">
            <a:solidFill>
              <a:srgbClr val="5A4C7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143000" y="4187952"/>
            <a:ext cx="274320" cy="0"/>
          </a:xfrm>
          <a:prstGeom prst="line">
            <a:avLst/>
          </a:prstGeom>
          <a:noFill/>
          <a:ln w="12700">
            <a:solidFill>
              <a:srgbClr val="5A4C7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463040" y="403250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9A4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整幕分支（vn_after_tomb 共 4 個版本）　@第1拍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5760720" y="4078224"/>
            <a:ext cx="1152144" cy="219456"/>
          </a:xfrm>
          <a:prstGeom prst="roundRect">
            <a:avLst>
              <a:gd name="adj" fmla="val 41667"/>
            </a:avLst>
          </a:prstGeom>
          <a:solidFill>
            <a:srgbClr val="332848"/>
          </a:solidFill>
          <a:ln w="9525">
            <a:solidFill>
              <a:srgbClr val="5A4C74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833872" y="407822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AB・M1 版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12648" y="4498848"/>
            <a:ext cx="301752" cy="0"/>
          </a:xfrm>
          <a:prstGeom prst="line">
            <a:avLst/>
          </a:prstGeom>
          <a:noFill/>
          <a:ln w="15875">
            <a:solidFill>
              <a:srgbClr val="5A4C74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14400" y="4361688"/>
            <a:ext cx="10835640" cy="274320"/>
          </a:xfrm>
          <a:prstGeom prst="roundRect">
            <a:avLst>
              <a:gd name="adj" fmla="val 20000"/>
            </a:avLst>
          </a:prstGeom>
          <a:solidFill>
            <a:srgbClr val="261D37"/>
          </a:solidFill>
          <a:ln w="12700">
            <a:solidFill>
              <a:srgbClr val="261D37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1024128" y="436168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旅店〔閘門〕　vn_evening</a:t>
            </a:r>
            <a:pPr indent="0" marL="0">
              <a:buNone/>
            </a:pPr>
            <a:r>
              <a:rPr lang="en-US" sz="1100" dirty="0">
                <a:solidFill>
                  <a:srgbClr val="9A8F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「閘門 vn_evening　蕾娜小姐還沒回來……有點擔心。」</a:t>
            </a:r>
            <a:pPr indent="0" marL="0">
              <a:buNone/>
            </a:pPr>
            <a:r>
              <a:rPr lang="en-US" sz="1100" i="1" dirty="0">
                <a:solidFill>
                  <a:srgbClr val="9A8F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※時鐘閘門：放到這座城，條件到了自己觸發（need vn_arrive、時段 [18,24]）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143000" y="4636008"/>
            <a:ext cx="0" cy="173736"/>
          </a:xfrm>
          <a:prstGeom prst="line">
            <a:avLst/>
          </a:prstGeom>
          <a:noFill/>
          <a:ln w="12700">
            <a:solidFill>
              <a:srgbClr val="5A4C7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143000" y="4809744"/>
            <a:ext cx="274320" cy="0"/>
          </a:xfrm>
          <a:prstGeom prst="line">
            <a:avLst/>
          </a:prstGeom>
          <a:noFill/>
          <a:ln w="12700">
            <a:solidFill>
              <a:srgbClr val="5A4C74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1463040" y="465429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9A4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 路線　@第4拍起 ×10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760720" y="4700016"/>
            <a:ext cx="557784" cy="219456"/>
          </a:xfrm>
          <a:prstGeom prst="roundRect">
            <a:avLst>
              <a:gd name="adj" fmla="val 41667"/>
            </a:avLst>
          </a:prstGeom>
          <a:solidFill>
            <a:srgbClr val="332848"/>
          </a:solidFill>
          <a:ln w="9525">
            <a:solidFill>
              <a:srgbClr val="5A4C74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833872" y="4700016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M1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428232" y="4700016"/>
            <a:ext cx="557784" cy="219456"/>
          </a:xfrm>
          <a:prstGeom prst="roundRect">
            <a:avLst>
              <a:gd name="adj" fmla="val 41667"/>
            </a:avLst>
          </a:prstGeom>
          <a:solidFill>
            <a:srgbClr val="332848"/>
          </a:solidFill>
          <a:ln w="9525">
            <a:solidFill>
              <a:srgbClr val="5A4C74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501384" y="4700016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M2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12648" y="5120640"/>
            <a:ext cx="301752" cy="0"/>
          </a:xfrm>
          <a:prstGeom prst="line">
            <a:avLst/>
          </a:prstGeom>
          <a:noFill/>
          <a:ln w="15875">
            <a:solidFill>
              <a:srgbClr val="5A4C7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14400" y="4983480"/>
            <a:ext cx="10835640" cy="274320"/>
          </a:xfrm>
          <a:prstGeom prst="roundRect">
            <a:avLst>
              <a:gd name="adj" fmla="val 20000"/>
            </a:avLst>
          </a:prstGeom>
          <a:solidFill>
            <a:srgbClr val="261D37"/>
          </a:solidFill>
          <a:ln w="12700">
            <a:solidFill>
              <a:srgbClr val="261D37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024128" y="49834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港口廣場〔閘門〕　vn_day2</a:t>
            </a:r>
            <a:pPr indent="0" marL="0">
              <a:buNone/>
            </a:pPr>
            <a:r>
              <a:rPr lang="en-US" sz="1100" dirty="0">
                <a:solidFill>
                  <a:srgbClr val="9A8F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「閘門 vn_day2　好了，出發吧。」</a:t>
            </a:r>
            <a:pPr indent="0" marL="0">
              <a:buNone/>
            </a:pPr>
            <a:r>
              <a:rPr lang="en-US" sz="1100" i="1" dirty="0">
                <a:solidFill>
                  <a:srgbClr val="9A8F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※時鐘閘門：放到這座城，條件到了自己觸發（need vn_night_done、時段 [6,12]）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1143000" y="5257800"/>
            <a:ext cx="0" cy="173736"/>
          </a:xfrm>
          <a:prstGeom prst="line">
            <a:avLst/>
          </a:prstGeom>
          <a:noFill/>
          <a:ln w="12700">
            <a:solidFill>
              <a:srgbClr val="5A4C74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143000" y="5431536"/>
            <a:ext cx="274320" cy="0"/>
          </a:xfrm>
          <a:prstGeom prst="line">
            <a:avLst/>
          </a:prstGeom>
          <a:noFill/>
          <a:ln w="12700">
            <a:solidFill>
              <a:srgbClr val="5A4C74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463040" y="527608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9A4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 路線　@第10拍起 ×2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5760720" y="5321808"/>
            <a:ext cx="557784" cy="219456"/>
          </a:xfrm>
          <a:prstGeom prst="roundRect">
            <a:avLst>
              <a:gd name="adj" fmla="val 41667"/>
            </a:avLst>
          </a:prstGeom>
          <a:solidFill>
            <a:srgbClr val="332848"/>
          </a:solidFill>
          <a:ln w="9525">
            <a:solidFill>
              <a:srgbClr val="5A4C74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5833872" y="532180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M1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6428232" y="5321808"/>
            <a:ext cx="557784" cy="219456"/>
          </a:xfrm>
          <a:prstGeom prst="roundRect">
            <a:avLst>
              <a:gd name="adj" fmla="val 41667"/>
            </a:avLst>
          </a:prstGeom>
          <a:solidFill>
            <a:srgbClr val="332848"/>
          </a:solidFill>
          <a:ln w="9525">
            <a:solidFill>
              <a:srgbClr val="5A4C74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501384" y="532180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M2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612648" y="5742432"/>
            <a:ext cx="301752" cy="0"/>
          </a:xfrm>
          <a:prstGeom prst="line">
            <a:avLst/>
          </a:prstGeom>
          <a:noFill/>
          <a:ln w="15875">
            <a:solidFill>
              <a:srgbClr val="5A4C74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14400" y="5605272"/>
            <a:ext cx="10835640" cy="274320"/>
          </a:xfrm>
          <a:prstGeom prst="roundRect">
            <a:avLst>
              <a:gd name="adj" fmla="val 20000"/>
            </a:avLst>
          </a:prstGeom>
          <a:solidFill>
            <a:srgbClr val="261D37"/>
          </a:solidFill>
          <a:ln w="12700">
            <a:solidFill>
              <a:srgbClr val="261D37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1024128" y="56052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旅店〔約會〕</a:t>
            </a:r>
            <a:pPr indent="0" marL="0">
              <a:buNone/>
            </a:pPr>
            <a:r>
              <a:rPr lang="en-US" sz="1100" dirty="0">
                <a:solidFill>
                  <a:srgbClr val="9A8F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「約會事件　諾薇兒・安雅・索菈娜」</a:t>
            </a:r>
            <a:pPr indent="0" marL="0">
              <a:buNone/>
            </a:pPr>
            <a:r>
              <a:rPr lang="en-US" sz="1100" i="1" dirty="0">
                <a:solidFill>
                  <a:srgbClr val="9A8F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※放到旅店，約誰、走去哪自己來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1143000" y="5879592"/>
            <a:ext cx="0" cy="173736"/>
          </a:xfrm>
          <a:prstGeom prst="line">
            <a:avLst/>
          </a:prstGeom>
          <a:noFill/>
          <a:ln w="12700">
            <a:solidFill>
              <a:srgbClr val="5A4C74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143000" y="6053328"/>
            <a:ext cx="274320" cy="0"/>
          </a:xfrm>
          <a:prstGeom prst="line">
            <a:avLst/>
          </a:prstGeom>
          <a:noFill/>
          <a:ln w="12700">
            <a:solidFill>
              <a:srgbClr val="5A4C74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1463040" y="589788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9A4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 路線　@第3拍起 ×8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5760720" y="5943600"/>
            <a:ext cx="557784" cy="219456"/>
          </a:xfrm>
          <a:prstGeom prst="roundRect">
            <a:avLst>
              <a:gd name="adj" fmla="val 41667"/>
            </a:avLst>
          </a:prstGeom>
          <a:solidFill>
            <a:srgbClr val="332848"/>
          </a:solidFill>
          <a:ln w="9525">
            <a:solidFill>
              <a:srgbClr val="5A4C74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833872" y="5943600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M1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6428232" y="5943600"/>
            <a:ext cx="557784" cy="219456"/>
          </a:xfrm>
          <a:prstGeom prst="roundRect">
            <a:avLst>
              <a:gd name="adj" fmla="val 41667"/>
            </a:avLst>
          </a:prstGeom>
          <a:solidFill>
            <a:srgbClr val="332848"/>
          </a:solidFill>
          <a:ln w="9525">
            <a:solidFill>
              <a:srgbClr val="5A4C74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6501384" y="5943600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M2</a:t>
            </a:r>
            <a:endParaRPr lang="en-US" sz="950" dirty="0"/>
          </a:p>
        </p:txBody>
      </p:sp>
      <p:sp>
        <p:nvSpPr>
          <p:cNvPr id="77" name="Shape 75"/>
          <p:cNvSpPr/>
          <p:nvPr/>
        </p:nvSpPr>
        <p:spPr>
          <a:xfrm>
            <a:off x="612648" y="1545336"/>
            <a:ext cx="0" cy="4197096"/>
          </a:xfrm>
          <a:prstGeom prst="line">
            <a:avLst/>
          </a:prstGeom>
          <a:noFill/>
          <a:ln w="19050">
            <a:solidFill>
              <a:srgbClr val="5A4C74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4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東方泊地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4572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8F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★＝幕一開頭就分支　｜　晶片＝分支的每一邊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C9A45C"/>
          </a:solidFill>
          <a:ln w="12700">
            <a:solidFill>
              <a:srgbClr val="C9A4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2648" y="1389888"/>
            <a:ext cx="301752" cy="0"/>
          </a:xfrm>
          <a:prstGeom prst="line">
            <a:avLst/>
          </a:prstGeom>
          <a:noFill/>
          <a:ln w="15875">
            <a:solidFill>
              <a:srgbClr val="5A4C7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252728"/>
            <a:ext cx="10835640" cy="274320"/>
          </a:xfrm>
          <a:prstGeom prst="roundRect">
            <a:avLst>
              <a:gd name="adj" fmla="val 20000"/>
            </a:avLst>
          </a:prstGeom>
          <a:solidFill>
            <a:srgbClr val="261D37"/>
          </a:solidFill>
          <a:ln w="12700">
            <a:solidFill>
              <a:srgbClr val="261D3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24128" y="12527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旅店〔離開時〕</a:t>
            </a:r>
            <a:pPr indent="0" marL="0">
              <a:buNone/>
            </a:pPr>
            <a:r>
              <a:rPr lang="en-US" sz="1100" dirty="0">
                <a:solidFill>
                  <a:srgbClr val="9A8F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「離開時　那麼，就只剩下西邊埃爾王國的廢城了。」</a:t>
            </a:r>
            <a:pPr indent="0" marL="0">
              <a:buNone/>
            </a:pPr>
            <a:r>
              <a:rPr lang="en-US" sz="1100" i="1" dirty="0">
                <a:solidFill>
                  <a:srgbClr val="9A8F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※放到這一格，自己走出去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143000" y="1527048"/>
            <a:ext cx="0" cy="173736"/>
          </a:xfrm>
          <a:prstGeom prst="line">
            <a:avLst/>
          </a:prstGeom>
          <a:noFill/>
          <a:ln w="12700">
            <a:solidFill>
              <a:srgbClr val="5A4C7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43000" y="1700784"/>
            <a:ext cx="274320" cy="0"/>
          </a:xfrm>
          <a:prstGeom prst="line">
            <a:avLst/>
          </a:prstGeom>
          <a:noFill/>
          <a:ln w="12700">
            <a:solidFill>
              <a:srgbClr val="5A4C7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63040" y="154533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9A4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離開時的版本（2 個）　@第1拍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760720" y="1591056"/>
            <a:ext cx="795528" cy="219456"/>
          </a:xfrm>
          <a:prstGeom prst="roundRect">
            <a:avLst>
              <a:gd name="adj" fmla="val 41667"/>
            </a:avLst>
          </a:prstGeom>
          <a:solidFill>
            <a:srgbClr val="332848"/>
          </a:solidFill>
          <a:ln w="9525">
            <a:solidFill>
              <a:srgbClr val="5A4C7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833872" y="1591056"/>
            <a:ext cx="649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AB 版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665976" y="1591056"/>
            <a:ext cx="795528" cy="219456"/>
          </a:xfrm>
          <a:prstGeom prst="roundRect">
            <a:avLst>
              <a:gd name="adj" fmla="val 41667"/>
            </a:avLst>
          </a:prstGeom>
          <a:solidFill>
            <a:srgbClr val="332848"/>
          </a:solidFill>
          <a:ln w="9525">
            <a:solidFill>
              <a:srgbClr val="5A4C7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39128" y="1591056"/>
            <a:ext cx="649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 版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2648" y="2011680"/>
            <a:ext cx="301752" cy="0"/>
          </a:xfrm>
          <a:prstGeom prst="line">
            <a:avLst/>
          </a:prstGeom>
          <a:noFill/>
          <a:ln w="15875">
            <a:solidFill>
              <a:srgbClr val="5A4C7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1874520"/>
            <a:ext cx="10835640" cy="274320"/>
          </a:xfrm>
          <a:prstGeom prst="roundRect">
            <a:avLst>
              <a:gd name="adj" fmla="val 20000"/>
            </a:avLst>
          </a:prstGeom>
          <a:solidFill>
            <a:srgbClr val="261D37"/>
          </a:solidFill>
          <a:ln w="12700">
            <a:solidFill>
              <a:srgbClr val="261D3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24128" y="187452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旅店〔約會〕</a:t>
            </a:r>
            <a:pPr indent="0" marL="0">
              <a:buNone/>
            </a:pPr>
            <a:r>
              <a:rPr lang="en-US" sz="1100" dirty="0">
                <a:solidFill>
                  <a:srgbClr val="9A8F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「約會事件　索菈娜・安雅・諾薇兒」</a:t>
            </a:r>
            <a:pPr indent="0" marL="0">
              <a:buNone/>
            </a:pPr>
            <a:r>
              <a:rPr lang="en-US" sz="1100" i="1" dirty="0">
                <a:solidFill>
                  <a:srgbClr val="9A8F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※放到旅店，約誰、走去哪自己來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2648" y="1545336"/>
            <a:ext cx="0" cy="466344"/>
          </a:xfrm>
          <a:prstGeom prst="line">
            <a:avLst/>
          </a:prstGeom>
          <a:noFill/>
          <a:ln w="19050">
            <a:solidFill>
              <a:srgbClr val="5A4C74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4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伊甸古墓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4572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8F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★＝幕一開頭就分支　｜　晶片＝分支的每一邊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C9A45C"/>
          </a:solidFill>
          <a:ln w="12700">
            <a:solidFill>
              <a:srgbClr val="C9A4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2648" y="1389888"/>
            <a:ext cx="301752" cy="0"/>
          </a:xfrm>
          <a:prstGeom prst="line">
            <a:avLst/>
          </a:prstGeom>
          <a:noFill/>
          <a:ln w="15875">
            <a:solidFill>
              <a:srgbClr val="5A4C7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252728"/>
            <a:ext cx="10835640" cy="274320"/>
          </a:xfrm>
          <a:prstGeom prst="roundRect">
            <a:avLst>
              <a:gd name="adj" fmla="val 20000"/>
            </a:avLst>
          </a:prstGeom>
          <a:solidFill>
            <a:srgbClr val="3A2233"/>
          </a:solidFill>
          <a:ln w="12700">
            <a:solidFill>
              <a:srgbClr val="C2475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24128" y="12527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2B8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★ 墓門　tomb_gate</a:t>
            </a:r>
            <a:pPr indent="0" marL="0">
              <a:buNone/>
            </a:pPr>
            <a:r>
              <a:rPr lang="en-US" sz="1100" dirty="0">
                <a:solidFill>
                  <a:srgbClr val="9A8F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「為什麼偏偏先來這裡……」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143000" y="1527048"/>
            <a:ext cx="0" cy="173736"/>
          </a:xfrm>
          <a:prstGeom prst="line">
            <a:avLst/>
          </a:prstGeom>
          <a:noFill/>
          <a:ln w="12700">
            <a:solidFill>
              <a:srgbClr val="5A4C7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43000" y="1700784"/>
            <a:ext cx="274320" cy="0"/>
          </a:xfrm>
          <a:prstGeom prst="line">
            <a:avLst/>
          </a:prstGeom>
          <a:noFill/>
          <a:ln w="12700">
            <a:solidFill>
              <a:srgbClr val="5A4C7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63040" y="154533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9A4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AB／BA 路線　@第1拍起 ×2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760720" y="1591056"/>
            <a:ext cx="557784" cy="219456"/>
          </a:xfrm>
          <a:prstGeom prst="roundRect">
            <a:avLst>
              <a:gd name="adj" fmla="val 41667"/>
            </a:avLst>
          </a:prstGeom>
          <a:solidFill>
            <a:srgbClr val="332848"/>
          </a:solidFill>
          <a:ln w="9525">
            <a:solidFill>
              <a:srgbClr val="5A4C7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833872" y="1591056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AB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428232" y="1591056"/>
            <a:ext cx="557784" cy="219456"/>
          </a:xfrm>
          <a:prstGeom prst="roundRect">
            <a:avLst>
              <a:gd name="adj" fmla="val 41667"/>
            </a:avLst>
          </a:prstGeom>
          <a:solidFill>
            <a:srgbClr val="332848"/>
          </a:solidFill>
          <a:ln w="9525">
            <a:solidFill>
              <a:srgbClr val="5A4C7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01384" y="1591056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143000" y="1527048"/>
            <a:ext cx="0" cy="484632"/>
          </a:xfrm>
          <a:prstGeom prst="line">
            <a:avLst/>
          </a:prstGeom>
          <a:noFill/>
          <a:ln w="12700">
            <a:solidFill>
              <a:srgbClr val="5A4C7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43000" y="2011680"/>
            <a:ext cx="274320" cy="0"/>
          </a:xfrm>
          <a:prstGeom prst="line">
            <a:avLst/>
          </a:prstGeom>
          <a:noFill/>
          <a:ln w="12700">
            <a:solidFill>
              <a:srgbClr val="5A4C7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463040" y="1856232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9A4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 路線　@第29拍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760720" y="1901952"/>
            <a:ext cx="557784" cy="219456"/>
          </a:xfrm>
          <a:prstGeom prst="roundRect">
            <a:avLst>
              <a:gd name="adj" fmla="val 41667"/>
            </a:avLst>
          </a:prstGeom>
          <a:solidFill>
            <a:srgbClr val="332848"/>
          </a:solidFill>
          <a:ln w="9525">
            <a:solidFill>
              <a:srgbClr val="5A4C7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833872" y="1901952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M1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428232" y="1901952"/>
            <a:ext cx="557784" cy="219456"/>
          </a:xfrm>
          <a:prstGeom prst="roundRect">
            <a:avLst>
              <a:gd name="adj" fmla="val 41667"/>
            </a:avLst>
          </a:prstGeom>
          <a:solidFill>
            <a:srgbClr val="332848"/>
          </a:solidFill>
          <a:ln w="9525">
            <a:solidFill>
              <a:srgbClr val="5A4C7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01384" y="1901952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M2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12648" y="2322576"/>
            <a:ext cx="301752" cy="0"/>
          </a:xfrm>
          <a:prstGeom prst="line">
            <a:avLst/>
          </a:prstGeom>
          <a:noFill/>
          <a:ln w="15875">
            <a:solidFill>
              <a:srgbClr val="5A4C7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2185416"/>
            <a:ext cx="10835640" cy="274320"/>
          </a:xfrm>
          <a:prstGeom prst="roundRect">
            <a:avLst>
              <a:gd name="adj" fmla="val 20000"/>
            </a:avLst>
          </a:prstGeom>
          <a:solidFill>
            <a:srgbClr val="3A2233"/>
          </a:solidFill>
          <a:ln w="12700">
            <a:solidFill>
              <a:srgbClr val="C2475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24128" y="218541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2B8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★ 墓門　tomb_exit_done</a:t>
            </a:r>
            <a:pPr indent="0" marL="0">
              <a:buNone/>
            </a:pPr>
            <a:r>
              <a:rPr lang="en-US" sz="1100" dirty="0">
                <a:solidFill>
                  <a:srgbClr val="9A8F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「什麼啊！早知道剛剛就從這裡進來就沒那」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143000" y="2459736"/>
            <a:ext cx="0" cy="173736"/>
          </a:xfrm>
          <a:prstGeom prst="line">
            <a:avLst/>
          </a:prstGeom>
          <a:noFill/>
          <a:ln w="12700">
            <a:solidFill>
              <a:srgbClr val="5A4C7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43000" y="2633472"/>
            <a:ext cx="274320" cy="0"/>
          </a:xfrm>
          <a:prstGeom prst="line">
            <a:avLst/>
          </a:prstGeom>
          <a:noFill/>
          <a:ln w="12700">
            <a:solidFill>
              <a:srgbClr val="5A4C7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463040" y="247802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9A4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整幕分支（tomb_exit_done 共 2 個版本）　@第1拍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760720" y="2523744"/>
            <a:ext cx="795528" cy="219456"/>
          </a:xfrm>
          <a:prstGeom prst="roundRect">
            <a:avLst>
              <a:gd name="adj" fmla="val 41667"/>
            </a:avLst>
          </a:prstGeom>
          <a:solidFill>
            <a:srgbClr val="332848"/>
          </a:solidFill>
          <a:ln w="9525">
            <a:solidFill>
              <a:srgbClr val="5A4C7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33872" y="2523744"/>
            <a:ext cx="649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M2 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1143000" y="2459736"/>
            <a:ext cx="0" cy="484632"/>
          </a:xfrm>
          <a:prstGeom prst="line">
            <a:avLst/>
          </a:prstGeom>
          <a:noFill/>
          <a:ln w="12700">
            <a:solidFill>
              <a:srgbClr val="5A4C7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43000" y="2944368"/>
            <a:ext cx="274320" cy="0"/>
          </a:xfrm>
          <a:prstGeom prst="line">
            <a:avLst/>
          </a:prstGeom>
          <a:noFill/>
          <a:ln w="12700">
            <a:solidFill>
              <a:srgbClr val="5A4C7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463040" y="278892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9A4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 路線　@第2拍起 ×9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760720" y="2834640"/>
            <a:ext cx="438912" cy="219456"/>
          </a:xfrm>
          <a:prstGeom prst="roundRect">
            <a:avLst>
              <a:gd name="adj" fmla="val 41667"/>
            </a:avLst>
          </a:prstGeom>
          <a:solidFill>
            <a:srgbClr val="332848"/>
          </a:solidFill>
          <a:ln w="9525">
            <a:solidFill>
              <a:srgbClr val="5A4C7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833872" y="2834640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309360" y="2834640"/>
            <a:ext cx="676656" cy="219456"/>
          </a:xfrm>
          <a:prstGeom prst="roundRect">
            <a:avLst>
              <a:gd name="adj" fmla="val 41667"/>
            </a:avLst>
          </a:prstGeom>
          <a:solidFill>
            <a:srgbClr val="332848"/>
          </a:solidFill>
          <a:ln w="9525">
            <a:solidFill>
              <a:srgbClr val="5A4C7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82512" y="283464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非 H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12648" y="3255264"/>
            <a:ext cx="301752" cy="0"/>
          </a:xfrm>
          <a:prstGeom prst="line">
            <a:avLst/>
          </a:prstGeom>
          <a:noFill/>
          <a:ln w="15875">
            <a:solidFill>
              <a:srgbClr val="5A4C7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4400" y="3118104"/>
            <a:ext cx="10835640" cy="274320"/>
          </a:xfrm>
          <a:prstGeom prst="roundRect">
            <a:avLst>
              <a:gd name="adj" fmla="val 20000"/>
            </a:avLst>
          </a:prstGeom>
          <a:solidFill>
            <a:srgbClr val="3A2233"/>
          </a:solidFill>
          <a:ln w="12700">
            <a:solidFill>
              <a:srgbClr val="C2475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024128" y="311810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2B8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★ 墓門　tomb_exit_done</a:t>
            </a:r>
            <a:pPr indent="0" marL="0">
              <a:buNone/>
            </a:pPr>
            <a:r>
              <a:rPr lang="en-US" sz="1100" dirty="0">
                <a:solidFill>
                  <a:srgbClr val="9A8F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「什麼啊！早知道剛剛就從這裡進來就沒那」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1143000" y="3392424"/>
            <a:ext cx="0" cy="173736"/>
          </a:xfrm>
          <a:prstGeom prst="line">
            <a:avLst/>
          </a:prstGeom>
          <a:noFill/>
          <a:ln w="12700">
            <a:solidFill>
              <a:srgbClr val="5A4C7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143000" y="3566160"/>
            <a:ext cx="274320" cy="0"/>
          </a:xfrm>
          <a:prstGeom prst="line">
            <a:avLst/>
          </a:prstGeom>
          <a:noFill/>
          <a:ln w="12700">
            <a:solidFill>
              <a:srgbClr val="5A4C74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463040" y="3410712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9A4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整幕分支（tomb_exit_done 共 2 個版本）　@第1拍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760720" y="3456432"/>
            <a:ext cx="795528" cy="219456"/>
          </a:xfrm>
          <a:prstGeom prst="roundRect">
            <a:avLst>
              <a:gd name="adj" fmla="val 41667"/>
            </a:avLst>
          </a:prstGeom>
          <a:solidFill>
            <a:srgbClr val="332848"/>
          </a:solidFill>
          <a:ln w="9525">
            <a:solidFill>
              <a:srgbClr val="5A4C7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833872" y="3456432"/>
            <a:ext cx="649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M1 版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1143000" y="3392424"/>
            <a:ext cx="0" cy="484632"/>
          </a:xfrm>
          <a:prstGeom prst="line">
            <a:avLst/>
          </a:prstGeom>
          <a:noFill/>
          <a:ln w="12700">
            <a:solidFill>
              <a:srgbClr val="5A4C7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143000" y="3877056"/>
            <a:ext cx="274320" cy="0"/>
          </a:xfrm>
          <a:prstGeom prst="line">
            <a:avLst/>
          </a:prstGeom>
          <a:noFill/>
          <a:ln w="12700">
            <a:solidFill>
              <a:srgbClr val="5A4C74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463040" y="372160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9A4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 路線　@第2拍起 ×14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5760720" y="3767328"/>
            <a:ext cx="438912" cy="219456"/>
          </a:xfrm>
          <a:prstGeom prst="roundRect">
            <a:avLst>
              <a:gd name="adj" fmla="val 41667"/>
            </a:avLst>
          </a:prstGeom>
          <a:solidFill>
            <a:srgbClr val="332848"/>
          </a:solidFill>
          <a:ln w="9525">
            <a:solidFill>
              <a:srgbClr val="5A4C7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833872" y="3767328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309360" y="3767328"/>
            <a:ext cx="676656" cy="219456"/>
          </a:xfrm>
          <a:prstGeom prst="roundRect">
            <a:avLst>
              <a:gd name="adj" fmla="val 41667"/>
            </a:avLst>
          </a:prstGeom>
          <a:solidFill>
            <a:srgbClr val="332848"/>
          </a:solidFill>
          <a:ln w="9525">
            <a:solidFill>
              <a:srgbClr val="5A4C74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382512" y="3767328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非 H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12648" y="1545336"/>
            <a:ext cx="0" cy="1709928"/>
          </a:xfrm>
          <a:prstGeom prst="line">
            <a:avLst/>
          </a:prstGeom>
          <a:noFill/>
          <a:ln w="19050">
            <a:solidFill>
              <a:srgbClr val="5A4C74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47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★ 幕一開頭就分支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47120" cy="292608"/>
          </a:xfrm>
          <a:prstGeom prst="roundRect">
            <a:avLst>
              <a:gd name="adj" fmla="val 18750"/>
            </a:avLst>
          </a:prstGeom>
          <a:solidFill>
            <a:srgbClr val="1E1729"/>
          </a:solidFill>
          <a:ln w="12700">
            <a:solidFill>
              <a:srgbClr val="1E172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雪都瓦恩霍姆　旅店　vn_after_tomb</a:t>
            </a:r>
            <a:pPr indent="0" marL="0">
              <a:buNone/>
            </a:pPr>
            <a:r>
              <a:rPr lang="en-US" sz="1100" dirty="0">
                <a:solidFill>
                  <a:srgbClr val="C9A4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←　整幕分支（vn_after_tomb 共 4 個版本）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536192"/>
            <a:ext cx="11247120" cy="292608"/>
          </a:xfrm>
          <a:prstGeom prst="roundRect">
            <a:avLst>
              <a:gd name="adj" fmla="val 18750"/>
            </a:avLst>
          </a:prstGeom>
          <a:solidFill>
            <a:srgbClr val="1E1729"/>
          </a:solidFill>
          <a:ln w="12700">
            <a:solidFill>
              <a:srgbClr val="1E172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3619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雪都瓦恩霍姆　旅店　vn_after_tomb</a:t>
            </a:r>
            <a:pPr indent="0" marL="0">
              <a:buNone/>
            </a:pPr>
            <a:r>
              <a:rPr lang="en-US" sz="1100" dirty="0">
                <a:solidFill>
                  <a:srgbClr val="C9A4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←　整幕分支（vn_after_tomb 共 4 個版本）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883664"/>
            <a:ext cx="11247120" cy="292608"/>
          </a:xfrm>
          <a:prstGeom prst="roundRect">
            <a:avLst>
              <a:gd name="adj" fmla="val 18750"/>
            </a:avLst>
          </a:prstGeom>
          <a:solidFill>
            <a:srgbClr val="1E1729"/>
          </a:solidFill>
          <a:ln w="12700">
            <a:solidFill>
              <a:srgbClr val="1E172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883664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雪都瓦恩霍姆　旅店　vn_after_tomb</a:t>
            </a:r>
            <a:pPr indent="0" marL="0">
              <a:buNone/>
            </a:pPr>
            <a:r>
              <a:rPr lang="en-US" sz="1100" dirty="0">
                <a:solidFill>
                  <a:srgbClr val="C9A4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←　整幕分支（vn_after_tomb 共 4 個版本）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231136"/>
            <a:ext cx="11247120" cy="292608"/>
          </a:xfrm>
          <a:prstGeom prst="roundRect">
            <a:avLst>
              <a:gd name="adj" fmla="val 18750"/>
            </a:avLst>
          </a:prstGeom>
          <a:solidFill>
            <a:srgbClr val="1E1729"/>
          </a:solidFill>
          <a:ln w="12700">
            <a:solidFill>
              <a:srgbClr val="1E172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231136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雪都瓦恩霍姆　旅店　vn_after_tomb</a:t>
            </a:r>
            <a:pPr indent="0" marL="0">
              <a:buNone/>
            </a:pPr>
            <a:r>
              <a:rPr lang="en-US" sz="1100" dirty="0">
                <a:solidFill>
                  <a:srgbClr val="C9A4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←　整幕分支（vn_after_tomb 共 4 個版本）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578608"/>
            <a:ext cx="11247120" cy="292608"/>
          </a:xfrm>
          <a:prstGeom prst="roundRect">
            <a:avLst>
              <a:gd name="adj" fmla="val 18750"/>
            </a:avLst>
          </a:prstGeom>
          <a:solidFill>
            <a:srgbClr val="1E1729"/>
          </a:solidFill>
          <a:ln w="12700">
            <a:solidFill>
              <a:srgbClr val="1E172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2578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伊甸古墓　墓門　tomb_gate</a:t>
            </a:r>
            <a:pPr indent="0" marL="0">
              <a:buNone/>
            </a:pPr>
            <a:r>
              <a:rPr lang="en-US" sz="1100" dirty="0">
                <a:solidFill>
                  <a:srgbClr val="C9A4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←　AB／BA 路線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11247120" cy="292608"/>
          </a:xfrm>
          <a:prstGeom prst="roundRect">
            <a:avLst>
              <a:gd name="adj" fmla="val 18750"/>
            </a:avLst>
          </a:prstGeom>
          <a:solidFill>
            <a:srgbClr val="1E1729"/>
          </a:solidFill>
          <a:ln w="12700">
            <a:solidFill>
              <a:srgbClr val="1E172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29260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伊甸古墓　墓門　tomb_exit_done</a:t>
            </a:r>
            <a:pPr indent="0" marL="0">
              <a:buNone/>
            </a:pPr>
            <a:r>
              <a:rPr lang="en-US" sz="1100" dirty="0">
                <a:solidFill>
                  <a:srgbClr val="C9A4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←　整幕分支（tomb_exit_done 共 2 個版本）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273552"/>
            <a:ext cx="11247120" cy="292608"/>
          </a:xfrm>
          <a:prstGeom prst="roundRect">
            <a:avLst>
              <a:gd name="adj" fmla="val 18750"/>
            </a:avLst>
          </a:prstGeom>
          <a:solidFill>
            <a:srgbClr val="1E1729"/>
          </a:solidFill>
          <a:ln w="12700">
            <a:solidFill>
              <a:srgbClr val="1E172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3273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EDE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伊甸古墓　墓門　tomb_exit_done</a:t>
            </a:r>
            <a:pPr indent="0" marL="0">
              <a:buNone/>
            </a:pPr>
            <a:r>
              <a:rPr lang="en-US" sz="1100" dirty="0">
                <a:solidFill>
                  <a:srgbClr val="C9A4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←　整幕分支（tomb_exit_done 共 2 個版本）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劇情分歧樹</dc:title>
  <dc:subject>PptxGenJS Presentation</dc:subject>
  <dc:creator>PptxGenJS</dc:creator>
  <cp:lastModifiedBy>PptxGenJS</cp:lastModifiedBy>
  <cp:revision>1</cp:revision>
  <dcterms:created xsi:type="dcterms:W3CDTF">2026-09-24T02:48:25Z</dcterms:created>
  <dcterms:modified xsi:type="dcterms:W3CDTF">2026-09-24T02:48:25Z</dcterms:modified>
</cp:coreProperties>
</file>