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25968960" cy="3136392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image" Target="../media/image7.png"/><Relationship Id="rId9" Type="http://schemas.openxmlformats.org/officeDocument/2006/relationships/image" Target="../media/image8.png"/><Relationship Id="rId10" Type="http://schemas.openxmlformats.org/officeDocument/2006/relationships/image" Target="../media/image9.png"/><Relationship Id="rId11" Type="http://schemas.openxmlformats.org/officeDocument/2006/relationships/image" Target="../media/image10.png"/><Relationship Id="rId12" Type="http://schemas.openxmlformats.org/officeDocument/2006/relationships/image" Target="../media/image11.png"/><Relationship Id="rId13" Type="http://schemas.openxmlformats.org/officeDocument/2006/relationships/image" Target="../media/image12.png"/><Relationship Id="rId14" Type="http://schemas.openxmlformats.org/officeDocument/2006/relationships/image" Target="../media/image13.png"/><Relationship Id="rId15" Type="http://schemas.openxmlformats.org/officeDocument/2006/relationships/image" Target="../media/image14.png"/><Relationship Id="rId16" Type="http://schemas.openxmlformats.org/officeDocument/2006/relationships/image" Target="../media/image15.png"/><Relationship Id="rId17" Type="http://schemas.openxmlformats.org/officeDocument/2006/relationships/image" Target="../media/image16.png"/><Relationship Id="rId18" Type="http://schemas.openxmlformats.org/officeDocument/2006/relationships/image" Target="../media/image17.png"/><Relationship Id="rId19" Type="http://schemas.openxmlformats.org/officeDocument/2006/relationships/image" Target="../media/image18.png"/><Relationship Id="rId20" Type="http://schemas.openxmlformats.org/officeDocument/2006/relationships/image" Target="../media/image19.png"/><Relationship Id="rId21" Type="http://schemas.openxmlformats.org/officeDocument/2006/relationships/image" Target="../media/image20.png"/><Relationship Id="rId22" Type="http://schemas.openxmlformats.org/officeDocument/2006/relationships/image" Target="../media/image21.png"/><Relationship Id="rId23" Type="http://schemas.openxmlformats.org/officeDocument/2006/relationships/image" Target="../media/image22.png"/><Relationship Id="rId24" Type="http://schemas.openxmlformats.org/officeDocument/2006/relationships/image" Target="../media/image23.png"/><Relationship Id="rId25" Type="http://schemas.openxmlformats.org/officeDocument/2006/relationships/image" Target="../media/image24.png"/><Relationship Id="rId26" Type="http://schemas.openxmlformats.org/officeDocument/2006/relationships/image" Target="../media/image25.png"/><Relationship Id="rId27" Type="http://schemas.openxmlformats.org/officeDocument/2006/relationships/image" Target="../media/image26.png"/><Relationship Id="rId28" Type="http://schemas.openxmlformats.org/officeDocument/2006/relationships/image" Target="../media/image27.png"/><Relationship Id="rId29" Type="http://schemas.openxmlformats.org/officeDocument/2006/relationships/image" Target="../media/image28.png"/><Relationship Id="rId30" Type="http://schemas.openxmlformats.org/officeDocument/2006/relationships/image" Target="../media/image29.png"/><Relationship Id="rId31" Type="http://schemas.openxmlformats.org/officeDocument/2006/relationships/image" Target="../media/image30.png"/><Relationship Id="rId32" Type="http://schemas.openxmlformats.org/officeDocument/2006/relationships/image" Target="../media/image31.png"/><Relationship Id="rId33" Type="http://schemas.openxmlformats.org/officeDocument/2006/relationships/image" Target="../media/image32.png"/><Relationship Id="rId34" Type="http://schemas.openxmlformats.org/officeDocument/2006/relationships/image" Target="../media/image33.png"/><Relationship Id="rId35" Type="http://schemas.openxmlformats.org/officeDocument/2006/relationships/image" Target="../media/image34.png"/><Relationship Id="rId36" Type="http://schemas.openxmlformats.org/officeDocument/2006/relationships/image" Target="../media/image35.png"/><Relationship Id="rId37" Type="http://schemas.openxmlformats.org/officeDocument/2006/relationships/image" Target="../media/image36.png"/><Relationship Id="rId38" Type="http://schemas.openxmlformats.org/officeDocument/2006/relationships/image" Target="../media/image37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cxnSp>
        <p:nvCxnSpPr>
          <p:cNvPr id="2" name="line_antecham__throne"/>
          <p:cNvCxnSpPr/>
          <p:nvPr/>
        </p:nvCxnSpPr>
        <p:spPr>
          <a:xfrm flipH="1">
            <a:off x="10744200" y="1495044"/>
            <a:ext cx="2240280" cy="1874519"/>
          </a:xfrm>
          <a:prstGeom prst="line">
            <a:avLst/>
          </a:prstGeom>
          <a:ln w="38100">
            <a:solidFill>
              <a:srgbClr val="5A62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" name="line_crown__throne"/>
          <p:cNvCxnSpPr/>
          <p:nvPr/>
        </p:nvCxnSpPr>
        <p:spPr>
          <a:xfrm flipH="1">
            <a:off x="10744200" y="1495044"/>
            <a:ext cx="2240280" cy="0"/>
          </a:xfrm>
          <a:prstGeom prst="line">
            <a:avLst/>
          </a:prstGeom>
          <a:ln w="38100">
            <a:solidFill>
              <a:srgbClr val="5A62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line_offering__throne"/>
          <p:cNvCxnSpPr/>
          <p:nvPr/>
        </p:nvCxnSpPr>
        <p:spPr>
          <a:xfrm>
            <a:off x="12984480" y="1495044"/>
            <a:ext cx="2240280" cy="0"/>
          </a:xfrm>
          <a:prstGeom prst="line">
            <a:avLst/>
          </a:prstGeom>
          <a:ln w="38100">
            <a:solidFill>
              <a:srgbClr val="5A62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line_antecham__dragstair"/>
          <p:cNvCxnSpPr/>
          <p:nvPr/>
        </p:nvCxnSpPr>
        <p:spPr>
          <a:xfrm>
            <a:off x="10744200" y="3369563"/>
            <a:ext cx="0" cy="1874520"/>
          </a:xfrm>
          <a:prstGeom prst="line">
            <a:avLst/>
          </a:prstGeom>
          <a:ln w="38100">
            <a:solidFill>
              <a:srgbClr val="5A62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line_dragstair__guardhall"/>
          <p:cNvCxnSpPr/>
          <p:nvPr/>
        </p:nvCxnSpPr>
        <p:spPr>
          <a:xfrm>
            <a:off x="10744200" y="5244083"/>
            <a:ext cx="0" cy="3749041"/>
          </a:xfrm>
          <a:prstGeom prst="line">
            <a:avLst/>
          </a:prstGeom>
          <a:ln w="38100">
            <a:solidFill>
              <a:srgbClr val="5A62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line_guardhall__starroom"/>
          <p:cNvCxnSpPr/>
          <p:nvPr/>
        </p:nvCxnSpPr>
        <p:spPr>
          <a:xfrm>
            <a:off x="6263640" y="7118603"/>
            <a:ext cx="4480560" cy="1874521"/>
          </a:xfrm>
          <a:prstGeom prst="line">
            <a:avLst/>
          </a:prstGeom>
          <a:ln w="38100">
            <a:solidFill>
              <a:srgbClr val="5A62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line_forge__starroom"/>
          <p:cNvCxnSpPr/>
          <p:nvPr/>
        </p:nvCxnSpPr>
        <p:spPr>
          <a:xfrm flipH="1">
            <a:off x="4023360" y="7118603"/>
            <a:ext cx="2240280" cy="1874521"/>
          </a:xfrm>
          <a:prstGeom prst="line">
            <a:avLst/>
          </a:prstGeom>
          <a:ln w="38100">
            <a:solidFill>
              <a:srgbClr val="5A62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line_greathall__guardhall"/>
          <p:cNvCxnSpPr/>
          <p:nvPr/>
        </p:nvCxnSpPr>
        <p:spPr>
          <a:xfrm>
            <a:off x="10744200" y="8993124"/>
            <a:ext cx="6720840" cy="0"/>
          </a:xfrm>
          <a:prstGeom prst="line">
            <a:avLst/>
          </a:prstGeom>
          <a:ln w="38100">
            <a:solidFill>
              <a:srgbClr val="5A62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line_guardhall__mirrorpool"/>
          <p:cNvCxnSpPr/>
          <p:nvPr/>
        </p:nvCxnSpPr>
        <p:spPr>
          <a:xfrm>
            <a:off x="10744200" y="8993124"/>
            <a:ext cx="0" cy="5623559"/>
          </a:xfrm>
          <a:prstGeom prst="line">
            <a:avLst/>
          </a:prstGeom>
          <a:ln w="38100">
            <a:solidFill>
              <a:srgbClr val="5A62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line_greathall__lamphall"/>
          <p:cNvCxnSpPr/>
          <p:nvPr/>
        </p:nvCxnSpPr>
        <p:spPr>
          <a:xfrm>
            <a:off x="17465040" y="8993124"/>
            <a:ext cx="4480560" cy="0"/>
          </a:xfrm>
          <a:prstGeom prst="line">
            <a:avLst/>
          </a:prstGeom>
          <a:ln w="38100">
            <a:solidFill>
              <a:srgbClr val="5A62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line_greathall__pillars"/>
          <p:cNvCxnSpPr/>
          <p:nvPr/>
        </p:nvCxnSpPr>
        <p:spPr>
          <a:xfrm>
            <a:off x="17465040" y="8993124"/>
            <a:ext cx="0" cy="1874520"/>
          </a:xfrm>
          <a:prstGeom prst="line">
            <a:avLst/>
          </a:prstGeom>
          <a:ln w="38100">
            <a:solidFill>
              <a:srgbClr val="5A62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line_lamphall__ossuary"/>
          <p:cNvCxnSpPr/>
          <p:nvPr/>
        </p:nvCxnSpPr>
        <p:spPr>
          <a:xfrm>
            <a:off x="21945600" y="8993124"/>
            <a:ext cx="2240280" cy="0"/>
          </a:xfrm>
          <a:prstGeom prst="line">
            <a:avLst/>
          </a:prstGeom>
          <a:ln w="38100">
            <a:solidFill>
              <a:srgbClr val="5A62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line_ossuary__wardtomb"/>
          <p:cNvCxnSpPr/>
          <p:nvPr/>
        </p:nvCxnSpPr>
        <p:spPr>
          <a:xfrm>
            <a:off x="24185880" y="8993124"/>
            <a:ext cx="0" cy="1874520"/>
          </a:xfrm>
          <a:prstGeom prst="line">
            <a:avLst/>
          </a:prstGeom>
          <a:ln w="38100">
            <a:solidFill>
              <a:srgbClr val="5A62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line_cages__mirrorpool"/>
          <p:cNvCxnSpPr/>
          <p:nvPr/>
        </p:nvCxnSpPr>
        <p:spPr>
          <a:xfrm>
            <a:off x="10744200" y="14616683"/>
            <a:ext cx="0" cy="3749041"/>
          </a:xfrm>
          <a:prstGeom prst="line">
            <a:avLst/>
          </a:prstGeom>
          <a:ln w="38100">
            <a:solidFill>
              <a:srgbClr val="5A62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line_muralwalk__rooffall"/>
          <p:cNvCxnSpPr/>
          <p:nvPr/>
        </p:nvCxnSpPr>
        <p:spPr>
          <a:xfrm flipV="1">
            <a:off x="1783080" y="10867644"/>
            <a:ext cx="2240280" cy="1874519"/>
          </a:xfrm>
          <a:prstGeom prst="line">
            <a:avLst/>
          </a:prstGeom>
          <a:ln w="38100">
            <a:solidFill>
              <a:srgbClr val="5A62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line_drywell__rooffall"/>
          <p:cNvCxnSpPr/>
          <p:nvPr/>
        </p:nvCxnSpPr>
        <p:spPr>
          <a:xfrm flipV="1">
            <a:off x="1783080" y="10867644"/>
            <a:ext cx="0" cy="1874519"/>
          </a:xfrm>
          <a:prstGeom prst="line">
            <a:avLst/>
          </a:prstGeom>
          <a:ln w="38100">
            <a:solidFill>
              <a:srgbClr val="5A62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line_forge__muralwalk"/>
          <p:cNvCxnSpPr/>
          <p:nvPr/>
        </p:nvCxnSpPr>
        <p:spPr>
          <a:xfrm flipV="1">
            <a:off x="4023360" y="8993124"/>
            <a:ext cx="0" cy="1874520"/>
          </a:xfrm>
          <a:prstGeom prst="line">
            <a:avLst/>
          </a:prstGeom>
          <a:ln w="38100">
            <a:solidFill>
              <a:srgbClr val="5A62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line_incense__muralwalk"/>
          <p:cNvCxnSpPr/>
          <p:nvPr/>
        </p:nvCxnSpPr>
        <p:spPr>
          <a:xfrm>
            <a:off x="4023360" y="10867644"/>
            <a:ext cx="0" cy="1874519"/>
          </a:xfrm>
          <a:prstGeom prst="line">
            <a:avLst/>
          </a:prstGeom>
          <a:ln w="38100">
            <a:solidFill>
              <a:srgbClr val="5A62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line_draincliff__stairwell"/>
          <p:cNvCxnSpPr/>
          <p:nvPr/>
        </p:nvCxnSpPr>
        <p:spPr>
          <a:xfrm flipV="1">
            <a:off x="21945600" y="10867644"/>
            <a:ext cx="0" cy="1874519"/>
          </a:xfrm>
          <a:prstGeom prst="line">
            <a:avLst/>
          </a:prstGeom>
          <a:ln w="38100">
            <a:solidFill>
              <a:srgbClr val="5A62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line_bellroom__stairwell"/>
          <p:cNvCxnSpPr/>
          <p:nvPr/>
        </p:nvCxnSpPr>
        <p:spPr>
          <a:xfrm flipH="1">
            <a:off x="19705320" y="12742163"/>
            <a:ext cx="2240280" cy="1874520"/>
          </a:xfrm>
          <a:prstGeom prst="line">
            <a:avLst/>
          </a:prstGeom>
          <a:ln w="38100">
            <a:solidFill>
              <a:srgbClr val="5A62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line_dragonrace__pillars"/>
          <p:cNvCxnSpPr/>
          <p:nvPr/>
        </p:nvCxnSpPr>
        <p:spPr>
          <a:xfrm>
            <a:off x="17465040" y="10867644"/>
            <a:ext cx="2240280" cy="0"/>
          </a:xfrm>
          <a:prstGeom prst="line">
            <a:avLst/>
          </a:prstGeom>
          <a:ln w="38100">
            <a:solidFill>
              <a:srgbClr val="5A62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line_pillars__waterjail"/>
          <p:cNvCxnSpPr/>
          <p:nvPr/>
        </p:nvCxnSpPr>
        <p:spPr>
          <a:xfrm>
            <a:off x="17465040" y="10867644"/>
            <a:ext cx="0" cy="7498080"/>
          </a:xfrm>
          <a:prstGeom prst="line">
            <a:avLst/>
          </a:prstGeom>
          <a:ln w="38100">
            <a:solidFill>
              <a:srgbClr val="5A62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line_dragonrace__draincliff"/>
          <p:cNvCxnSpPr/>
          <p:nvPr/>
        </p:nvCxnSpPr>
        <p:spPr>
          <a:xfrm>
            <a:off x="19705320" y="10867644"/>
            <a:ext cx="2240280" cy="0"/>
          </a:xfrm>
          <a:prstGeom prst="line">
            <a:avLst/>
          </a:prstGeom>
          <a:ln w="38100">
            <a:solidFill>
              <a:srgbClr val="5A62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line_bellroom__dragonrace"/>
          <p:cNvCxnSpPr/>
          <p:nvPr/>
        </p:nvCxnSpPr>
        <p:spPr>
          <a:xfrm>
            <a:off x="19705320" y="10867644"/>
            <a:ext cx="0" cy="3749039"/>
          </a:xfrm>
          <a:prstGeom prst="line">
            <a:avLst/>
          </a:prstGeom>
          <a:ln w="38100">
            <a:solidFill>
              <a:srgbClr val="5A62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line_incense__trihall"/>
          <p:cNvCxnSpPr/>
          <p:nvPr/>
        </p:nvCxnSpPr>
        <p:spPr>
          <a:xfrm>
            <a:off x="4023360" y="12742163"/>
            <a:ext cx="2240280" cy="1874520"/>
          </a:xfrm>
          <a:prstGeom prst="line">
            <a:avLst/>
          </a:prstGeom>
          <a:ln w="38100">
            <a:solidFill>
              <a:srgbClr val="5A62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line_drywell__forge"/>
          <p:cNvCxnSpPr/>
          <p:nvPr/>
        </p:nvCxnSpPr>
        <p:spPr>
          <a:xfrm flipV="1">
            <a:off x="1783080" y="8993124"/>
            <a:ext cx="2240280" cy="1874520"/>
          </a:xfrm>
          <a:prstGeom prst="line">
            <a:avLst/>
          </a:prstGeom>
          <a:ln w="38100">
            <a:solidFill>
              <a:srgbClr val="5A62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line_forge__trihall"/>
          <p:cNvCxnSpPr/>
          <p:nvPr/>
        </p:nvCxnSpPr>
        <p:spPr>
          <a:xfrm>
            <a:off x="4023360" y="8993124"/>
            <a:ext cx="2240280" cy="5623559"/>
          </a:xfrm>
          <a:prstGeom prst="line">
            <a:avLst/>
          </a:prstGeom>
          <a:ln w="38100">
            <a:solidFill>
              <a:srgbClr val="5A62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line_culvert__trihall"/>
          <p:cNvCxnSpPr/>
          <p:nvPr/>
        </p:nvCxnSpPr>
        <p:spPr>
          <a:xfrm>
            <a:off x="6263640" y="14616683"/>
            <a:ext cx="2240280" cy="1874521"/>
          </a:xfrm>
          <a:prstGeom prst="line">
            <a:avLst/>
          </a:prstGeom>
          <a:ln w="38100">
            <a:solidFill>
              <a:srgbClr val="5A62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line_bonerack__waterjail"/>
          <p:cNvCxnSpPr/>
          <p:nvPr/>
        </p:nvCxnSpPr>
        <p:spPr>
          <a:xfrm>
            <a:off x="17465040" y="18365724"/>
            <a:ext cx="6720840" cy="0"/>
          </a:xfrm>
          <a:prstGeom prst="line">
            <a:avLst/>
          </a:prstGeom>
          <a:ln w="38100">
            <a:solidFill>
              <a:srgbClr val="5A62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line_capstan__waterjail"/>
          <p:cNvCxnSpPr/>
          <p:nvPr/>
        </p:nvCxnSpPr>
        <p:spPr>
          <a:xfrm flipH="1">
            <a:off x="15224760" y="18365724"/>
            <a:ext cx="2240280" cy="1874520"/>
          </a:xfrm>
          <a:prstGeom prst="line">
            <a:avLst/>
          </a:prstGeom>
          <a:ln w="38100">
            <a:solidFill>
              <a:srgbClr val="5A62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line_bonerack__wardtomb"/>
          <p:cNvCxnSpPr/>
          <p:nvPr/>
        </p:nvCxnSpPr>
        <p:spPr>
          <a:xfrm flipV="1">
            <a:off x="24185880" y="10867644"/>
            <a:ext cx="0" cy="7498080"/>
          </a:xfrm>
          <a:prstGeom prst="line">
            <a:avLst/>
          </a:prstGeom>
          <a:ln w="38100">
            <a:solidFill>
              <a:srgbClr val="5A62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line_bonerack__mirrorway"/>
          <p:cNvCxnSpPr/>
          <p:nvPr/>
        </p:nvCxnSpPr>
        <p:spPr>
          <a:xfrm>
            <a:off x="24185880" y="18365724"/>
            <a:ext cx="0" cy="1874520"/>
          </a:xfrm>
          <a:prstGeom prst="line">
            <a:avLst/>
          </a:prstGeom>
          <a:ln w="38100">
            <a:solidFill>
              <a:srgbClr val="5A62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line_culvert__oldtomb"/>
          <p:cNvCxnSpPr/>
          <p:nvPr/>
        </p:nvCxnSpPr>
        <p:spPr>
          <a:xfrm>
            <a:off x="8503920" y="16491204"/>
            <a:ext cx="4480560" cy="3749040"/>
          </a:xfrm>
          <a:prstGeom prst="line">
            <a:avLst/>
          </a:prstGeom>
          <a:ln w="38100">
            <a:solidFill>
              <a:srgbClr val="5A62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line_candlewalk__mirrorway"/>
          <p:cNvCxnSpPr/>
          <p:nvPr/>
        </p:nvCxnSpPr>
        <p:spPr>
          <a:xfrm flipH="1">
            <a:off x="21945600" y="20240244"/>
            <a:ext cx="2240280" cy="1874520"/>
          </a:xfrm>
          <a:prstGeom prst="line">
            <a:avLst/>
          </a:prstGeom>
          <a:ln w="38100">
            <a:solidFill>
              <a:srgbClr val="5A62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line_cages__oldtomb"/>
          <p:cNvCxnSpPr/>
          <p:nvPr/>
        </p:nvCxnSpPr>
        <p:spPr>
          <a:xfrm>
            <a:off x="10744200" y="18365724"/>
            <a:ext cx="2240280" cy="1874520"/>
          </a:xfrm>
          <a:prstGeom prst="line">
            <a:avLst/>
          </a:prstGeom>
          <a:ln w="38100">
            <a:solidFill>
              <a:srgbClr val="5A62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line_capstan__oldtomb"/>
          <p:cNvCxnSpPr/>
          <p:nvPr/>
        </p:nvCxnSpPr>
        <p:spPr>
          <a:xfrm>
            <a:off x="12984480" y="20240244"/>
            <a:ext cx="2240280" cy="0"/>
          </a:xfrm>
          <a:prstGeom prst="line">
            <a:avLst/>
          </a:prstGeom>
          <a:ln w="38100">
            <a:solidFill>
              <a:srgbClr val="5A62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line_oldtomb__stelae"/>
          <p:cNvCxnSpPr/>
          <p:nvPr/>
        </p:nvCxnSpPr>
        <p:spPr>
          <a:xfrm>
            <a:off x="12984480" y="20240244"/>
            <a:ext cx="0" cy="3749040"/>
          </a:xfrm>
          <a:prstGeom prst="line">
            <a:avLst/>
          </a:prstGeom>
          <a:ln w="38100">
            <a:solidFill>
              <a:srgbClr val="5A62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line_capstan__stephall"/>
          <p:cNvCxnSpPr/>
          <p:nvPr/>
        </p:nvCxnSpPr>
        <p:spPr>
          <a:xfrm>
            <a:off x="15224760" y="20240244"/>
            <a:ext cx="0" cy="3749040"/>
          </a:xfrm>
          <a:prstGeom prst="line">
            <a:avLst/>
          </a:prstGeom>
          <a:ln w="38100">
            <a:solidFill>
              <a:srgbClr val="5A62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line_candlewalk__floodway"/>
          <p:cNvCxnSpPr/>
          <p:nvPr/>
        </p:nvCxnSpPr>
        <p:spPr>
          <a:xfrm flipH="1">
            <a:off x="19705320" y="22114764"/>
            <a:ext cx="2240280" cy="1874520"/>
          </a:xfrm>
          <a:prstGeom prst="line">
            <a:avLst/>
          </a:prstGeom>
          <a:ln w="38100">
            <a:solidFill>
              <a:srgbClr val="5A62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line_stelae__stephall"/>
          <p:cNvCxnSpPr/>
          <p:nvPr/>
        </p:nvCxnSpPr>
        <p:spPr>
          <a:xfrm>
            <a:off x="12984480" y="23989284"/>
            <a:ext cx="2240280" cy="0"/>
          </a:xfrm>
          <a:prstGeom prst="line">
            <a:avLst/>
          </a:prstGeom>
          <a:ln w="38100">
            <a:solidFill>
              <a:srgbClr val="5A62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line_floodway__stephall"/>
          <p:cNvCxnSpPr/>
          <p:nvPr/>
        </p:nvCxnSpPr>
        <p:spPr>
          <a:xfrm>
            <a:off x="15224760" y="23989284"/>
            <a:ext cx="4480560" cy="0"/>
          </a:xfrm>
          <a:prstGeom prst="line">
            <a:avLst/>
          </a:prstGeom>
          <a:ln w="38100">
            <a:solidFill>
              <a:srgbClr val="5A62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line_foyer__stephall"/>
          <p:cNvCxnSpPr/>
          <p:nvPr/>
        </p:nvCxnSpPr>
        <p:spPr>
          <a:xfrm flipH="1">
            <a:off x="12984480" y="23989284"/>
            <a:ext cx="2240280" cy="1874520"/>
          </a:xfrm>
          <a:prstGeom prst="line">
            <a:avLst/>
          </a:prstGeom>
          <a:ln w="38100">
            <a:solidFill>
              <a:srgbClr val="5A62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line_altar__floodway"/>
          <p:cNvCxnSpPr/>
          <p:nvPr/>
        </p:nvCxnSpPr>
        <p:spPr>
          <a:xfrm>
            <a:off x="19705320" y="23989284"/>
            <a:ext cx="0" cy="1874520"/>
          </a:xfrm>
          <a:prstGeom prst="line">
            <a:avLst/>
          </a:prstGeom>
          <a:ln w="38100">
            <a:solidFill>
              <a:srgbClr val="5A62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line_entrance__foyer"/>
          <p:cNvCxnSpPr/>
          <p:nvPr/>
        </p:nvCxnSpPr>
        <p:spPr>
          <a:xfrm>
            <a:off x="12984480" y="25863804"/>
            <a:ext cx="0" cy="3749040"/>
          </a:xfrm>
          <a:prstGeom prst="line">
            <a:avLst/>
          </a:prstGeom>
          <a:ln w="38100">
            <a:solidFill>
              <a:srgbClr val="5A62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46" name="room_altar" descr="alta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836640" y="25283160"/>
            <a:ext cx="1737360" cy="1161288"/>
          </a:xfrm>
          <a:prstGeom prst="rect">
            <a:avLst/>
          </a:prstGeom>
        </p:spPr>
      </p:pic>
      <p:sp>
        <p:nvSpPr>
          <p:cNvPr id="47" name="label_altar"/>
          <p:cNvSpPr txBox="1"/>
          <p:nvPr/>
        </p:nvSpPr>
        <p:spPr>
          <a:xfrm>
            <a:off x="18836640" y="26462735"/>
            <a:ext cx="173736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1A1A22"/>
                </a:solidFill>
              </a:rPr>
              <a:t>古代祭壇  altar</a:t>
            </a:r>
          </a:p>
        </p:txBody>
      </p:sp>
      <p:pic>
        <p:nvPicPr>
          <p:cNvPr id="48" name="room_antecham" descr="antecham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75520" y="2788920"/>
            <a:ext cx="1737360" cy="1161288"/>
          </a:xfrm>
          <a:prstGeom prst="rect">
            <a:avLst/>
          </a:prstGeom>
        </p:spPr>
      </p:pic>
      <p:sp>
        <p:nvSpPr>
          <p:cNvPr id="49" name="label_antecham"/>
          <p:cNvSpPr txBox="1"/>
          <p:nvPr/>
        </p:nvSpPr>
        <p:spPr>
          <a:xfrm>
            <a:off x="9875520" y="3968496"/>
            <a:ext cx="173736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1A1A22"/>
                </a:solidFill>
              </a:rPr>
              <a:t>謁見前廳  antecham</a:t>
            </a:r>
          </a:p>
        </p:txBody>
      </p:sp>
      <p:pic>
        <p:nvPicPr>
          <p:cNvPr id="50" name="room_bellroom" descr="bellroom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836640" y="14036039"/>
            <a:ext cx="1737360" cy="1161288"/>
          </a:xfrm>
          <a:prstGeom prst="rect">
            <a:avLst/>
          </a:prstGeom>
        </p:spPr>
      </p:pic>
      <p:sp>
        <p:nvSpPr>
          <p:cNvPr id="51" name="label_bellroom"/>
          <p:cNvSpPr txBox="1"/>
          <p:nvPr/>
        </p:nvSpPr>
        <p:spPr>
          <a:xfrm>
            <a:off x="18836640" y="15215615"/>
            <a:ext cx="173736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1A1A22"/>
                </a:solidFill>
              </a:rPr>
              <a:t>鐘室  bellroom</a:t>
            </a:r>
          </a:p>
        </p:txBody>
      </p:sp>
      <p:pic>
        <p:nvPicPr>
          <p:cNvPr id="52" name="room_bonerack" descr="bonerack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3317200" y="17785080"/>
            <a:ext cx="1737360" cy="1161288"/>
          </a:xfrm>
          <a:prstGeom prst="rect">
            <a:avLst/>
          </a:prstGeom>
        </p:spPr>
      </p:pic>
      <p:sp>
        <p:nvSpPr>
          <p:cNvPr id="53" name="label_bonerack"/>
          <p:cNvSpPr txBox="1"/>
          <p:nvPr/>
        </p:nvSpPr>
        <p:spPr>
          <a:xfrm>
            <a:off x="23317200" y="18964656"/>
            <a:ext cx="173736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1A1A22"/>
                </a:solidFill>
              </a:rPr>
              <a:t>石棺廊  bonerack</a:t>
            </a:r>
          </a:p>
        </p:txBody>
      </p:sp>
      <p:pic>
        <p:nvPicPr>
          <p:cNvPr id="54" name="room_cages" descr="cages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875520" y="17785080"/>
            <a:ext cx="1737360" cy="1161288"/>
          </a:xfrm>
          <a:prstGeom prst="rect">
            <a:avLst/>
          </a:prstGeom>
        </p:spPr>
      </p:pic>
      <p:sp>
        <p:nvSpPr>
          <p:cNvPr id="55" name="label_cages"/>
          <p:cNvSpPr txBox="1"/>
          <p:nvPr/>
        </p:nvSpPr>
        <p:spPr>
          <a:xfrm>
            <a:off x="9875520" y="18964656"/>
            <a:ext cx="173736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1A1A22"/>
                </a:solidFill>
              </a:rPr>
              <a:t>獸欄  cages</a:t>
            </a:r>
          </a:p>
        </p:txBody>
      </p:sp>
      <p:pic>
        <p:nvPicPr>
          <p:cNvPr id="56" name="room_candlewalk" descr="candlewalk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1076920" y="21534119"/>
            <a:ext cx="1737360" cy="1161288"/>
          </a:xfrm>
          <a:prstGeom prst="rect">
            <a:avLst/>
          </a:prstGeom>
        </p:spPr>
      </p:pic>
      <p:sp>
        <p:nvSpPr>
          <p:cNvPr id="57" name="label_candlewalk"/>
          <p:cNvSpPr txBox="1"/>
          <p:nvPr/>
        </p:nvSpPr>
        <p:spPr>
          <a:xfrm>
            <a:off x="21076920" y="22713695"/>
            <a:ext cx="173736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1A1A22"/>
                </a:solidFill>
              </a:rPr>
              <a:t>燭廊  candlewalk</a:t>
            </a:r>
          </a:p>
        </p:txBody>
      </p:sp>
      <p:pic>
        <p:nvPicPr>
          <p:cNvPr id="58" name="room_capstan" descr="capstan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4356080" y="19659600"/>
            <a:ext cx="1737360" cy="1161288"/>
          </a:xfrm>
          <a:prstGeom prst="rect">
            <a:avLst/>
          </a:prstGeom>
        </p:spPr>
      </p:pic>
      <p:sp>
        <p:nvSpPr>
          <p:cNvPr id="59" name="label_capstan"/>
          <p:cNvSpPr txBox="1"/>
          <p:nvPr/>
        </p:nvSpPr>
        <p:spPr>
          <a:xfrm>
            <a:off x="14356080" y="20839176"/>
            <a:ext cx="173736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1A1A22"/>
                </a:solidFill>
              </a:rPr>
              <a:t>絞盤室  capstan</a:t>
            </a:r>
          </a:p>
        </p:txBody>
      </p:sp>
      <p:pic>
        <p:nvPicPr>
          <p:cNvPr id="60" name="room_crown" descr="crown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875520" y="914400"/>
            <a:ext cx="1737360" cy="1161288"/>
          </a:xfrm>
          <a:prstGeom prst="rect">
            <a:avLst/>
          </a:prstGeom>
        </p:spPr>
      </p:pic>
      <p:sp>
        <p:nvSpPr>
          <p:cNvPr id="61" name="label_crown"/>
          <p:cNvSpPr txBox="1"/>
          <p:nvPr/>
        </p:nvSpPr>
        <p:spPr>
          <a:xfrm>
            <a:off x="9875520" y="2093976"/>
            <a:ext cx="173736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1A1A22"/>
                </a:solidFill>
              </a:rPr>
              <a:t>寶冠室  crown</a:t>
            </a:r>
          </a:p>
        </p:txBody>
      </p:sp>
      <p:pic>
        <p:nvPicPr>
          <p:cNvPr id="62" name="room_culvert" descr="culvert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635240" y="15910559"/>
            <a:ext cx="1737360" cy="1161288"/>
          </a:xfrm>
          <a:prstGeom prst="rect">
            <a:avLst/>
          </a:prstGeom>
        </p:spPr>
      </p:pic>
      <p:sp>
        <p:nvSpPr>
          <p:cNvPr id="63" name="label_culvert"/>
          <p:cNvSpPr txBox="1"/>
          <p:nvPr/>
        </p:nvSpPr>
        <p:spPr>
          <a:xfrm>
            <a:off x="7635240" y="17090135"/>
            <a:ext cx="173736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1A1A22"/>
                </a:solidFill>
              </a:rPr>
              <a:t>暗渠  culvert</a:t>
            </a:r>
          </a:p>
        </p:txBody>
      </p:sp>
      <p:pic>
        <p:nvPicPr>
          <p:cNvPr id="64" name="room_dragonrace" descr="dragonrac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8836640" y="10287000"/>
            <a:ext cx="1737360" cy="1161288"/>
          </a:xfrm>
          <a:prstGeom prst="rect">
            <a:avLst/>
          </a:prstGeom>
        </p:spPr>
      </p:pic>
      <p:sp>
        <p:nvSpPr>
          <p:cNvPr id="65" name="label_dragonrace"/>
          <p:cNvSpPr txBox="1"/>
          <p:nvPr/>
        </p:nvSpPr>
        <p:spPr>
          <a:xfrm>
            <a:off x="18836640" y="11466576"/>
            <a:ext cx="173736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1A1A22"/>
                </a:solidFill>
              </a:rPr>
              <a:t>獅口水道  dragonrace</a:t>
            </a:r>
          </a:p>
        </p:txBody>
      </p:sp>
      <p:pic>
        <p:nvPicPr>
          <p:cNvPr id="66" name="room_dragstair" descr="dragstair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9875520" y="4663440"/>
            <a:ext cx="1737360" cy="1161288"/>
          </a:xfrm>
          <a:prstGeom prst="rect">
            <a:avLst/>
          </a:prstGeom>
        </p:spPr>
      </p:pic>
      <p:sp>
        <p:nvSpPr>
          <p:cNvPr id="67" name="label_dragstair"/>
          <p:cNvSpPr txBox="1"/>
          <p:nvPr/>
        </p:nvSpPr>
        <p:spPr>
          <a:xfrm>
            <a:off x="9875520" y="5843015"/>
            <a:ext cx="173736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1A1A22"/>
                </a:solidFill>
              </a:rPr>
              <a:t>獅階  dragstair</a:t>
            </a:r>
          </a:p>
        </p:txBody>
      </p:sp>
      <p:pic>
        <p:nvPicPr>
          <p:cNvPr id="68" name="room_draincliff" descr="draincliff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21076920" y="10287000"/>
            <a:ext cx="1737360" cy="1161288"/>
          </a:xfrm>
          <a:prstGeom prst="rect">
            <a:avLst/>
          </a:prstGeom>
        </p:spPr>
      </p:pic>
      <p:sp>
        <p:nvSpPr>
          <p:cNvPr id="69" name="label_draincliff"/>
          <p:cNvSpPr txBox="1"/>
          <p:nvPr/>
        </p:nvSpPr>
        <p:spPr>
          <a:xfrm>
            <a:off x="21076920" y="11466576"/>
            <a:ext cx="173736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1A1A22"/>
                </a:solidFill>
              </a:rPr>
              <a:t>排水崖口  draincliff</a:t>
            </a:r>
          </a:p>
        </p:txBody>
      </p:sp>
      <p:pic>
        <p:nvPicPr>
          <p:cNvPr id="70" name="room_drywell" descr="drywell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914400" y="10287000"/>
            <a:ext cx="1737360" cy="1161288"/>
          </a:xfrm>
          <a:prstGeom prst="rect">
            <a:avLst/>
          </a:prstGeom>
        </p:spPr>
      </p:pic>
      <p:sp>
        <p:nvSpPr>
          <p:cNvPr id="71" name="label_drywell"/>
          <p:cNvSpPr txBox="1"/>
          <p:nvPr/>
        </p:nvSpPr>
        <p:spPr>
          <a:xfrm>
            <a:off x="914400" y="11466576"/>
            <a:ext cx="173736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1A1A22"/>
                </a:solidFill>
              </a:rPr>
              <a:t>枯井底  drywell</a:t>
            </a:r>
          </a:p>
        </p:txBody>
      </p:sp>
      <p:pic>
        <p:nvPicPr>
          <p:cNvPr id="72" name="room_entrance" descr="entrance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12115800" y="29032199"/>
            <a:ext cx="1737360" cy="1161288"/>
          </a:xfrm>
          <a:prstGeom prst="rect">
            <a:avLst/>
          </a:prstGeom>
        </p:spPr>
      </p:pic>
      <p:sp>
        <p:nvSpPr>
          <p:cNvPr id="73" name="label_entrance"/>
          <p:cNvSpPr txBox="1"/>
          <p:nvPr/>
        </p:nvSpPr>
        <p:spPr>
          <a:xfrm>
            <a:off x="12115800" y="30211776"/>
            <a:ext cx="173736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1A1A22"/>
                </a:solidFill>
              </a:rPr>
              <a:t>古城中庭  entrance</a:t>
            </a:r>
          </a:p>
        </p:txBody>
      </p:sp>
      <p:pic>
        <p:nvPicPr>
          <p:cNvPr id="74" name="room_floodway" descr="floodway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18836640" y="23408639"/>
            <a:ext cx="1737360" cy="1161288"/>
          </a:xfrm>
          <a:prstGeom prst="rect">
            <a:avLst/>
          </a:prstGeom>
        </p:spPr>
      </p:pic>
      <p:sp>
        <p:nvSpPr>
          <p:cNvPr id="75" name="label_floodway"/>
          <p:cNvSpPr txBox="1"/>
          <p:nvPr/>
        </p:nvSpPr>
        <p:spPr>
          <a:xfrm>
            <a:off x="18836640" y="24588215"/>
            <a:ext cx="173736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1A1A22"/>
                </a:solidFill>
              </a:rPr>
              <a:t>積水甬道  floodway</a:t>
            </a:r>
          </a:p>
        </p:txBody>
      </p:sp>
      <p:pic>
        <p:nvPicPr>
          <p:cNvPr id="76" name="room_forge" descr="forge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3154680" y="8412480"/>
            <a:ext cx="1737360" cy="1161288"/>
          </a:xfrm>
          <a:prstGeom prst="rect">
            <a:avLst/>
          </a:prstGeom>
        </p:spPr>
      </p:pic>
      <p:sp>
        <p:nvSpPr>
          <p:cNvPr id="77" name="label_forge"/>
          <p:cNvSpPr txBox="1"/>
          <p:nvPr/>
        </p:nvSpPr>
        <p:spPr>
          <a:xfrm>
            <a:off x="3154680" y="9592055"/>
            <a:ext cx="173736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1A1A22"/>
                </a:solidFill>
              </a:rPr>
              <a:t>兵器工坊  forge</a:t>
            </a:r>
          </a:p>
        </p:txBody>
      </p:sp>
      <p:pic>
        <p:nvPicPr>
          <p:cNvPr id="78" name="room_foyer" descr="foyer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12115800" y="25283160"/>
            <a:ext cx="1737360" cy="1161288"/>
          </a:xfrm>
          <a:prstGeom prst="rect">
            <a:avLst/>
          </a:prstGeom>
        </p:spPr>
      </p:pic>
      <p:sp>
        <p:nvSpPr>
          <p:cNvPr id="79" name="label_foyer"/>
          <p:cNvSpPr txBox="1"/>
          <p:nvPr/>
        </p:nvSpPr>
        <p:spPr>
          <a:xfrm>
            <a:off x="12115800" y="26462735"/>
            <a:ext cx="173736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1A1A22"/>
                </a:solidFill>
              </a:rPr>
              <a:t>前廳  foyer</a:t>
            </a:r>
          </a:p>
        </p:txBody>
      </p:sp>
      <p:pic>
        <p:nvPicPr>
          <p:cNvPr id="80" name="room_greathall" descr="greathall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16596360" y="8412480"/>
            <a:ext cx="1737360" cy="1161288"/>
          </a:xfrm>
          <a:prstGeom prst="rect">
            <a:avLst/>
          </a:prstGeom>
        </p:spPr>
      </p:pic>
      <p:sp>
        <p:nvSpPr>
          <p:cNvPr id="81" name="label_greathall"/>
          <p:cNvSpPr txBox="1"/>
          <p:nvPr/>
        </p:nvSpPr>
        <p:spPr>
          <a:xfrm>
            <a:off x="16596360" y="9592055"/>
            <a:ext cx="173736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1A1A22"/>
                </a:solidFill>
              </a:rPr>
              <a:t>中央大廳  greathall</a:t>
            </a:r>
          </a:p>
        </p:txBody>
      </p:sp>
      <p:pic>
        <p:nvPicPr>
          <p:cNvPr id="82" name="room_guardhall" descr="guardhall.png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9875520" y="8412480"/>
            <a:ext cx="1737360" cy="1161288"/>
          </a:xfrm>
          <a:prstGeom prst="rect">
            <a:avLst/>
          </a:prstGeom>
        </p:spPr>
      </p:pic>
      <p:sp>
        <p:nvSpPr>
          <p:cNvPr id="83" name="label_guardhall"/>
          <p:cNvSpPr txBox="1"/>
          <p:nvPr/>
        </p:nvSpPr>
        <p:spPr>
          <a:xfrm>
            <a:off x="9875520" y="9592055"/>
            <a:ext cx="173736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1A1A22"/>
                </a:solidFill>
              </a:rPr>
              <a:t>甲冑廊  guardhall</a:t>
            </a:r>
          </a:p>
        </p:txBody>
      </p:sp>
      <p:pic>
        <p:nvPicPr>
          <p:cNvPr id="84" name="room_incense" descr="incense.png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3154680" y="12161519"/>
            <a:ext cx="1737360" cy="1161288"/>
          </a:xfrm>
          <a:prstGeom prst="rect">
            <a:avLst/>
          </a:prstGeom>
        </p:spPr>
      </p:pic>
      <p:sp>
        <p:nvSpPr>
          <p:cNvPr id="85" name="label_incense"/>
          <p:cNvSpPr txBox="1"/>
          <p:nvPr/>
        </p:nvSpPr>
        <p:spPr>
          <a:xfrm>
            <a:off x="3154680" y="13341095"/>
            <a:ext cx="173736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1A1A22"/>
                </a:solidFill>
              </a:rPr>
              <a:t>聖油室  incense</a:t>
            </a:r>
          </a:p>
        </p:txBody>
      </p:sp>
      <p:pic>
        <p:nvPicPr>
          <p:cNvPr id="86" name="room_lamphall" descr="lamphall.png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21076920" y="8412480"/>
            <a:ext cx="1737360" cy="1161288"/>
          </a:xfrm>
          <a:prstGeom prst="rect">
            <a:avLst/>
          </a:prstGeom>
        </p:spPr>
      </p:pic>
      <p:sp>
        <p:nvSpPr>
          <p:cNvPr id="87" name="label_lamphall"/>
          <p:cNvSpPr txBox="1"/>
          <p:nvPr/>
        </p:nvSpPr>
        <p:spPr>
          <a:xfrm>
            <a:off x="21076920" y="9592055"/>
            <a:ext cx="173736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1A1A22"/>
                </a:solidFill>
              </a:rPr>
              <a:t>枝燈長廊  lamphall</a:t>
            </a:r>
          </a:p>
        </p:txBody>
      </p:sp>
      <p:pic>
        <p:nvPicPr>
          <p:cNvPr id="88" name="room_mirrorpool" descr="mirrorpool.png"/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9875520" y="14036039"/>
            <a:ext cx="1737360" cy="1161288"/>
          </a:xfrm>
          <a:prstGeom prst="rect">
            <a:avLst/>
          </a:prstGeom>
        </p:spPr>
      </p:pic>
      <p:sp>
        <p:nvSpPr>
          <p:cNvPr id="89" name="label_mirrorpool"/>
          <p:cNvSpPr txBox="1"/>
          <p:nvPr/>
        </p:nvSpPr>
        <p:spPr>
          <a:xfrm>
            <a:off x="9875520" y="15215615"/>
            <a:ext cx="173736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1A1A22"/>
                </a:solidFill>
              </a:rPr>
              <a:t>靜水池  mirrorpool</a:t>
            </a:r>
          </a:p>
        </p:txBody>
      </p:sp>
      <p:pic>
        <p:nvPicPr>
          <p:cNvPr id="90" name="room_mirrorway" descr="mirrorway.png"/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23317200" y="19659600"/>
            <a:ext cx="1737360" cy="1161288"/>
          </a:xfrm>
          <a:prstGeom prst="rect">
            <a:avLst/>
          </a:prstGeom>
        </p:spPr>
      </p:pic>
      <p:sp>
        <p:nvSpPr>
          <p:cNvPr id="91" name="label_mirrorway"/>
          <p:cNvSpPr txBox="1"/>
          <p:nvPr/>
        </p:nvSpPr>
        <p:spPr>
          <a:xfrm>
            <a:off x="23317200" y="20839176"/>
            <a:ext cx="173736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1A1A22"/>
                </a:solidFill>
              </a:rPr>
              <a:t>鏡廊  mirrorway</a:t>
            </a:r>
          </a:p>
        </p:txBody>
      </p:sp>
      <p:pic>
        <p:nvPicPr>
          <p:cNvPr id="92" name="room_muralwalk" descr="muralwalk.png"/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3154680" y="10287000"/>
            <a:ext cx="1737360" cy="1161288"/>
          </a:xfrm>
          <a:prstGeom prst="rect">
            <a:avLst/>
          </a:prstGeom>
        </p:spPr>
      </p:pic>
      <p:sp>
        <p:nvSpPr>
          <p:cNvPr id="93" name="label_muralwalk"/>
          <p:cNvSpPr txBox="1"/>
          <p:nvPr/>
        </p:nvSpPr>
        <p:spPr>
          <a:xfrm>
            <a:off x="3154680" y="11466576"/>
            <a:ext cx="173736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1A1A22"/>
                </a:solidFill>
              </a:rPr>
              <a:t>壁畫長廊  muralwalk</a:t>
            </a:r>
          </a:p>
        </p:txBody>
      </p:sp>
      <p:pic>
        <p:nvPicPr>
          <p:cNvPr id="94" name="room_offering" descr="offering.png"/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14356080" y="914400"/>
            <a:ext cx="1737360" cy="1161288"/>
          </a:xfrm>
          <a:prstGeom prst="rect">
            <a:avLst/>
          </a:prstGeom>
        </p:spPr>
      </p:pic>
      <p:sp>
        <p:nvSpPr>
          <p:cNvPr id="95" name="label_offering"/>
          <p:cNvSpPr txBox="1"/>
          <p:nvPr/>
        </p:nvSpPr>
        <p:spPr>
          <a:xfrm>
            <a:off x="14356080" y="2093976"/>
            <a:ext cx="173736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1A1A22"/>
                </a:solidFill>
              </a:rPr>
              <a:t>聖物室  offering</a:t>
            </a:r>
          </a:p>
        </p:txBody>
      </p:sp>
      <p:pic>
        <p:nvPicPr>
          <p:cNvPr id="96" name="room_oldtomb" descr="oldtomb.png"/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12115800" y="19659600"/>
            <a:ext cx="1737360" cy="1161288"/>
          </a:xfrm>
          <a:prstGeom prst="rect">
            <a:avLst/>
          </a:prstGeom>
        </p:spPr>
      </p:pic>
      <p:sp>
        <p:nvSpPr>
          <p:cNvPr id="97" name="label_oldtomb"/>
          <p:cNvSpPr txBox="1"/>
          <p:nvPr/>
        </p:nvSpPr>
        <p:spPr>
          <a:xfrm>
            <a:off x="12115800" y="20839176"/>
            <a:ext cx="173736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1A1A22"/>
                </a:solidFill>
              </a:rPr>
              <a:t>地下墓道  oldtomb</a:t>
            </a:r>
          </a:p>
        </p:txBody>
      </p:sp>
      <p:pic>
        <p:nvPicPr>
          <p:cNvPr id="98" name="room_ossuary" descr="ossuary.png"/>
          <p:cNvPicPr>
            <a:picLocks noChangeAspect="1"/>
          </p:cNvPicPr>
          <p:nvPr/>
        </p:nvPicPr>
        <p:blipFill>
          <a:blip r:embed="rId28"/>
          <a:stretch>
            <a:fillRect/>
          </a:stretch>
        </p:blipFill>
        <p:spPr>
          <a:xfrm>
            <a:off x="23317200" y="8412480"/>
            <a:ext cx="1737360" cy="1161288"/>
          </a:xfrm>
          <a:prstGeom prst="rect">
            <a:avLst/>
          </a:prstGeom>
        </p:spPr>
      </p:pic>
      <p:sp>
        <p:nvSpPr>
          <p:cNvPr id="99" name="label_ossuary"/>
          <p:cNvSpPr txBox="1"/>
          <p:nvPr/>
        </p:nvSpPr>
        <p:spPr>
          <a:xfrm>
            <a:off x="23317200" y="9592055"/>
            <a:ext cx="173736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1A1A22"/>
                </a:solidFill>
              </a:rPr>
              <a:t>納骨堂  ossuary</a:t>
            </a:r>
          </a:p>
        </p:txBody>
      </p:sp>
      <p:pic>
        <p:nvPicPr>
          <p:cNvPr id="100" name="room_pillars" descr="pillars.png"/>
          <p:cNvPicPr>
            <a:picLocks noChangeAspect="1"/>
          </p:cNvPicPr>
          <p:nvPr/>
        </p:nvPicPr>
        <p:blipFill>
          <a:blip r:embed="rId29"/>
          <a:stretch>
            <a:fillRect/>
          </a:stretch>
        </p:blipFill>
        <p:spPr>
          <a:xfrm>
            <a:off x="16596360" y="10287000"/>
            <a:ext cx="1737360" cy="1161288"/>
          </a:xfrm>
          <a:prstGeom prst="rect">
            <a:avLst/>
          </a:prstGeom>
        </p:spPr>
      </p:pic>
      <p:sp>
        <p:nvSpPr>
          <p:cNvPr id="101" name="label_pillars"/>
          <p:cNvSpPr txBox="1"/>
          <p:nvPr/>
        </p:nvSpPr>
        <p:spPr>
          <a:xfrm>
            <a:off x="16596360" y="11466576"/>
            <a:ext cx="173736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1A1A22"/>
                </a:solidFill>
              </a:rPr>
              <a:t>千柱廳  pillars</a:t>
            </a:r>
          </a:p>
        </p:txBody>
      </p:sp>
      <p:pic>
        <p:nvPicPr>
          <p:cNvPr id="102" name="room_rooffall" descr="rooffall.png"/>
          <p:cNvPicPr>
            <a:picLocks noChangeAspect="1"/>
          </p:cNvPicPr>
          <p:nvPr/>
        </p:nvPicPr>
        <p:blipFill>
          <a:blip r:embed="rId30"/>
          <a:stretch>
            <a:fillRect/>
          </a:stretch>
        </p:blipFill>
        <p:spPr>
          <a:xfrm>
            <a:off x="914400" y="12161519"/>
            <a:ext cx="1737360" cy="1161288"/>
          </a:xfrm>
          <a:prstGeom prst="rect">
            <a:avLst/>
          </a:prstGeom>
        </p:spPr>
      </p:pic>
      <p:sp>
        <p:nvSpPr>
          <p:cNvPr id="103" name="label_rooffall"/>
          <p:cNvSpPr txBox="1"/>
          <p:nvPr/>
        </p:nvSpPr>
        <p:spPr>
          <a:xfrm>
            <a:off x="914400" y="13341095"/>
            <a:ext cx="173736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1A1A22"/>
                </a:solidFill>
              </a:rPr>
              <a:t>崩頂坡  rooffall</a:t>
            </a:r>
          </a:p>
        </p:txBody>
      </p:sp>
      <p:pic>
        <p:nvPicPr>
          <p:cNvPr id="104" name="room_stairwell" descr="stairwell.png"/>
          <p:cNvPicPr>
            <a:picLocks noChangeAspect="1"/>
          </p:cNvPicPr>
          <p:nvPr/>
        </p:nvPicPr>
        <p:blipFill>
          <a:blip r:embed="rId31"/>
          <a:stretch>
            <a:fillRect/>
          </a:stretch>
        </p:blipFill>
        <p:spPr>
          <a:xfrm>
            <a:off x="21076920" y="12161519"/>
            <a:ext cx="1737360" cy="1161288"/>
          </a:xfrm>
          <a:prstGeom prst="rect">
            <a:avLst/>
          </a:prstGeom>
        </p:spPr>
      </p:pic>
      <p:sp>
        <p:nvSpPr>
          <p:cNvPr id="105" name="label_stairwell"/>
          <p:cNvSpPr txBox="1"/>
          <p:nvPr/>
        </p:nvSpPr>
        <p:spPr>
          <a:xfrm>
            <a:off x="21076920" y="13341095"/>
            <a:ext cx="173736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1A1A22"/>
                </a:solidFill>
              </a:rPr>
              <a:t>旋梯井  stairwell</a:t>
            </a:r>
          </a:p>
        </p:txBody>
      </p:sp>
      <p:pic>
        <p:nvPicPr>
          <p:cNvPr id="106" name="room_starroom" descr="starroom.png"/>
          <p:cNvPicPr>
            <a:picLocks noChangeAspect="1"/>
          </p:cNvPicPr>
          <p:nvPr/>
        </p:nvPicPr>
        <p:blipFill>
          <a:blip r:embed="rId32"/>
          <a:stretch>
            <a:fillRect/>
          </a:stretch>
        </p:blipFill>
        <p:spPr>
          <a:xfrm>
            <a:off x="5394960" y="6537959"/>
            <a:ext cx="1737360" cy="1161288"/>
          </a:xfrm>
          <a:prstGeom prst="rect">
            <a:avLst/>
          </a:prstGeom>
        </p:spPr>
      </p:pic>
      <p:sp>
        <p:nvSpPr>
          <p:cNvPr id="107" name="label_starroom"/>
          <p:cNvSpPr txBox="1"/>
          <p:nvPr/>
        </p:nvSpPr>
        <p:spPr>
          <a:xfrm>
            <a:off x="5394960" y="7717536"/>
            <a:ext cx="173736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1A1A22"/>
                </a:solidFill>
              </a:rPr>
              <a:t>星象室  starroom</a:t>
            </a:r>
          </a:p>
        </p:txBody>
      </p:sp>
      <p:pic>
        <p:nvPicPr>
          <p:cNvPr id="108" name="room_stelae" descr="stelae.png"/>
          <p:cNvPicPr>
            <a:picLocks noChangeAspect="1"/>
          </p:cNvPicPr>
          <p:nvPr/>
        </p:nvPicPr>
        <p:blipFill>
          <a:blip r:embed="rId33"/>
          <a:stretch>
            <a:fillRect/>
          </a:stretch>
        </p:blipFill>
        <p:spPr>
          <a:xfrm>
            <a:off x="12115800" y="23408639"/>
            <a:ext cx="1737360" cy="1161288"/>
          </a:xfrm>
          <a:prstGeom prst="rect">
            <a:avLst/>
          </a:prstGeom>
        </p:spPr>
      </p:pic>
      <p:sp>
        <p:nvSpPr>
          <p:cNvPr id="109" name="label_stelae"/>
          <p:cNvSpPr txBox="1"/>
          <p:nvPr/>
        </p:nvSpPr>
        <p:spPr>
          <a:xfrm>
            <a:off x="12115800" y="24588215"/>
            <a:ext cx="173736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1A1A22"/>
                </a:solidFill>
              </a:rPr>
              <a:t>銘碑廊  stelae</a:t>
            </a:r>
          </a:p>
        </p:txBody>
      </p:sp>
      <p:pic>
        <p:nvPicPr>
          <p:cNvPr id="110" name="room_stephall" descr="stephall.png"/>
          <p:cNvPicPr>
            <a:picLocks noChangeAspect="1"/>
          </p:cNvPicPr>
          <p:nvPr/>
        </p:nvPicPr>
        <p:blipFill>
          <a:blip r:embed="rId34"/>
          <a:stretch>
            <a:fillRect/>
          </a:stretch>
        </p:blipFill>
        <p:spPr>
          <a:xfrm>
            <a:off x="14356080" y="23408639"/>
            <a:ext cx="1737360" cy="1161288"/>
          </a:xfrm>
          <a:prstGeom prst="rect">
            <a:avLst/>
          </a:prstGeom>
        </p:spPr>
      </p:pic>
      <p:sp>
        <p:nvSpPr>
          <p:cNvPr id="111" name="label_stephall"/>
          <p:cNvSpPr txBox="1"/>
          <p:nvPr/>
        </p:nvSpPr>
        <p:spPr>
          <a:xfrm>
            <a:off x="14356080" y="24588215"/>
            <a:ext cx="173736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1A1A22"/>
                </a:solidFill>
              </a:rPr>
              <a:t>階梯大廳  stephall</a:t>
            </a:r>
          </a:p>
        </p:txBody>
      </p:sp>
      <p:pic>
        <p:nvPicPr>
          <p:cNvPr id="112" name="room_throne" descr="throne.png"/>
          <p:cNvPicPr>
            <a:picLocks noChangeAspect="1"/>
          </p:cNvPicPr>
          <p:nvPr/>
        </p:nvPicPr>
        <p:blipFill>
          <a:blip r:embed="rId35"/>
          <a:stretch>
            <a:fillRect/>
          </a:stretch>
        </p:blipFill>
        <p:spPr>
          <a:xfrm>
            <a:off x="12115800" y="914400"/>
            <a:ext cx="1737360" cy="1161288"/>
          </a:xfrm>
          <a:prstGeom prst="rect">
            <a:avLst/>
          </a:prstGeom>
        </p:spPr>
      </p:pic>
      <p:sp>
        <p:nvSpPr>
          <p:cNvPr id="113" name="label_throne"/>
          <p:cNvSpPr txBox="1"/>
          <p:nvPr/>
        </p:nvSpPr>
        <p:spPr>
          <a:xfrm>
            <a:off x="12115800" y="2093976"/>
            <a:ext cx="173736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1A1A22"/>
                </a:solidFill>
              </a:rPr>
              <a:t>王座廳  throne</a:t>
            </a:r>
          </a:p>
        </p:txBody>
      </p:sp>
      <p:pic>
        <p:nvPicPr>
          <p:cNvPr id="114" name="room_trihall" descr="trihall.png"/>
          <p:cNvPicPr>
            <a:picLocks noChangeAspect="1"/>
          </p:cNvPicPr>
          <p:nvPr/>
        </p:nvPicPr>
        <p:blipFill>
          <a:blip r:embed="rId36"/>
          <a:stretch>
            <a:fillRect/>
          </a:stretch>
        </p:blipFill>
        <p:spPr>
          <a:xfrm>
            <a:off x="5394960" y="14036039"/>
            <a:ext cx="1737360" cy="1161288"/>
          </a:xfrm>
          <a:prstGeom prst="rect">
            <a:avLst/>
          </a:prstGeom>
        </p:spPr>
      </p:pic>
      <p:sp>
        <p:nvSpPr>
          <p:cNvPr id="115" name="label_trihall"/>
          <p:cNvSpPr txBox="1"/>
          <p:nvPr/>
        </p:nvSpPr>
        <p:spPr>
          <a:xfrm>
            <a:off x="5394960" y="15215615"/>
            <a:ext cx="173736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1A1A22"/>
                </a:solidFill>
              </a:rPr>
              <a:t>三拱廳  trihall</a:t>
            </a:r>
          </a:p>
        </p:txBody>
      </p:sp>
      <p:pic>
        <p:nvPicPr>
          <p:cNvPr id="116" name="room_wardtomb" descr="wardtomb.png"/>
          <p:cNvPicPr>
            <a:picLocks noChangeAspect="1"/>
          </p:cNvPicPr>
          <p:nvPr/>
        </p:nvPicPr>
        <p:blipFill>
          <a:blip r:embed="rId37"/>
          <a:stretch>
            <a:fillRect/>
          </a:stretch>
        </p:blipFill>
        <p:spPr>
          <a:xfrm>
            <a:off x="23317200" y="10287000"/>
            <a:ext cx="1737360" cy="1161288"/>
          </a:xfrm>
          <a:prstGeom prst="rect">
            <a:avLst/>
          </a:prstGeom>
        </p:spPr>
      </p:pic>
      <p:sp>
        <p:nvSpPr>
          <p:cNvPr id="117" name="label_wardtomb"/>
          <p:cNvSpPr txBox="1"/>
          <p:nvPr/>
        </p:nvSpPr>
        <p:spPr>
          <a:xfrm>
            <a:off x="23317200" y="11466576"/>
            <a:ext cx="173736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1A1A22"/>
                </a:solidFill>
              </a:rPr>
              <a:t>近衛墓室  wardtomb</a:t>
            </a:r>
          </a:p>
        </p:txBody>
      </p:sp>
      <p:pic>
        <p:nvPicPr>
          <p:cNvPr id="118" name="room_waterjail" descr="waterjail.png"/>
          <p:cNvPicPr>
            <a:picLocks noChangeAspect="1"/>
          </p:cNvPicPr>
          <p:nvPr/>
        </p:nvPicPr>
        <p:blipFill>
          <a:blip r:embed="rId38"/>
          <a:stretch>
            <a:fillRect/>
          </a:stretch>
        </p:blipFill>
        <p:spPr>
          <a:xfrm>
            <a:off x="16596360" y="17785080"/>
            <a:ext cx="1737360" cy="1161288"/>
          </a:xfrm>
          <a:prstGeom prst="rect">
            <a:avLst/>
          </a:prstGeom>
        </p:spPr>
      </p:pic>
      <p:sp>
        <p:nvSpPr>
          <p:cNvPr id="119" name="label_waterjail"/>
          <p:cNvSpPr txBox="1"/>
          <p:nvPr/>
        </p:nvSpPr>
        <p:spPr>
          <a:xfrm>
            <a:off x="16596360" y="18964656"/>
            <a:ext cx="173736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1A1A22"/>
                </a:solidFill>
              </a:rPr>
              <a:t>水牢  waterjail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