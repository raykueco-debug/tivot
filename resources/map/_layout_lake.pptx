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7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鏡湖　拓樸</a:t>
            </a:r>
          </a:p>
          <a:p>
            <a:r>
              <a:rPr sz="1200">
                <a:solidFill>
                  <a:srgbClr val="7A787E"/>
                </a:solidFill>
              </a:rPr>
              <a:t>10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4" name="Picture 3" descr="lake_inlet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山口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inlet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7" name="Picture 6" descr="lake_shingle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碎石灘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shingle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10" name="Picture 9" descr="lake_fallbase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瀑布底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fallbase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00000" y="5600000"/>
            <a:ext cx="1280000" cy="1020000"/>
            <a:chOff x="300000" y="5600000"/>
            <a:chExt cx="1280000" cy="1020000"/>
          </a:xfrm>
        </p:grpSpPr>
        <p:pic>
          <p:nvPicPr>
            <p:cNvPr id="13" name="Picture 12" descr="lake_cave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0000" y="56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水蝕洞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cave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00000" y="3300000"/>
            <a:ext cx="1280000" cy="1020000"/>
            <a:chOff x="300000" y="3300000"/>
            <a:chExt cx="1280000" cy="1020000"/>
          </a:xfrm>
        </p:grpSpPr>
        <p:pic>
          <p:nvPicPr>
            <p:cNvPr id="16" name="Picture 15" descr="lake_grove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0000" y="33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石碑林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grove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19" name="Picture 18" descr="lake_eastshore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東岸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eastshore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300000" y="5600000"/>
            <a:ext cx="1280000" cy="1020000"/>
            <a:chOff x="6300000" y="5600000"/>
            <a:chExt cx="1280000" cy="1020000"/>
          </a:xfrm>
        </p:grpSpPr>
        <p:pic>
          <p:nvPicPr>
            <p:cNvPr id="22" name="Picture 21" descr="lake_deadfall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0000" y="56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6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倒木灣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deadfall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3300000"/>
            <a:ext cx="1280000" cy="1020000"/>
            <a:chOff x="3300000" y="3300000"/>
            <a:chExt cx="1280000" cy="1020000"/>
          </a:xfrm>
        </p:grpSpPr>
        <p:pic>
          <p:nvPicPr>
            <p:cNvPr id="25" name="Picture 24" descr="lake_northshore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33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北岸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northshore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00000" y="3300000"/>
            <a:ext cx="1280000" cy="1020000"/>
            <a:chOff x="6300000" y="3300000"/>
            <a:chExt cx="1280000" cy="1020000"/>
          </a:xfrm>
        </p:grpSpPr>
        <p:pic>
          <p:nvPicPr>
            <p:cNvPr id="28" name="Picture 27" descr="lake_boathouse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00000" y="33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廢船屋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boathouse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00000" y="1000000"/>
            <a:ext cx="1280000" cy="1020000"/>
            <a:chOff x="3300000" y="1000000"/>
            <a:chExt cx="1280000" cy="1020000"/>
          </a:xfrm>
        </p:grpSpPr>
        <p:pic>
          <p:nvPicPr>
            <p:cNvPr id="31" name="Picture 30" descr="lake_causeway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00000" y="10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湖心石堤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causeway</a:t>
              </a:r>
            </a:p>
          </p:txBody>
        </p:sp>
      </p:grpSp>
      <p:cxnSp>
        <p:nvCxnSpPr>
          <p:cNvPr id="33" name="Connector 32"/>
          <p:cNvCxnSpPr/>
          <p:nvPr/>
        </p:nvCxnSpPr>
        <p:spPr>
          <a:xfrm flipV="1"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40000" y="36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40000" y="36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40000" y="59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40000" y="13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0000" y="36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