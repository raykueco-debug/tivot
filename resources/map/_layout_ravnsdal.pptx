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6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80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雪都瓦恩霍姆　拓樸</a:t>
            </a:r>
          </a:p>
          <a:p>
            <a:r>
              <a:rPr sz="1200">
                <a:solidFill>
                  <a:srgbClr val="7A787E"/>
                </a:solidFill>
              </a:rPr>
              <a:t>16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00000" y="7900000"/>
            <a:ext cx="1280000" cy="1020000"/>
            <a:chOff x="7800000" y="7900000"/>
            <a:chExt cx="1280000" cy="1020000"/>
          </a:xfrm>
        </p:grpSpPr>
        <p:pic>
          <p:nvPicPr>
            <p:cNvPr id="4" name="Picture 3" descr="varn_square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000" y="79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港口廣場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square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800000" y="5600000"/>
            <a:ext cx="1280000" cy="1020000"/>
            <a:chOff x="7800000" y="5600000"/>
            <a:chExt cx="1280000" cy="1020000"/>
          </a:xfrm>
        </p:grpSpPr>
        <p:pic>
          <p:nvPicPr>
            <p:cNvPr id="7" name="Picture 6" descr="varn_midtown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0000" y="560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中心區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midtown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800000" y="3300000"/>
            <a:ext cx="1280000" cy="1020000"/>
            <a:chOff x="7800000" y="3300000"/>
            <a:chExt cx="1280000" cy="1020000"/>
          </a:xfrm>
        </p:grpSpPr>
        <p:pic>
          <p:nvPicPr>
            <p:cNvPr id="10" name="Picture 9" descr="varn_librar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0000" y="330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78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圖書館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library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800000" y="5600000"/>
            <a:ext cx="1280000" cy="1020000"/>
            <a:chOff x="10800000" y="5600000"/>
            <a:chExt cx="1280000" cy="1020000"/>
          </a:xfrm>
        </p:grpSpPr>
        <p:sp>
          <p:nvSpPr>
            <p:cNvPr id="13" name="Rectangle 12"/>
            <p:cNvSpPr/>
            <p:nvPr/>
          </p:nvSpPr>
          <p:spPr>
            <a:xfrm>
              <a:off x="10800000" y="5600000"/>
              <a:ext cx="1280000" cy="720000"/>
            </a:xfrm>
            <a:prstGeom prst="rect">
              <a:avLst/>
            </a:prstGeom>
            <a:solidFill>
              <a:srgbClr val="3FB950"/>
            </a:solidFill>
            <a:ln>
              <a:solidFill>
                <a:srgbClr val="2B8A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900" b="1">
                  <a:solidFill>
                    <a:srgbClr val="FFFFFF"/>
                  </a:solidFill>
                </a:rPr>
                <a:t>要補圖</a:t>
              </a:r>
            </a:p>
            <a:p>
              <a:r>
                <a:rPr sz="900" b="1">
                  <a:solidFill>
                    <a:srgbClr val="FFFFFF"/>
                  </a:solidFill>
                </a:rPr>
                <a:t>Varn_Church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大教堂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church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800000" y="5600000"/>
            <a:ext cx="1280000" cy="1020000"/>
            <a:chOff x="4800000" y="5600000"/>
            <a:chExt cx="1280000" cy="1020000"/>
          </a:xfrm>
        </p:grpSpPr>
        <p:pic>
          <p:nvPicPr>
            <p:cNvPr id="16" name="Picture 15" descr="varn_lookout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000" y="56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48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瞭望台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lookout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19" name="Picture 18" descr="varn_oldtown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舊街區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oldtown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0000" y="7900000"/>
            <a:ext cx="1280000" cy="1020000"/>
            <a:chOff x="300000" y="7900000"/>
            <a:chExt cx="1280000" cy="1020000"/>
          </a:xfrm>
        </p:grpSpPr>
        <p:pic>
          <p:nvPicPr>
            <p:cNvPr id="22" name="Picture 21" descr="varn_firearm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0000" y="79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武器店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gunstore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25" name="Picture 24" descr="varn_station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火車站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station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300000" y="10200000"/>
            <a:ext cx="1280000" cy="1020000"/>
            <a:chOff x="3300000" y="10200000"/>
            <a:chExt cx="1280000" cy="1020000"/>
          </a:xfrm>
        </p:grpSpPr>
        <p:pic>
          <p:nvPicPr>
            <p:cNvPr id="28" name="Picture 27" descr="varn_guild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0000" y="102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賞金獵人公會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guild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31" name="Picture 30" descr="varn_uptown_day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上街區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uptown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5300000" y="7900000"/>
            <a:ext cx="1280000" cy="1020000"/>
            <a:chOff x="15300000" y="7900000"/>
            <a:chExt cx="1280000" cy="1020000"/>
          </a:xfrm>
        </p:grpSpPr>
        <p:pic>
          <p:nvPicPr>
            <p:cNvPr id="34" name="Picture 33" descr="varn_dining_da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300000" y="79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5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餐飲街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tavern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5300000" y="5600000"/>
            <a:ext cx="1280000" cy="1020000"/>
            <a:chOff x="15300000" y="5600000"/>
            <a:chExt cx="1280000" cy="1020000"/>
          </a:xfrm>
        </p:grpSpPr>
        <p:pic>
          <p:nvPicPr>
            <p:cNvPr id="37" name="Picture 36" descr="varn_bistro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5300000" y="560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5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餐酒館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bar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6800000" y="7900000"/>
            <a:ext cx="1280000" cy="1020000"/>
            <a:chOff x="16800000" y="7900000"/>
            <a:chExt cx="1280000" cy="1020000"/>
          </a:xfrm>
        </p:grpSpPr>
        <p:pic>
          <p:nvPicPr>
            <p:cNvPr id="40" name="Picture 39" descr="varn_cafe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800000" y="7900000"/>
              <a:ext cx="1280000" cy="720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6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咖啡廳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cafe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5300000" y="10200000"/>
            <a:ext cx="1280000" cy="1020000"/>
            <a:chOff x="15300000" y="10200000"/>
            <a:chExt cx="1280000" cy="1020000"/>
          </a:xfrm>
        </p:grpSpPr>
        <p:pic>
          <p:nvPicPr>
            <p:cNvPr id="43" name="Picture 42" descr="varn_dessert.webp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300000" y="10200000"/>
              <a:ext cx="1280000" cy="72000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15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甜品店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dessert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2300000" y="10200000"/>
            <a:ext cx="1280000" cy="1020000"/>
            <a:chOff x="12300000" y="10200000"/>
            <a:chExt cx="1280000" cy="1020000"/>
          </a:xfrm>
        </p:grpSpPr>
        <p:pic>
          <p:nvPicPr>
            <p:cNvPr id="46" name="Picture 45" descr="varn_grocerie.webp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2300000" y="10200000"/>
              <a:ext cx="1280000" cy="72000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12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雜貨舖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grocery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2300000" y="5600000"/>
            <a:ext cx="1280000" cy="1020000"/>
            <a:chOff x="12300000" y="5600000"/>
            <a:chExt cx="1280000" cy="1020000"/>
          </a:xfrm>
        </p:grpSpPr>
        <p:pic>
          <p:nvPicPr>
            <p:cNvPr id="49" name="Picture 48" descr="varn_hotel_day.webp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2300000" y="5600000"/>
              <a:ext cx="1280000" cy="720000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12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旅店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inn</a:t>
              </a:r>
            </a:p>
          </p:txBody>
        </p:sp>
      </p:grpSp>
      <p:cxnSp>
        <p:nvCxnSpPr>
          <p:cNvPr id="51" name="Connector 50"/>
          <p:cNvCxnSpPr/>
          <p:nvPr/>
        </p:nvCxnSpPr>
        <p:spPr>
          <a:xfrm flipV="1">
            <a:off x="84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9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4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5440000" y="59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440000" y="59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440000" y="36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2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2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5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5940000" y="82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5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