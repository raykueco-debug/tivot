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Relationship Id="rId36" Type="http://schemas.openxmlformats.org/officeDocument/2006/relationships/image" Target="../media/image35.jpg"/><Relationship Id="rId37" Type="http://schemas.openxmlformats.org/officeDocument/2006/relationships/image" Target="../media/image36.jpg"/><Relationship Id="rId38" Type="http://schemas.openxmlformats.org/officeDocument/2006/relationships/image" Target="../media/image37.jpg"/><Relationship Id="rId39" Type="http://schemas.openxmlformats.org/officeDocument/2006/relationships/image" Target="../media/image38.jpg"/><Relationship Id="rId40" Type="http://schemas.openxmlformats.org/officeDocument/2006/relationships/image" Target="../media/image39.jpg"/><Relationship Id="rId41" Type="http://schemas.openxmlformats.org/officeDocument/2006/relationships/image" Target="../media/image40.jpg"/><Relationship Id="rId42" Type="http://schemas.openxmlformats.org/officeDocument/2006/relationships/image" Target="../media/image41.jpg"/><Relationship Id="rId43" Type="http://schemas.openxmlformats.org/officeDocument/2006/relationships/image" Target="../media/image42.jpg"/><Relationship Id="rId44" Type="http://schemas.openxmlformats.org/officeDocument/2006/relationships/image" Target="../media/image43.jpg"/><Relationship Id="rId45" Type="http://schemas.openxmlformats.org/officeDocument/2006/relationships/image" Target="../media/image44.jpg"/><Relationship Id="rId46" Type="http://schemas.openxmlformats.org/officeDocument/2006/relationships/image" Target="../media/image45.jpg"/><Relationship Id="rId47" Type="http://schemas.openxmlformats.org/officeDocument/2006/relationships/image" Target="../media/image46.jpg"/><Relationship Id="rId48" Type="http://schemas.openxmlformats.org/officeDocument/2006/relationships/image" Target="../media/image47.jpg"/><Relationship Id="rId49" Type="http://schemas.openxmlformats.org/officeDocument/2006/relationships/image" Target="../media/image48.jpg"/><Relationship Id="rId50" Type="http://schemas.openxmlformats.org/officeDocument/2006/relationships/image" Target="../media/image49.jpg"/><Relationship Id="rId51" Type="http://schemas.openxmlformats.org/officeDocument/2006/relationships/image" Target="../media/image50.jpg"/><Relationship Id="rId52" Type="http://schemas.openxmlformats.org/officeDocument/2006/relationships/image" Target="../media/image51.jpg"/><Relationship Id="rId53" Type="http://schemas.openxmlformats.org/officeDocument/2006/relationships/image" Target="../media/image52.jpg"/><Relationship Id="rId54" Type="http://schemas.openxmlformats.org/officeDocument/2006/relationships/image" Target="../media/image53.jpg"/><Relationship Id="rId55" Type="http://schemas.openxmlformats.org/officeDocument/2006/relationships/image" Target="../media/image54.jpg"/><Relationship Id="rId56" Type="http://schemas.openxmlformats.org/officeDocument/2006/relationships/image" Target="../media/image55.jpg"/><Relationship Id="rId57" Type="http://schemas.openxmlformats.org/officeDocument/2006/relationships/image" Target="../media/image56.jpg"/><Relationship Id="rId58" Type="http://schemas.openxmlformats.org/officeDocument/2006/relationships/image" Target="../media/image57.jpg"/><Relationship Id="rId59" Type="http://schemas.openxmlformats.org/officeDocument/2006/relationships/image" Target="../media/image58.jpg"/><Relationship Id="rId60" Type="http://schemas.openxmlformats.org/officeDocument/2006/relationships/image" Target="../media/image59.jpg"/><Relationship Id="rId61" Type="http://schemas.openxmlformats.org/officeDocument/2006/relationships/image" Target="../media/image60.jpg"/><Relationship Id="rId62" Type="http://schemas.openxmlformats.org/officeDocument/2006/relationships/image" Target="../media/image6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72.jpg"/><Relationship Id="rId13" Type="http://schemas.openxmlformats.org/officeDocument/2006/relationships/image" Target="../media/image73.jpg"/><Relationship Id="rId14" Type="http://schemas.openxmlformats.org/officeDocument/2006/relationships/image" Target="../media/image74.jpg"/><Relationship Id="rId15" Type="http://schemas.openxmlformats.org/officeDocument/2006/relationships/image" Target="../media/image75.jpg"/><Relationship Id="rId16" Type="http://schemas.openxmlformats.org/officeDocument/2006/relationships/image" Target="../media/image76.jpg"/><Relationship Id="rId17" Type="http://schemas.openxmlformats.org/officeDocument/2006/relationships/image" Target="../media/image77.jpg"/><Relationship Id="rId18" Type="http://schemas.openxmlformats.org/officeDocument/2006/relationships/image" Target="../media/image78.jpg"/><Relationship Id="rId19" Type="http://schemas.openxmlformats.org/officeDocument/2006/relationships/image" Target="../media/image79.jpg"/><Relationship Id="rId20" Type="http://schemas.openxmlformats.org/officeDocument/2006/relationships/image" Target="../media/image80.jpg"/><Relationship Id="rId21" Type="http://schemas.openxmlformats.org/officeDocument/2006/relationships/image" Target="../media/image81.jpg"/><Relationship Id="rId22" Type="http://schemas.openxmlformats.org/officeDocument/2006/relationships/image" Target="../media/image82.jpg"/><Relationship Id="rId23" Type="http://schemas.openxmlformats.org/officeDocument/2006/relationships/image" Target="../media/image83.jpg"/><Relationship Id="rId24" Type="http://schemas.openxmlformats.org/officeDocument/2006/relationships/image" Target="../media/image84.jpg"/><Relationship Id="rId25" Type="http://schemas.openxmlformats.org/officeDocument/2006/relationships/image" Target="../media/image85.jpg"/><Relationship Id="rId26" Type="http://schemas.openxmlformats.org/officeDocument/2006/relationships/image" Target="../media/image86.jpg"/><Relationship Id="rId27" Type="http://schemas.openxmlformats.org/officeDocument/2006/relationships/image" Target="../media/image87.jpg"/><Relationship Id="rId28" Type="http://schemas.openxmlformats.org/officeDocument/2006/relationships/image" Target="../media/image88.jpg"/><Relationship Id="rId29" Type="http://schemas.openxmlformats.org/officeDocument/2006/relationships/image" Target="../media/image89.jpg"/><Relationship Id="rId30" Type="http://schemas.openxmlformats.org/officeDocument/2006/relationships/image" Target="../media/image90.jpg"/><Relationship Id="rId31" Type="http://schemas.openxmlformats.org/officeDocument/2006/relationships/image" Target="../media/image91.jpg"/><Relationship Id="rId32" Type="http://schemas.openxmlformats.org/officeDocument/2006/relationships/image" Target="../media/image92.jpg"/><Relationship Id="rId33" Type="http://schemas.openxmlformats.org/officeDocument/2006/relationships/image" Target="../media/image93.jpg"/><Relationship Id="rId34" Type="http://schemas.openxmlformats.org/officeDocument/2006/relationships/image" Target="../media/image94.jpg"/><Relationship Id="rId35" Type="http://schemas.openxmlformats.org/officeDocument/2006/relationships/image" Target="../media/image95.jpg"/><Relationship Id="rId36" Type="http://schemas.openxmlformats.org/officeDocument/2006/relationships/image" Target="../media/image96.jpg"/><Relationship Id="rId37" Type="http://schemas.openxmlformats.org/officeDocument/2006/relationships/image" Target="../media/image97.jpg"/><Relationship Id="rId38" Type="http://schemas.openxmlformats.org/officeDocument/2006/relationships/image" Target="../media/image9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Relationship Id="rId3" Type="http://schemas.openxmlformats.org/officeDocument/2006/relationships/image" Target="../media/image100.jpg"/><Relationship Id="rId4" Type="http://schemas.openxmlformats.org/officeDocument/2006/relationships/image" Target="../media/image101.jpg"/><Relationship Id="rId5" Type="http://schemas.openxmlformats.org/officeDocument/2006/relationships/image" Target="../media/image102.jpg"/><Relationship Id="rId6" Type="http://schemas.openxmlformats.org/officeDocument/2006/relationships/image" Target="../media/image103.jpg"/><Relationship Id="rId7" Type="http://schemas.openxmlformats.org/officeDocument/2006/relationships/image" Target="../media/image104.jpg"/><Relationship Id="rId8" Type="http://schemas.openxmlformats.org/officeDocument/2006/relationships/image" Target="../media/image105.jpg"/><Relationship Id="rId9" Type="http://schemas.openxmlformats.org/officeDocument/2006/relationships/image" Target="../media/image106.jpg"/><Relationship Id="rId10" Type="http://schemas.openxmlformats.org/officeDocument/2006/relationships/image" Target="../media/image107.jpg"/><Relationship Id="rId11" Type="http://schemas.openxmlformats.org/officeDocument/2006/relationships/image" Target="../media/image108.jpg"/><Relationship Id="rId12" Type="http://schemas.openxmlformats.org/officeDocument/2006/relationships/image" Target="../media/image109.jpg"/><Relationship Id="rId13" Type="http://schemas.openxmlformats.org/officeDocument/2006/relationships/image" Target="../media/image110.jpg"/><Relationship Id="rId14" Type="http://schemas.openxmlformats.org/officeDocument/2006/relationships/image" Target="../media/image111.jpg"/><Relationship Id="rId15" Type="http://schemas.openxmlformats.org/officeDocument/2006/relationships/image" Target="../media/image112.jpg"/><Relationship Id="rId16" Type="http://schemas.openxmlformats.org/officeDocument/2006/relationships/image" Target="../media/image113.jpg"/><Relationship Id="rId17" Type="http://schemas.openxmlformats.org/officeDocument/2006/relationships/image" Target="../media/image114.jpg"/><Relationship Id="rId18" Type="http://schemas.openxmlformats.org/officeDocument/2006/relationships/image" Target="../media/image115.jpg"/><Relationship Id="rId19" Type="http://schemas.openxmlformats.org/officeDocument/2006/relationships/image" Target="../media/image116.jpg"/><Relationship Id="rId20" Type="http://schemas.openxmlformats.org/officeDocument/2006/relationships/image" Target="../media/image117.jpg"/><Relationship Id="rId21" Type="http://schemas.openxmlformats.org/officeDocument/2006/relationships/image" Target="../media/image118.jpg"/><Relationship Id="rId22" Type="http://schemas.openxmlformats.org/officeDocument/2006/relationships/image" Target="../media/image1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jpg"/><Relationship Id="rId3" Type="http://schemas.openxmlformats.org/officeDocument/2006/relationships/image" Target="../media/image121.jpg"/><Relationship Id="rId4" Type="http://schemas.openxmlformats.org/officeDocument/2006/relationships/image" Target="../media/image122.jpg"/><Relationship Id="rId5" Type="http://schemas.openxmlformats.org/officeDocument/2006/relationships/image" Target="../media/image123.jpg"/><Relationship Id="rId6" Type="http://schemas.openxmlformats.org/officeDocument/2006/relationships/image" Target="../media/image124.jpg"/><Relationship Id="rId7" Type="http://schemas.openxmlformats.org/officeDocument/2006/relationships/image" Target="../media/image125.jpg"/><Relationship Id="rId8" Type="http://schemas.openxmlformats.org/officeDocument/2006/relationships/image" Target="../media/image126.jpg"/><Relationship Id="rId9" Type="http://schemas.openxmlformats.org/officeDocument/2006/relationships/image" Target="../media/image127.jpg"/><Relationship Id="rId10" Type="http://schemas.openxmlformats.org/officeDocument/2006/relationships/image" Target="../media/image128.jpg"/><Relationship Id="rId11" Type="http://schemas.openxmlformats.org/officeDocument/2006/relationships/image" Target="../media/image129.jpg"/><Relationship Id="rId12" Type="http://schemas.openxmlformats.org/officeDocument/2006/relationships/image" Target="../media/image130.jpg"/><Relationship Id="rId13" Type="http://schemas.openxmlformats.org/officeDocument/2006/relationships/image" Target="../media/image131.jpg"/><Relationship Id="rId14" Type="http://schemas.openxmlformats.org/officeDocument/2006/relationships/image" Target="../media/image132.jpg"/><Relationship Id="rId15" Type="http://schemas.openxmlformats.org/officeDocument/2006/relationships/image" Target="../media/image133.jpg"/><Relationship Id="rId16" Type="http://schemas.openxmlformats.org/officeDocument/2006/relationships/image" Target="../media/image13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jpg"/><Relationship Id="rId3" Type="http://schemas.openxmlformats.org/officeDocument/2006/relationships/image" Target="../media/image136.jpg"/><Relationship Id="rId4" Type="http://schemas.openxmlformats.org/officeDocument/2006/relationships/image" Target="../media/image137.jpg"/><Relationship Id="rId5" Type="http://schemas.openxmlformats.org/officeDocument/2006/relationships/image" Target="../media/image138.jpg"/><Relationship Id="rId6" Type="http://schemas.openxmlformats.org/officeDocument/2006/relationships/image" Target="../media/image139.jpg"/><Relationship Id="rId7" Type="http://schemas.openxmlformats.org/officeDocument/2006/relationships/image" Target="../media/image140.jpg"/><Relationship Id="rId8" Type="http://schemas.openxmlformats.org/officeDocument/2006/relationships/image" Target="../media/image141.jpg"/><Relationship Id="rId9" Type="http://schemas.openxmlformats.org/officeDocument/2006/relationships/image" Target="../media/image142.jpg"/><Relationship Id="rId10" Type="http://schemas.openxmlformats.org/officeDocument/2006/relationships/image" Target="../media/image143.jpg"/><Relationship Id="rId11" Type="http://schemas.openxmlformats.org/officeDocument/2006/relationships/image" Target="../media/image144.jpg"/><Relationship Id="rId12" Type="http://schemas.openxmlformats.org/officeDocument/2006/relationships/image" Target="../media/image145.jpg"/><Relationship Id="rId13" Type="http://schemas.openxmlformats.org/officeDocument/2006/relationships/image" Target="../media/image146.jpg"/><Relationship Id="rId14" Type="http://schemas.openxmlformats.org/officeDocument/2006/relationships/image" Target="../media/image147.jpg"/><Relationship Id="rId15" Type="http://schemas.openxmlformats.org/officeDocument/2006/relationships/image" Target="../media/image148.jpg"/><Relationship Id="rId16" Type="http://schemas.openxmlformats.org/officeDocument/2006/relationships/image" Target="../media/image149.jpg"/><Relationship Id="rId17" Type="http://schemas.openxmlformats.org/officeDocument/2006/relationships/image" Target="../media/image15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jpg"/><Relationship Id="rId3" Type="http://schemas.openxmlformats.org/officeDocument/2006/relationships/image" Target="../media/image152.jpg"/><Relationship Id="rId4" Type="http://schemas.openxmlformats.org/officeDocument/2006/relationships/image" Target="../media/image153.jpg"/><Relationship Id="rId5" Type="http://schemas.openxmlformats.org/officeDocument/2006/relationships/image" Target="../media/image154.jpg"/><Relationship Id="rId6" Type="http://schemas.openxmlformats.org/officeDocument/2006/relationships/image" Target="../media/image155.jpg"/><Relationship Id="rId7" Type="http://schemas.openxmlformats.org/officeDocument/2006/relationships/image" Target="../media/image156.jpg"/><Relationship Id="rId8" Type="http://schemas.openxmlformats.org/officeDocument/2006/relationships/image" Target="../media/image157.jpg"/><Relationship Id="rId9" Type="http://schemas.openxmlformats.org/officeDocument/2006/relationships/image" Target="../media/image158.jpg"/><Relationship Id="rId10" Type="http://schemas.openxmlformats.org/officeDocument/2006/relationships/image" Target="../media/image159.jpg"/><Relationship Id="rId11" Type="http://schemas.openxmlformats.org/officeDocument/2006/relationships/image" Target="../media/image160.jpg"/><Relationship Id="rId12" Type="http://schemas.openxmlformats.org/officeDocument/2006/relationships/image" Target="../media/image161.jpg"/><Relationship Id="rId13" Type="http://schemas.openxmlformats.org/officeDocument/2006/relationships/image" Target="../media/image162.jpg"/><Relationship Id="rId14" Type="http://schemas.openxmlformats.org/officeDocument/2006/relationships/image" Target="../media/image16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jpg"/><Relationship Id="rId3" Type="http://schemas.openxmlformats.org/officeDocument/2006/relationships/image" Target="../media/image165.jpg"/><Relationship Id="rId4" Type="http://schemas.openxmlformats.org/officeDocument/2006/relationships/image" Target="../media/image166.jpg"/><Relationship Id="rId5" Type="http://schemas.openxmlformats.org/officeDocument/2006/relationships/image" Target="../media/image167.jpg"/><Relationship Id="rId6" Type="http://schemas.openxmlformats.org/officeDocument/2006/relationships/image" Target="../media/image168.jpg"/><Relationship Id="rId7" Type="http://schemas.openxmlformats.org/officeDocument/2006/relationships/image" Target="../media/image169.jpg"/><Relationship Id="rId8" Type="http://schemas.openxmlformats.org/officeDocument/2006/relationships/image" Target="../media/image170.jpg"/><Relationship Id="rId9" Type="http://schemas.openxmlformats.org/officeDocument/2006/relationships/image" Target="../media/image171.jpg"/><Relationship Id="rId10" Type="http://schemas.openxmlformats.org/officeDocument/2006/relationships/image" Target="../media/image172.jpg"/><Relationship Id="rId11" Type="http://schemas.openxmlformats.org/officeDocument/2006/relationships/image" Target="../media/image173.jpg"/><Relationship Id="rId12" Type="http://schemas.openxmlformats.org/officeDocument/2006/relationships/image" Target="../media/image174.jpg"/><Relationship Id="rId13" Type="http://schemas.openxmlformats.org/officeDocument/2006/relationships/image" Target="../media/image175.jpg"/><Relationship Id="rId14" Type="http://schemas.openxmlformats.org/officeDocument/2006/relationships/image" Target="../media/image1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jpg"/><Relationship Id="rId3" Type="http://schemas.openxmlformats.org/officeDocument/2006/relationships/image" Target="../media/image178.jpg"/><Relationship Id="rId4" Type="http://schemas.openxmlformats.org/officeDocument/2006/relationships/image" Target="../media/image179.jpg"/><Relationship Id="rId5" Type="http://schemas.openxmlformats.org/officeDocument/2006/relationships/image" Target="../media/image180.jpg"/><Relationship Id="rId6" Type="http://schemas.openxmlformats.org/officeDocument/2006/relationships/image" Target="../media/image181.jpg"/><Relationship Id="rId7" Type="http://schemas.openxmlformats.org/officeDocument/2006/relationships/image" Target="../media/image182.jpg"/><Relationship Id="rId8" Type="http://schemas.openxmlformats.org/officeDocument/2006/relationships/image" Target="../media/image183.jpg"/><Relationship Id="rId9" Type="http://schemas.openxmlformats.org/officeDocument/2006/relationships/image" Target="../media/image184.jpg"/><Relationship Id="rId10" Type="http://schemas.openxmlformats.org/officeDocument/2006/relationships/image" Target="../media/image185.jpg"/><Relationship Id="rId11" Type="http://schemas.openxmlformats.org/officeDocument/2006/relationships/image" Target="../media/image186.jpg"/><Relationship Id="rId12" Type="http://schemas.openxmlformats.org/officeDocument/2006/relationships/image" Target="../media/image187.jpg"/><Relationship Id="rId13" Type="http://schemas.openxmlformats.org/officeDocument/2006/relationships/image" Target="../media/image18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jpg"/><Relationship Id="rId3" Type="http://schemas.openxmlformats.org/officeDocument/2006/relationships/image" Target="../media/image190.jpg"/><Relationship Id="rId4" Type="http://schemas.openxmlformats.org/officeDocument/2006/relationships/image" Target="../media/image191.jpg"/><Relationship Id="rId5" Type="http://schemas.openxmlformats.org/officeDocument/2006/relationships/image" Target="../media/image192.jpg"/><Relationship Id="rId6" Type="http://schemas.openxmlformats.org/officeDocument/2006/relationships/image" Target="../media/image193.jpg"/><Relationship Id="rId7" Type="http://schemas.openxmlformats.org/officeDocument/2006/relationships/image" Target="../media/image194.jpg"/><Relationship Id="rId8" Type="http://schemas.openxmlformats.org/officeDocument/2006/relationships/image" Target="../media/image195.jpg"/><Relationship Id="rId9" Type="http://schemas.openxmlformats.org/officeDocument/2006/relationships/image" Target="../media/image196.jpg"/><Relationship Id="rId10" Type="http://schemas.openxmlformats.org/officeDocument/2006/relationships/image" Target="../media/image197.jpg"/><Relationship Id="rId11" Type="http://schemas.openxmlformats.org/officeDocument/2006/relationships/image" Target="../media/image198.jpg"/><Relationship Id="rId12" Type="http://schemas.openxmlformats.org/officeDocument/2006/relationships/image" Target="../media/image199.jpg"/><Relationship Id="rId13" Type="http://schemas.openxmlformats.org/officeDocument/2006/relationships/image" Target="../media/image20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jpg"/><Relationship Id="rId3" Type="http://schemas.openxmlformats.org/officeDocument/2006/relationships/image" Target="../media/image202.jpg"/><Relationship Id="rId4" Type="http://schemas.openxmlformats.org/officeDocument/2006/relationships/image" Target="../media/image203.jpg"/><Relationship Id="rId5" Type="http://schemas.openxmlformats.org/officeDocument/2006/relationships/image" Target="../media/image204.jpg"/><Relationship Id="rId6" Type="http://schemas.openxmlformats.org/officeDocument/2006/relationships/image" Target="../media/image205.jpg"/><Relationship Id="rId7" Type="http://schemas.openxmlformats.org/officeDocument/2006/relationships/image" Target="../media/image206.jpg"/><Relationship Id="rId8" Type="http://schemas.openxmlformats.org/officeDocument/2006/relationships/image" Target="../media/image207.jpg"/><Relationship Id="rId9" Type="http://schemas.openxmlformats.org/officeDocument/2006/relationships/image" Target="../media/image208.jpg"/><Relationship Id="rId10" Type="http://schemas.openxmlformats.org/officeDocument/2006/relationships/image" Target="../media/image209.jpg"/><Relationship Id="rId11" Type="http://schemas.openxmlformats.org/officeDocument/2006/relationships/image" Target="../media/image210.jpg"/><Relationship Id="rId12" Type="http://schemas.openxmlformats.org/officeDocument/2006/relationships/image" Target="../media/image2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jpg"/><Relationship Id="rId3" Type="http://schemas.openxmlformats.org/officeDocument/2006/relationships/image" Target="../media/image213.jpg"/><Relationship Id="rId4" Type="http://schemas.openxmlformats.org/officeDocument/2006/relationships/image" Target="../media/image214.jpg"/><Relationship Id="rId5" Type="http://schemas.openxmlformats.org/officeDocument/2006/relationships/image" Target="../media/image215.jpg"/><Relationship Id="rId6" Type="http://schemas.openxmlformats.org/officeDocument/2006/relationships/image" Target="../media/image216.jpg"/><Relationship Id="rId7" Type="http://schemas.openxmlformats.org/officeDocument/2006/relationships/image" Target="../media/image217.jpg"/><Relationship Id="rId8" Type="http://schemas.openxmlformats.org/officeDocument/2006/relationships/image" Target="../media/image218.jpg"/><Relationship Id="rId9" Type="http://schemas.openxmlformats.org/officeDocument/2006/relationships/image" Target="../media/image219.jpg"/><Relationship Id="rId10" Type="http://schemas.openxmlformats.org/officeDocument/2006/relationships/image" Target="../media/image220.jpg"/><Relationship Id="rId11" Type="http://schemas.openxmlformats.org/officeDocument/2006/relationships/image" Target="../media/image22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jpg"/><Relationship Id="rId3" Type="http://schemas.openxmlformats.org/officeDocument/2006/relationships/image" Target="../media/image223.jpg"/><Relationship Id="rId4" Type="http://schemas.openxmlformats.org/officeDocument/2006/relationships/image" Target="../media/image224.jpg"/><Relationship Id="rId5" Type="http://schemas.openxmlformats.org/officeDocument/2006/relationships/image" Target="../media/image225.jpg"/><Relationship Id="rId6" Type="http://schemas.openxmlformats.org/officeDocument/2006/relationships/image" Target="../media/image226.jpg"/><Relationship Id="rId7" Type="http://schemas.openxmlformats.org/officeDocument/2006/relationships/image" Target="../media/image227.jpg"/><Relationship Id="rId8" Type="http://schemas.openxmlformats.org/officeDocument/2006/relationships/image" Target="../media/image228.jpg"/><Relationship Id="rId9" Type="http://schemas.openxmlformats.org/officeDocument/2006/relationships/image" Target="../media/image229.jpg"/><Relationship Id="rId10" Type="http://schemas.openxmlformats.org/officeDocument/2006/relationships/image" Target="../media/image230.jpg"/><Relationship Id="rId11" Type="http://schemas.openxmlformats.org/officeDocument/2006/relationships/image" Target="../media/image2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jpg"/><Relationship Id="rId3" Type="http://schemas.openxmlformats.org/officeDocument/2006/relationships/image" Target="../media/image233.jpg"/><Relationship Id="rId4" Type="http://schemas.openxmlformats.org/officeDocument/2006/relationships/image" Target="../media/image234.jpg"/><Relationship Id="rId5" Type="http://schemas.openxmlformats.org/officeDocument/2006/relationships/image" Target="../media/image235.jpg"/><Relationship Id="rId6" Type="http://schemas.openxmlformats.org/officeDocument/2006/relationships/image" Target="../media/image2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jpg"/><Relationship Id="rId3" Type="http://schemas.openxmlformats.org/officeDocument/2006/relationships/image" Target="../media/image238.jpg"/><Relationship Id="rId4" Type="http://schemas.openxmlformats.org/officeDocument/2006/relationships/image" Target="../media/image239.jpg"/><Relationship Id="rId5" Type="http://schemas.openxmlformats.org/officeDocument/2006/relationships/image" Target="../media/image240.jpg"/><Relationship Id="rId6" Type="http://schemas.openxmlformats.org/officeDocument/2006/relationships/image" Target="../media/image24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8" name="Connector 9187"/>
          <p:cNvCxnSpPr>
            <a:stCxn id="9120" idx="0"/>
            <a:endCxn id="9122" idx="0"/>
          </p:cNvCxnSpPr>
          <p:nvPr/>
        </p:nvCxnSpPr>
        <p:spPr>
          <a:xfrm flipH="1">
            <a:off x="7468929" y="7148522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7" name="Connector 9186"/>
          <p:cNvCxnSpPr>
            <a:stCxn id="9118" idx="0"/>
            <a:endCxn id="9120" idx="0"/>
          </p:cNvCxnSpPr>
          <p:nvPr/>
        </p:nvCxnSpPr>
        <p:spPr>
          <a:xfrm>
            <a:off x="7468929" y="6255876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6" name="Connector 9185"/>
          <p:cNvCxnSpPr>
            <a:stCxn id="9116" idx="0"/>
            <a:endCxn id="9118" idx="0"/>
          </p:cNvCxnSpPr>
          <p:nvPr/>
        </p:nvCxnSpPr>
        <p:spPr>
          <a:xfrm>
            <a:off x="7066291" y="5363230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5" name="Connector 9184"/>
          <p:cNvCxnSpPr>
            <a:stCxn id="9114" idx="0"/>
            <a:endCxn id="9116" idx="0"/>
          </p:cNvCxnSpPr>
          <p:nvPr/>
        </p:nvCxnSpPr>
        <p:spPr>
          <a:xfrm>
            <a:off x="6663653" y="5363230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4" name="Connector 9183"/>
          <p:cNvCxnSpPr>
            <a:stCxn id="9114" idx="0"/>
            <a:endCxn id="9124" idx="0"/>
          </p:cNvCxnSpPr>
          <p:nvPr/>
        </p:nvCxnSpPr>
        <p:spPr>
          <a:xfrm flipH="1">
            <a:off x="6261015" y="5363230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3" name="Connector 9182"/>
          <p:cNvCxnSpPr>
            <a:stCxn id="9112" idx="0"/>
            <a:endCxn id="9114" idx="0"/>
          </p:cNvCxnSpPr>
          <p:nvPr/>
        </p:nvCxnSpPr>
        <p:spPr>
          <a:xfrm>
            <a:off x="6261015" y="4470584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2" name="Connector 9181"/>
          <p:cNvCxnSpPr>
            <a:stCxn id="9110" idx="0"/>
            <a:endCxn id="9112" idx="0"/>
          </p:cNvCxnSpPr>
          <p:nvPr/>
        </p:nvCxnSpPr>
        <p:spPr>
          <a:xfrm>
            <a:off x="6261015" y="4024261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1" name="Connector 9180"/>
          <p:cNvCxnSpPr>
            <a:stCxn id="9106" idx="0"/>
            <a:endCxn id="9110" idx="0"/>
          </p:cNvCxnSpPr>
          <p:nvPr/>
        </p:nvCxnSpPr>
        <p:spPr>
          <a:xfrm>
            <a:off x="5455739" y="3577938"/>
            <a:ext cx="805276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0" name="Connector 9179"/>
          <p:cNvCxnSpPr>
            <a:stCxn id="9106" idx="0"/>
            <a:endCxn id="9108" idx="0"/>
          </p:cNvCxnSpPr>
          <p:nvPr/>
        </p:nvCxnSpPr>
        <p:spPr>
          <a:xfrm flipH="1">
            <a:off x="5053101" y="3577938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9" name="Connector 9178"/>
          <p:cNvCxnSpPr>
            <a:stCxn id="9102" idx="0"/>
            <a:endCxn id="9104" idx="0"/>
          </p:cNvCxnSpPr>
          <p:nvPr/>
        </p:nvCxnSpPr>
        <p:spPr>
          <a:xfrm flipH="1">
            <a:off x="5053101" y="4024261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8" name="Connector 9177"/>
          <p:cNvCxnSpPr>
            <a:stCxn id="9102" idx="0"/>
            <a:endCxn id="9106" idx="0"/>
          </p:cNvCxnSpPr>
          <p:nvPr/>
        </p:nvCxnSpPr>
        <p:spPr>
          <a:xfrm flipV="1">
            <a:off x="5455739" y="3577938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7" name="Connector 9176"/>
          <p:cNvCxnSpPr>
            <a:stCxn id="9100" idx="0"/>
            <a:endCxn id="9108" idx="0"/>
          </p:cNvCxnSpPr>
          <p:nvPr/>
        </p:nvCxnSpPr>
        <p:spPr>
          <a:xfrm>
            <a:off x="5053101" y="3131615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6" name="Connector 9175"/>
          <p:cNvCxnSpPr>
            <a:stCxn id="9098" idx="0"/>
            <a:endCxn id="9106" idx="0"/>
          </p:cNvCxnSpPr>
          <p:nvPr/>
        </p:nvCxnSpPr>
        <p:spPr>
          <a:xfrm>
            <a:off x="5455739" y="3131615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5" name="Connector 9174"/>
          <p:cNvCxnSpPr>
            <a:stCxn id="9096" idx="0"/>
            <a:endCxn id="9098" idx="0"/>
          </p:cNvCxnSpPr>
          <p:nvPr/>
        </p:nvCxnSpPr>
        <p:spPr>
          <a:xfrm>
            <a:off x="5455739" y="2685292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4" name="Connector 9173"/>
          <p:cNvCxnSpPr>
            <a:stCxn id="9090" idx="0"/>
            <a:endCxn id="9094" idx="0"/>
          </p:cNvCxnSpPr>
          <p:nvPr/>
        </p:nvCxnSpPr>
        <p:spPr>
          <a:xfrm>
            <a:off x="5858377" y="1792646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3" name="Connector 9172"/>
          <p:cNvCxnSpPr>
            <a:stCxn id="9090" idx="0"/>
            <a:endCxn id="9092" idx="0"/>
          </p:cNvCxnSpPr>
          <p:nvPr/>
        </p:nvCxnSpPr>
        <p:spPr>
          <a:xfrm>
            <a:off x="5858377" y="1792646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2" name="Connector 9171"/>
          <p:cNvCxnSpPr>
            <a:stCxn id="9084" idx="0"/>
            <a:endCxn id="9088" idx="0"/>
          </p:cNvCxnSpPr>
          <p:nvPr/>
        </p:nvCxnSpPr>
        <p:spPr>
          <a:xfrm>
            <a:off x="5455739" y="1346323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1" name="Connector 9170"/>
          <p:cNvCxnSpPr>
            <a:stCxn id="9084" idx="0"/>
            <a:endCxn id="9086" idx="0"/>
          </p:cNvCxnSpPr>
          <p:nvPr/>
        </p:nvCxnSpPr>
        <p:spPr>
          <a:xfrm flipV="1">
            <a:off x="5455739" y="900000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0" name="Connector 9169"/>
          <p:cNvCxnSpPr>
            <a:stCxn id="9082" idx="0"/>
            <a:endCxn id="9100" idx="0"/>
          </p:cNvCxnSpPr>
          <p:nvPr/>
        </p:nvCxnSpPr>
        <p:spPr>
          <a:xfrm>
            <a:off x="5053101" y="2685292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9" name="Connector 9168"/>
          <p:cNvCxnSpPr>
            <a:stCxn id="9080" idx="0"/>
            <a:endCxn id="9082" idx="0"/>
          </p:cNvCxnSpPr>
          <p:nvPr/>
        </p:nvCxnSpPr>
        <p:spPr>
          <a:xfrm flipH="1">
            <a:off x="5053101" y="2238969"/>
            <a:ext cx="402638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8" name="Connector 9167"/>
          <p:cNvCxnSpPr>
            <a:stCxn id="9080" idx="0"/>
            <a:endCxn id="9096" idx="0"/>
          </p:cNvCxnSpPr>
          <p:nvPr/>
        </p:nvCxnSpPr>
        <p:spPr>
          <a:xfrm>
            <a:off x="5455739" y="2238969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7" name="Connector 9166"/>
          <p:cNvCxnSpPr>
            <a:stCxn id="9078" idx="0"/>
            <a:endCxn id="9080" idx="0"/>
          </p:cNvCxnSpPr>
          <p:nvPr/>
        </p:nvCxnSpPr>
        <p:spPr>
          <a:xfrm>
            <a:off x="5455739" y="1792646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6" name="Connector 9165"/>
          <p:cNvCxnSpPr>
            <a:stCxn id="9078" idx="0"/>
            <a:endCxn id="9090" idx="0"/>
          </p:cNvCxnSpPr>
          <p:nvPr/>
        </p:nvCxnSpPr>
        <p:spPr>
          <a:xfrm>
            <a:off x="5455739" y="1792646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5" name="Connector 9164"/>
          <p:cNvCxnSpPr>
            <a:stCxn id="9078" idx="0"/>
            <a:endCxn id="9084" idx="0"/>
          </p:cNvCxnSpPr>
          <p:nvPr/>
        </p:nvCxnSpPr>
        <p:spPr>
          <a:xfrm flipV="1">
            <a:off x="5455739" y="1346323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4" name="Connector 9163"/>
          <p:cNvCxnSpPr>
            <a:stCxn id="9076" idx="0"/>
            <a:endCxn id="9082" idx="0"/>
          </p:cNvCxnSpPr>
          <p:nvPr/>
        </p:nvCxnSpPr>
        <p:spPr>
          <a:xfrm>
            <a:off x="4650463" y="2685292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3" name="Connector 9162"/>
          <p:cNvCxnSpPr>
            <a:stCxn id="9072" idx="0"/>
            <a:endCxn id="9074" idx="0"/>
          </p:cNvCxnSpPr>
          <p:nvPr/>
        </p:nvCxnSpPr>
        <p:spPr>
          <a:xfrm flipH="1">
            <a:off x="4650463" y="4916907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2" name="Connector 9161"/>
          <p:cNvCxnSpPr>
            <a:stCxn id="9068" idx="0"/>
            <a:endCxn id="9078" idx="0"/>
          </p:cNvCxnSpPr>
          <p:nvPr/>
        </p:nvCxnSpPr>
        <p:spPr>
          <a:xfrm>
            <a:off x="5053101" y="1792646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1" name="Connector 9160"/>
          <p:cNvCxnSpPr>
            <a:stCxn id="9068" idx="0"/>
            <a:endCxn id="9070" idx="0"/>
          </p:cNvCxnSpPr>
          <p:nvPr/>
        </p:nvCxnSpPr>
        <p:spPr>
          <a:xfrm flipV="1">
            <a:off x="5053101" y="1346323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0" name="Connector 9159"/>
          <p:cNvCxnSpPr>
            <a:stCxn id="9066" idx="0"/>
            <a:endCxn id="9076" idx="0"/>
          </p:cNvCxnSpPr>
          <p:nvPr/>
        </p:nvCxnSpPr>
        <p:spPr>
          <a:xfrm flipH="1" flipV="1">
            <a:off x="4650463" y="2685292"/>
            <a:ext cx="1207914" cy="3124261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9" name="Connector 9158"/>
          <p:cNvCxnSpPr>
            <a:stCxn id="9066" idx="0"/>
            <a:endCxn id="9068" idx="0"/>
          </p:cNvCxnSpPr>
          <p:nvPr/>
        </p:nvCxnSpPr>
        <p:spPr>
          <a:xfrm flipH="1" flipV="1">
            <a:off x="5053101" y="1792646"/>
            <a:ext cx="805276" cy="4016907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8" name="Connector 9157"/>
          <p:cNvCxnSpPr>
            <a:stCxn id="9062" idx="0"/>
            <a:endCxn id="9064" idx="0"/>
          </p:cNvCxnSpPr>
          <p:nvPr/>
        </p:nvCxnSpPr>
        <p:spPr>
          <a:xfrm flipH="1">
            <a:off x="5455739" y="5363230"/>
            <a:ext cx="402638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7" name="Connector 9156"/>
          <p:cNvCxnSpPr>
            <a:stCxn id="9062" idx="0"/>
            <a:endCxn id="9066" idx="0"/>
          </p:cNvCxnSpPr>
          <p:nvPr/>
        </p:nvCxnSpPr>
        <p:spPr>
          <a:xfrm>
            <a:off x="5858377" y="5363230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6" name="Connector 9155"/>
          <p:cNvCxnSpPr>
            <a:stCxn id="9062" idx="0"/>
            <a:endCxn id="9072" idx="0"/>
          </p:cNvCxnSpPr>
          <p:nvPr/>
        </p:nvCxnSpPr>
        <p:spPr>
          <a:xfrm flipH="1" flipV="1">
            <a:off x="5053101" y="4916907"/>
            <a:ext cx="805276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5" name="Connector 9154"/>
          <p:cNvCxnSpPr>
            <a:stCxn id="9058" idx="0"/>
            <a:endCxn id="9062" idx="0"/>
          </p:cNvCxnSpPr>
          <p:nvPr/>
        </p:nvCxnSpPr>
        <p:spPr>
          <a:xfrm>
            <a:off x="5455739" y="4916907"/>
            <a:ext cx="402638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4" name="Connector 9153"/>
          <p:cNvCxnSpPr>
            <a:stCxn id="9058" idx="0"/>
            <a:endCxn id="9060" idx="0"/>
          </p:cNvCxnSpPr>
          <p:nvPr/>
        </p:nvCxnSpPr>
        <p:spPr>
          <a:xfrm>
            <a:off x="5455739" y="4916907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3" name="Connector 9152"/>
          <p:cNvCxnSpPr>
            <a:stCxn id="9054" idx="0"/>
            <a:endCxn id="9056" idx="0"/>
          </p:cNvCxnSpPr>
          <p:nvPr/>
        </p:nvCxnSpPr>
        <p:spPr>
          <a:xfrm flipH="1" flipV="1">
            <a:off x="4650463" y="3577938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2" name="Connector 9151"/>
          <p:cNvCxnSpPr>
            <a:stCxn id="9050" idx="0"/>
            <a:endCxn id="9052" idx="0"/>
          </p:cNvCxnSpPr>
          <p:nvPr/>
        </p:nvCxnSpPr>
        <p:spPr>
          <a:xfrm flipH="1" flipV="1">
            <a:off x="4247825" y="3131615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1" name="Connector 9150"/>
          <p:cNvCxnSpPr>
            <a:stCxn id="9048" idx="0"/>
            <a:endCxn id="9050" idx="0"/>
          </p:cNvCxnSpPr>
          <p:nvPr/>
        </p:nvCxnSpPr>
        <p:spPr>
          <a:xfrm flipH="1" flipV="1">
            <a:off x="4650463" y="4024261"/>
            <a:ext cx="805276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0" name="Connector 9149"/>
          <p:cNvCxnSpPr>
            <a:stCxn id="9048" idx="0"/>
            <a:endCxn id="9058" idx="0"/>
          </p:cNvCxnSpPr>
          <p:nvPr/>
        </p:nvCxnSpPr>
        <p:spPr>
          <a:xfrm>
            <a:off x="5455739" y="4470584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9" name="Connector 9148"/>
          <p:cNvCxnSpPr>
            <a:stCxn id="9048" idx="0"/>
            <a:endCxn id="9054" idx="0"/>
          </p:cNvCxnSpPr>
          <p:nvPr/>
        </p:nvCxnSpPr>
        <p:spPr>
          <a:xfrm flipH="1">
            <a:off x="5053101" y="4470584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8" name="Connector 9147"/>
          <p:cNvCxnSpPr>
            <a:stCxn id="9046" idx="0"/>
            <a:endCxn id="9048" idx="0"/>
          </p:cNvCxnSpPr>
          <p:nvPr/>
        </p:nvCxnSpPr>
        <p:spPr>
          <a:xfrm flipH="1">
            <a:off x="5455739" y="4470584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7" name="Connector 9146"/>
          <p:cNvCxnSpPr>
            <a:stCxn id="9044" idx="0"/>
            <a:endCxn id="9046" idx="0"/>
          </p:cNvCxnSpPr>
          <p:nvPr/>
        </p:nvCxnSpPr>
        <p:spPr>
          <a:xfrm flipV="1">
            <a:off x="5858377" y="4470584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6" name="Connector 9145"/>
          <p:cNvCxnSpPr>
            <a:stCxn id="9040" idx="0"/>
            <a:endCxn id="9042" idx="0"/>
          </p:cNvCxnSpPr>
          <p:nvPr/>
        </p:nvCxnSpPr>
        <p:spPr>
          <a:xfrm flipH="1" flipV="1">
            <a:off x="5858377" y="4024261"/>
            <a:ext cx="402638" cy="89264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5" name="Connector 9144"/>
          <p:cNvCxnSpPr>
            <a:stCxn id="9040" idx="0"/>
            <a:endCxn id="9044" idx="0"/>
          </p:cNvCxnSpPr>
          <p:nvPr/>
        </p:nvCxnSpPr>
        <p:spPr>
          <a:xfrm flipH="1">
            <a:off x="5858377" y="4916907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4" name="Connector 9143"/>
          <p:cNvCxnSpPr>
            <a:stCxn id="9036" idx="0"/>
            <a:endCxn id="9040" idx="0"/>
          </p:cNvCxnSpPr>
          <p:nvPr/>
        </p:nvCxnSpPr>
        <p:spPr>
          <a:xfrm flipH="1">
            <a:off x="6261015" y="4916907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3" name="Connector 9142"/>
          <p:cNvCxnSpPr>
            <a:stCxn id="9036" idx="0"/>
            <a:endCxn id="9038" idx="0"/>
          </p:cNvCxnSpPr>
          <p:nvPr/>
        </p:nvCxnSpPr>
        <p:spPr>
          <a:xfrm flipV="1">
            <a:off x="6663653" y="4470584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2" name="Connector 9141"/>
          <p:cNvCxnSpPr>
            <a:stCxn id="9032" idx="0"/>
            <a:endCxn id="9034" idx="0"/>
          </p:cNvCxnSpPr>
          <p:nvPr/>
        </p:nvCxnSpPr>
        <p:spPr>
          <a:xfrm flipV="1">
            <a:off x="7468929" y="4916907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1" name="Connector 9140"/>
          <p:cNvCxnSpPr>
            <a:stCxn id="9032" idx="0"/>
            <a:endCxn id="9036" idx="0"/>
          </p:cNvCxnSpPr>
          <p:nvPr/>
        </p:nvCxnSpPr>
        <p:spPr>
          <a:xfrm flipH="1" flipV="1">
            <a:off x="6663653" y="4916907"/>
            <a:ext cx="805276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0" name="Connector 9139"/>
          <p:cNvCxnSpPr>
            <a:stCxn id="9028" idx="0"/>
            <a:endCxn id="9030" idx="0"/>
          </p:cNvCxnSpPr>
          <p:nvPr/>
        </p:nvCxnSpPr>
        <p:spPr>
          <a:xfrm>
            <a:off x="7468929" y="5809553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9" name="Connector 9138"/>
          <p:cNvCxnSpPr>
            <a:stCxn id="9028" idx="0"/>
            <a:endCxn id="9032" idx="0"/>
          </p:cNvCxnSpPr>
          <p:nvPr/>
        </p:nvCxnSpPr>
        <p:spPr>
          <a:xfrm flipV="1">
            <a:off x="7468929" y="5363230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8" name="Connector 9137"/>
          <p:cNvCxnSpPr>
            <a:stCxn id="9024" idx="0"/>
            <a:endCxn id="9026" idx="0"/>
          </p:cNvCxnSpPr>
          <p:nvPr/>
        </p:nvCxnSpPr>
        <p:spPr>
          <a:xfrm flipH="1">
            <a:off x="6261015" y="5809553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7" name="Connector 9136"/>
          <p:cNvCxnSpPr>
            <a:stCxn id="9022" idx="0"/>
            <a:endCxn id="9024" idx="0"/>
          </p:cNvCxnSpPr>
          <p:nvPr/>
        </p:nvCxnSpPr>
        <p:spPr>
          <a:xfrm flipH="1">
            <a:off x="6663653" y="5809553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6" name="Connector 9135"/>
          <p:cNvCxnSpPr>
            <a:stCxn id="9022" idx="0"/>
            <a:endCxn id="9028" idx="0"/>
          </p:cNvCxnSpPr>
          <p:nvPr/>
        </p:nvCxnSpPr>
        <p:spPr>
          <a:xfrm>
            <a:off x="7066291" y="5809553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5" name="Connector 9134"/>
          <p:cNvCxnSpPr>
            <a:stCxn id="9018" idx="0"/>
            <a:endCxn id="9020" idx="0"/>
          </p:cNvCxnSpPr>
          <p:nvPr/>
        </p:nvCxnSpPr>
        <p:spPr>
          <a:xfrm>
            <a:off x="6261015" y="6255876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4" name="Connector 9133"/>
          <p:cNvCxnSpPr>
            <a:stCxn id="9016" idx="0"/>
            <a:endCxn id="9018" idx="0"/>
          </p:cNvCxnSpPr>
          <p:nvPr/>
        </p:nvCxnSpPr>
        <p:spPr>
          <a:xfrm flipH="1">
            <a:off x="6261015" y="6255876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3" name="Connector 9132"/>
          <p:cNvCxnSpPr>
            <a:stCxn id="9014" idx="0"/>
            <a:endCxn id="9016" idx="0"/>
          </p:cNvCxnSpPr>
          <p:nvPr/>
        </p:nvCxnSpPr>
        <p:spPr>
          <a:xfrm flipH="1">
            <a:off x="6663653" y="6255876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2" name="Connector 9131"/>
          <p:cNvCxnSpPr>
            <a:stCxn id="9014" idx="0"/>
            <a:endCxn id="9022" idx="0"/>
          </p:cNvCxnSpPr>
          <p:nvPr/>
        </p:nvCxnSpPr>
        <p:spPr>
          <a:xfrm flipV="1">
            <a:off x="7066291" y="5809553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1" name="Connector 9130"/>
          <p:cNvCxnSpPr>
            <a:stCxn id="9010" idx="0"/>
            <a:endCxn id="9012" idx="0"/>
          </p:cNvCxnSpPr>
          <p:nvPr/>
        </p:nvCxnSpPr>
        <p:spPr>
          <a:xfrm flipV="1">
            <a:off x="7871567" y="6255876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0" name="Connector 9129"/>
          <p:cNvCxnSpPr>
            <a:stCxn id="9008" idx="0"/>
            <a:endCxn id="9010" idx="0"/>
          </p:cNvCxnSpPr>
          <p:nvPr/>
        </p:nvCxnSpPr>
        <p:spPr>
          <a:xfrm>
            <a:off x="7468929" y="6702199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9" name="Connector 9128"/>
          <p:cNvCxnSpPr>
            <a:stCxn id="9006" idx="0"/>
            <a:endCxn id="9008" idx="0"/>
          </p:cNvCxnSpPr>
          <p:nvPr/>
        </p:nvCxnSpPr>
        <p:spPr>
          <a:xfrm>
            <a:off x="7066291" y="6702199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8" name="Connector 9127"/>
          <p:cNvCxnSpPr>
            <a:stCxn id="9006" idx="0"/>
            <a:endCxn id="9014" idx="0"/>
          </p:cNvCxnSpPr>
          <p:nvPr/>
        </p:nvCxnSpPr>
        <p:spPr>
          <a:xfrm flipV="1">
            <a:off x="7066291" y="6255876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7" name="Connector 9126"/>
          <p:cNvCxnSpPr>
            <a:stCxn id="3" idx="0"/>
            <a:endCxn id="9122" idx="0"/>
          </p:cNvCxnSpPr>
          <p:nvPr/>
        </p:nvCxnSpPr>
        <p:spPr>
          <a:xfrm>
            <a:off x="7066291" y="7148522"/>
            <a:ext cx="402638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6" name="Connector 9125"/>
          <p:cNvCxnSpPr>
            <a:stCxn id="3" idx="0"/>
            <a:endCxn id="9006" idx="0"/>
          </p:cNvCxnSpPr>
          <p:nvPr/>
        </p:nvCxnSpPr>
        <p:spPr>
          <a:xfrm flipV="1">
            <a:off x="7066291" y="6702199"/>
            <a:ext cx="0" cy="446323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伊甸古墓　（tomb）　61 格</a:t>
            </a:r>
          </a:p>
        </p:txBody>
      </p:sp>
      <p:grpSp>
        <p:nvGrpSpPr>
          <p:cNvPr id="9005" name="tomb:gate"/>
          <p:cNvGrpSpPr/>
          <p:nvPr/>
        </p:nvGrpSpPr>
        <p:grpSpPr>
          <a:xfrm>
            <a:off x="6901276" y="7148522"/>
            <a:ext cx="330031" cy="380317"/>
            <a:chOff x="6901276" y="7148522"/>
            <a:chExt cx="330031" cy="380317"/>
          </a:xfrm>
        </p:grpSpPr>
        <p:pic>
          <p:nvPicPr>
            <p:cNvPr id="3" name="Picture 2" descr="tomb_gat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01276" y="7148522"/>
              <a:ext cx="330031" cy="184817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6901276" y="733333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墓門
gate</a:t>
              </a:r>
              <a:r>
                <a:rPr sz="55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tomb:vestibule"/>
          <p:cNvGrpSpPr/>
          <p:nvPr/>
        </p:nvGrpSpPr>
        <p:grpSpPr>
          <a:xfrm>
            <a:off x="6901276" y="6702199"/>
            <a:ext cx="330031" cy="380317"/>
            <a:chOff x="6901276" y="6702199"/>
            <a:chExt cx="330031" cy="380317"/>
          </a:xfrm>
        </p:grpSpPr>
        <p:pic>
          <p:nvPicPr>
            <p:cNvPr id="9006" name="Picture 9005" descr="tomb_vestibule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01276" y="6702199"/>
              <a:ext cx="330031" cy="184817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6901276" y="688701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前庭
vestibule</a:t>
              </a:r>
            </a:p>
          </p:txBody>
        </p:sp>
      </p:grpSp>
      <p:grpSp>
        <p:nvGrpSpPr>
          <p:cNvPr id="9007" name="tomb:lapidarium"/>
          <p:cNvGrpSpPr/>
          <p:nvPr/>
        </p:nvGrpSpPr>
        <p:grpSpPr>
          <a:xfrm>
            <a:off x="7303914" y="6702199"/>
            <a:ext cx="330031" cy="380317"/>
            <a:chOff x="7303914" y="6702199"/>
            <a:chExt cx="330031" cy="380317"/>
          </a:xfrm>
        </p:grpSpPr>
        <p:pic>
          <p:nvPicPr>
            <p:cNvPr id="9008" name="Picture 9007" descr="tomb_lapidarium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03914" y="6702199"/>
              <a:ext cx="330031" cy="184817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7303914" y="688701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碑廊
lapidarium</a:t>
              </a:r>
            </a:p>
          </p:txBody>
        </p:sp>
      </p:grpSp>
      <p:grpSp>
        <p:nvGrpSpPr>
          <p:cNvPr id="9008" name="tomb:ossuaryA"/>
          <p:cNvGrpSpPr/>
          <p:nvPr/>
        </p:nvGrpSpPr>
        <p:grpSpPr>
          <a:xfrm>
            <a:off x="7706552" y="6702199"/>
            <a:ext cx="330031" cy="380317"/>
            <a:chOff x="7706552" y="6702199"/>
            <a:chExt cx="330031" cy="380317"/>
          </a:xfrm>
        </p:grpSpPr>
        <p:pic>
          <p:nvPicPr>
            <p:cNvPr id="9010" name="Picture 9009" descr="tomb_ossuarya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06552" y="6702199"/>
              <a:ext cx="330031" cy="184817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7706552" y="688701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骨甕廊
ossuaryA</a:t>
              </a:r>
            </a:p>
          </p:txBody>
        </p:sp>
      </p:grpSp>
      <p:grpSp>
        <p:nvGrpSpPr>
          <p:cNvPr id="9009" name="tomb:cryptA"/>
          <p:cNvGrpSpPr/>
          <p:nvPr/>
        </p:nvGrpSpPr>
        <p:grpSpPr>
          <a:xfrm>
            <a:off x="7706552" y="6255876"/>
            <a:ext cx="330031" cy="380317"/>
            <a:chOff x="7706552" y="6255876"/>
            <a:chExt cx="330031" cy="380317"/>
          </a:xfrm>
        </p:grpSpPr>
        <p:pic>
          <p:nvPicPr>
            <p:cNvPr id="9012" name="Picture 9011" descr="tomb_crypta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06552" y="6255876"/>
              <a:ext cx="330031" cy="184817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7706552" y="644069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家族墓室
cryptA</a:t>
              </a:r>
            </a:p>
          </p:txBody>
        </p:sp>
      </p:grpSp>
      <p:grpSp>
        <p:nvGrpSpPr>
          <p:cNvPr id="9010" name="tomb:nave"/>
          <p:cNvGrpSpPr/>
          <p:nvPr/>
        </p:nvGrpSpPr>
        <p:grpSpPr>
          <a:xfrm>
            <a:off x="6901276" y="6255876"/>
            <a:ext cx="330031" cy="380317"/>
            <a:chOff x="6901276" y="6255876"/>
            <a:chExt cx="330031" cy="380317"/>
          </a:xfrm>
        </p:grpSpPr>
        <p:pic>
          <p:nvPicPr>
            <p:cNvPr id="9014" name="Picture 9013" descr="tomb_nave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01276" y="6255876"/>
              <a:ext cx="330031" cy="184817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6901276" y="644069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中殿
nave</a:t>
              </a:r>
            </a:p>
          </p:txBody>
        </p:sp>
      </p:grpSp>
      <p:grpSp>
        <p:nvGrpSpPr>
          <p:cNvPr id="9011" name="tomb:aisleW"/>
          <p:cNvGrpSpPr/>
          <p:nvPr/>
        </p:nvGrpSpPr>
        <p:grpSpPr>
          <a:xfrm>
            <a:off x="6498638" y="6255876"/>
            <a:ext cx="330031" cy="380317"/>
            <a:chOff x="6498638" y="6255876"/>
            <a:chExt cx="330031" cy="380317"/>
          </a:xfrm>
        </p:grpSpPr>
        <p:pic>
          <p:nvPicPr>
            <p:cNvPr id="9016" name="Picture 9015" descr="tomb_aislew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98638" y="6255876"/>
              <a:ext cx="330031" cy="184817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6498638" y="644069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側廊
aisleW</a:t>
              </a:r>
            </a:p>
          </p:txBody>
        </p:sp>
      </p:grpSp>
      <p:grpSp>
        <p:nvGrpSpPr>
          <p:cNvPr id="9012" name="tomb:tombniche"/>
          <p:cNvGrpSpPr/>
          <p:nvPr/>
        </p:nvGrpSpPr>
        <p:grpSpPr>
          <a:xfrm>
            <a:off x="6096000" y="6255876"/>
            <a:ext cx="330031" cy="380317"/>
            <a:chOff x="6096000" y="6255876"/>
            <a:chExt cx="330031" cy="380317"/>
          </a:xfrm>
        </p:grpSpPr>
        <p:pic>
          <p:nvPicPr>
            <p:cNvPr id="9018" name="Picture 9017" descr="tomb_tombniche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096000" y="6255876"/>
              <a:ext cx="330031" cy="184817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6096000" y="644069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墓龕
tombniche</a:t>
              </a:r>
            </a:p>
          </p:txBody>
        </p:sp>
      </p:grpSp>
      <p:grpSp>
        <p:nvGrpSpPr>
          <p:cNvPr id="9013" name="tomb:charnel"/>
          <p:cNvGrpSpPr/>
          <p:nvPr/>
        </p:nvGrpSpPr>
        <p:grpSpPr>
          <a:xfrm>
            <a:off x="6096000" y="6702199"/>
            <a:ext cx="330031" cy="380317"/>
            <a:chOff x="6096000" y="6702199"/>
            <a:chExt cx="330031" cy="380317"/>
          </a:xfrm>
        </p:grpSpPr>
        <p:pic>
          <p:nvPicPr>
            <p:cNvPr id="9020" name="Picture 9019" descr="tomb_charnel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96000" y="6702199"/>
              <a:ext cx="330031" cy="184817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6096000" y="688701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藏骨所
charnel</a:t>
              </a:r>
            </a:p>
          </p:txBody>
        </p:sp>
      </p:grpSp>
      <p:grpSp>
        <p:nvGrpSpPr>
          <p:cNvPr id="9014" name="tomb:crossing"/>
          <p:cNvGrpSpPr/>
          <p:nvPr/>
        </p:nvGrpSpPr>
        <p:grpSpPr>
          <a:xfrm>
            <a:off x="6901276" y="5809553"/>
            <a:ext cx="330031" cy="380317"/>
            <a:chOff x="6901276" y="5809553"/>
            <a:chExt cx="330031" cy="380317"/>
          </a:xfrm>
        </p:grpSpPr>
        <p:pic>
          <p:nvPicPr>
            <p:cNvPr id="9022" name="Picture 9021" descr="tomb_crossing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01276" y="5809553"/>
              <a:ext cx="330031" cy="184817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901276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十字交會
crossing</a:t>
              </a:r>
            </a:p>
          </p:txBody>
        </p:sp>
      </p:grpSp>
      <p:grpSp>
        <p:nvGrpSpPr>
          <p:cNvPr id="9015" name="tomb:chantry"/>
          <p:cNvGrpSpPr/>
          <p:nvPr/>
        </p:nvGrpSpPr>
        <p:grpSpPr>
          <a:xfrm>
            <a:off x="6498638" y="5809553"/>
            <a:ext cx="330031" cy="380317"/>
            <a:chOff x="6498638" y="5809553"/>
            <a:chExt cx="330031" cy="380317"/>
          </a:xfrm>
        </p:grpSpPr>
        <p:pic>
          <p:nvPicPr>
            <p:cNvPr id="9024" name="Picture 9023" descr="tomb_chantry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498638" y="5809553"/>
              <a:ext cx="330031" cy="184817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6498638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誦經室
chantry</a:t>
              </a:r>
            </a:p>
          </p:txBody>
        </p:sp>
      </p:grpSp>
      <p:grpSp>
        <p:nvGrpSpPr>
          <p:cNvPr id="9016" name="tomb:scriptorium"/>
          <p:cNvGrpSpPr/>
          <p:nvPr/>
        </p:nvGrpSpPr>
        <p:grpSpPr>
          <a:xfrm>
            <a:off x="6096000" y="5809553"/>
            <a:ext cx="330031" cy="380317"/>
            <a:chOff x="6096000" y="5809553"/>
            <a:chExt cx="330031" cy="380317"/>
          </a:xfrm>
        </p:grpSpPr>
        <p:pic>
          <p:nvPicPr>
            <p:cNvPr id="9026" name="Picture 9025" descr="tomb_scriptorium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096000" y="5809553"/>
              <a:ext cx="330031" cy="184817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6096000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抄經房
scriptorium</a:t>
              </a:r>
            </a:p>
          </p:txBody>
        </p:sp>
      </p:grpSp>
      <p:grpSp>
        <p:nvGrpSpPr>
          <p:cNvPr id="9017" name="tomb:chapel"/>
          <p:cNvGrpSpPr/>
          <p:nvPr/>
        </p:nvGrpSpPr>
        <p:grpSpPr>
          <a:xfrm>
            <a:off x="7303914" y="5809553"/>
            <a:ext cx="330031" cy="380317"/>
            <a:chOff x="7303914" y="5809553"/>
            <a:chExt cx="330031" cy="380317"/>
          </a:xfrm>
        </p:grpSpPr>
        <p:pic>
          <p:nvPicPr>
            <p:cNvPr id="9028" name="Picture 9027" descr="tomb_chapel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303914" y="5809553"/>
              <a:ext cx="330031" cy="184817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7303914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禮拜堂
chapel</a:t>
              </a:r>
            </a:p>
          </p:txBody>
        </p:sp>
      </p:grpSp>
      <p:grpSp>
        <p:nvGrpSpPr>
          <p:cNvPr id="9018" name="tomb:confessio"/>
          <p:cNvGrpSpPr/>
          <p:nvPr/>
        </p:nvGrpSpPr>
        <p:grpSpPr>
          <a:xfrm>
            <a:off x="7706552" y="5809553"/>
            <a:ext cx="330031" cy="380317"/>
            <a:chOff x="7706552" y="5809553"/>
            <a:chExt cx="330031" cy="380317"/>
          </a:xfrm>
        </p:grpSpPr>
        <p:pic>
          <p:nvPicPr>
            <p:cNvPr id="9030" name="Picture 9029" descr="tomb_confessio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706552" y="5809553"/>
              <a:ext cx="330031" cy="184817"/>
            </a:xfrm>
            <a:prstGeom prst="rect">
              <a:avLst/>
            </a:prstGeom>
          </p:spPr>
        </p:pic>
        <p:sp>
          <p:nvSpPr>
            <p:cNvPr id="9031" name="TextBox 9030"/>
            <p:cNvSpPr txBox="1"/>
            <p:nvPr/>
          </p:nvSpPr>
          <p:spPr>
            <a:xfrm>
              <a:off x="7706552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告解所
confessio</a:t>
              </a:r>
            </a:p>
          </p:txBody>
        </p:sp>
      </p:grpSp>
      <p:grpSp>
        <p:nvGrpSpPr>
          <p:cNvPr id="9019" name="tomb:ambulatory"/>
          <p:cNvGrpSpPr/>
          <p:nvPr/>
        </p:nvGrpSpPr>
        <p:grpSpPr>
          <a:xfrm>
            <a:off x="7303914" y="5363230"/>
            <a:ext cx="330031" cy="380317"/>
            <a:chOff x="7303914" y="5363230"/>
            <a:chExt cx="330031" cy="380317"/>
          </a:xfrm>
        </p:grpSpPr>
        <p:pic>
          <p:nvPicPr>
            <p:cNvPr id="9032" name="Picture 9031" descr="tomb_ambulatory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303914" y="5363230"/>
              <a:ext cx="330031" cy="184817"/>
            </a:xfrm>
            <a:prstGeom prst="rect">
              <a:avLst/>
            </a:prstGeom>
          </p:spPr>
        </p:pic>
        <p:sp>
          <p:nvSpPr>
            <p:cNvPr id="9033" name="TextBox 9032"/>
            <p:cNvSpPr txBox="1"/>
            <p:nvPr/>
          </p:nvSpPr>
          <p:spPr>
            <a:xfrm>
              <a:off x="7303914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繞行廊
ambulatory</a:t>
              </a:r>
            </a:p>
          </p:txBody>
        </p:sp>
      </p:grpSp>
      <p:grpSp>
        <p:nvGrpSpPr>
          <p:cNvPr id="9020" name="tomb:sacristy"/>
          <p:cNvGrpSpPr/>
          <p:nvPr/>
        </p:nvGrpSpPr>
        <p:grpSpPr>
          <a:xfrm>
            <a:off x="7303914" y="4916907"/>
            <a:ext cx="330031" cy="380317"/>
            <a:chOff x="7303914" y="4916907"/>
            <a:chExt cx="330031" cy="380317"/>
          </a:xfrm>
        </p:grpSpPr>
        <p:pic>
          <p:nvPicPr>
            <p:cNvPr id="9034" name="Picture 9033" descr="tomb_sacristy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303914" y="4916907"/>
              <a:ext cx="330031" cy="184817"/>
            </a:xfrm>
            <a:prstGeom prst="rect">
              <a:avLst/>
            </a:prstGeom>
          </p:spPr>
        </p:pic>
        <p:sp>
          <p:nvSpPr>
            <p:cNvPr id="9035" name="TextBox 9034"/>
            <p:cNvSpPr txBox="1"/>
            <p:nvPr/>
          </p:nvSpPr>
          <p:spPr>
            <a:xfrm>
              <a:off x="7303914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法衣室
sacristy</a:t>
              </a:r>
            </a:p>
          </p:txBody>
        </p:sp>
      </p:grpSp>
      <p:grpSp>
        <p:nvGrpSpPr>
          <p:cNvPr id="9021" name="tomb:apse"/>
          <p:cNvGrpSpPr/>
          <p:nvPr/>
        </p:nvGrpSpPr>
        <p:grpSpPr>
          <a:xfrm>
            <a:off x="6498638" y="4916907"/>
            <a:ext cx="330031" cy="380317"/>
            <a:chOff x="6498638" y="4916907"/>
            <a:chExt cx="330031" cy="380317"/>
          </a:xfrm>
        </p:grpSpPr>
        <p:pic>
          <p:nvPicPr>
            <p:cNvPr id="9036" name="Picture 9035" descr="tomb_apse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498638" y="4916907"/>
              <a:ext cx="330031" cy="184817"/>
            </a:xfrm>
            <a:prstGeom prst="rect">
              <a:avLst/>
            </a:prstGeom>
          </p:spPr>
        </p:pic>
        <p:sp>
          <p:nvSpPr>
            <p:cNvPr id="9037" name="TextBox 9036"/>
            <p:cNvSpPr txBox="1"/>
            <p:nvPr/>
          </p:nvSpPr>
          <p:spPr>
            <a:xfrm>
              <a:off x="6498638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後殿
apse</a:t>
              </a:r>
            </a:p>
          </p:txBody>
        </p:sp>
      </p:grpSp>
      <p:grpSp>
        <p:nvGrpSpPr>
          <p:cNvPr id="9022" name="tomb:reliquary"/>
          <p:cNvGrpSpPr/>
          <p:nvPr/>
        </p:nvGrpSpPr>
        <p:grpSpPr>
          <a:xfrm>
            <a:off x="6498638" y="4470584"/>
            <a:ext cx="330031" cy="380317"/>
            <a:chOff x="6498638" y="4470584"/>
            <a:chExt cx="330031" cy="380317"/>
          </a:xfrm>
        </p:grpSpPr>
        <p:pic>
          <p:nvPicPr>
            <p:cNvPr id="9038" name="Picture 9037" descr="tomb_reliquary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98638" y="4470584"/>
              <a:ext cx="330031" cy="184817"/>
            </a:xfrm>
            <a:prstGeom prst="rect">
              <a:avLst/>
            </a:prstGeom>
          </p:spPr>
        </p:pic>
        <p:sp>
          <p:nvSpPr>
            <p:cNvPr id="9039" name="TextBox 9038"/>
            <p:cNvSpPr txBox="1"/>
            <p:nvPr/>
          </p:nvSpPr>
          <p:spPr>
            <a:xfrm>
              <a:off x="6498638" y="4655401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聖骨匣室
reliquary</a:t>
              </a:r>
            </a:p>
          </p:txBody>
        </p:sp>
      </p:grpSp>
      <p:grpSp>
        <p:nvGrpSpPr>
          <p:cNvPr id="9023" name="tomb:cloister"/>
          <p:cNvGrpSpPr/>
          <p:nvPr/>
        </p:nvGrpSpPr>
        <p:grpSpPr>
          <a:xfrm>
            <a:off x="6096000" y="4916907"/>
            <a:ext cx="330031" cy="380317"/>
            <a:chOff x="6096000" y="4916907"/>
            <a:chExt cx="330031" cy="380317"/>
          </a:xfrm>
        </p:grpSpPr>
        <p:pic>
          <p:nvPicPr>
            <p:cNvPr id="9040" name="Picture 9039" descr="tomb_cloister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096000" y="4916907"/>
              <a:ext cx="330031" cy="184817"/>
            </a:xfrm>
            <a:prstGeom prst="rect">
              <a:avLst/>
            </a:prstGeom>
          </p:spPr>
        </p:pic>
        <p:sp>
          <p:nvSpPr>
            <p:cNvPr id="9041" name="TextBox 9040"/>
            <p:cNvSpPr txBox="1"/>
            <p:nvPr/>
          </p:nvSpPr>
          <p:spPr>
            <a:xfrm>
              <a:off x="6096000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迴廊
cloister</a:t>
              </a:r>
            </a:p>
          </p:txBody>
        </p:sp>
      </p:grpSp>
      <p:grpSp>
        <p:nvGrpSpPr>
          <p:cNvPr id="9024" name="tomb:wellyard"/>
          <p:cNvGrpSpPr/>
          <p:nvPr/>
        </p:nvGrpSpPr>
        <p:grpSpPr>
          <a:xfrm>
            <a:off x="5693362" y="4024261"/>
            <a:ext cx="330031" cy="380317"/>
            <a:chOff x="5693362" y="4024261"/>
            <a:chExt cx="330031" cy="380317"/>
          </a:xfrm>
        </p:grpSpPr>
        <p:pic>
          <p:nvPicPr>
            <p:cNvPr id="9042" name="Picture 9041" descr="tomb_wellyard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5693362" y="4024261"/>
              <a:ext cx="330031" cy="184817"/>
            </a:xfrm>
            <a:prstGeom prst="rect">
              <a:avLst/>
            </a:prstGeom>
          </p:spPr>
        </p:pic>
        <p:sp>
          <p:nvSpPr>
            <p:cNvPr id="9043" name="TextBox 9042"/>
            <p:cNvSpPr txBox="1"/>
            <p:nvPr/>
          </p:nvSpPr>
          <p:spPr>
            <a:xfrm>
              <a:off x="5693362" y="4209078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井庭
wellyard</a:t>
              </a:r>
            </a:p>
          </p:txBody>
        </p:sp>
      </p:grpSp>
      <p:grpSp>
        <p:nvGrpSpPr>
          <p:cNvPr id="9025" name="tomb:stair1"/>
          <p:cNvGrpSpPr/>
          <p:nvPr/>
        </p:nvGrpSpPr>
        <p:grpSpPr>
          <a:xfrm>
            <a:off x="5693362" y="4916907"/>
            <a:ext cx="330031" cy="380317"/>
            <a:chOff x="5693362" y="4916907"/>
            <a:chExt cx="330031" cy="380317"/>
          </a:xfrm>
        </p:grpSpPr>
        <p:pic>
          <p:nvPicPr>
            <p:cNvPr id="9044" name="Picture 9043" descr="tomb_stair1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5693362" y="4916907"/>
              <a:ext cx="330031" cy="184817"/>
            </a:xfrm>
            <a:prstGeom prst="rect">
              <a:avLst/>
            </a:prstGeom>
          </p:spPr>
        </p:pic>
        <p:sp>
          <p:nvSpPr>
            <p:cNvPr id="9045" name="TextBox 9044"/>
            <p:cNvSpPr txBox="1"/>
            <p:nvPr/>
          </p:nvSpPr>
          <p:spPr>
            <a:xfrm>
              <a:off x="5693362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表層階梯
stair1</a:t>
              </a:r>
            </a:p>
          </p:txBody>
        </p:sp>
      </p:grpSp>
      <p:grpSp>
        <p:nvGrpSpPr>
          <p:cNvPr id="9026" name="tomb:landing2"/>
          <p:cNvGrpSpPr/>
          <p:nvPr/>
        </p:nvGrpSpPr>
        <p:grpSpPr>
          <a:xfrm>
            <a:off x="5693362" y="4470584"/>
            <a:ext cx="330031" cy="380317"/>
            <a:chOff x="5693362" y="4470584"/>
            <a:chExt cx="330031" cy="380317"/>
          </a:xfrm>
        </p:grpSpPr>
        <p:pic>
          <p:nvPicPr>
            <p:cNvPr id="9046" name="Picture 9045" descr="tomb_landing2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693362" y="4470584"/>
              <a:ext cx="330031" cy="184817"/>
            </a:xfrm>
            <a:prstGeom prst="rect">
              <a:avLst/>
            </a:prstGeom>
          </p:spPr>
        </p:pic>
        <p:sp>
          <p:nvSpPr>
            <p:cNvPr id="9047" name="TextBox 9046"/>
            <p:cNvSpPr txBox="1"/>
            <p:nvPr/>
          </p:nvSpPr>
          <p:spPr>
            <a:xfrm>
              <a:off x="5693362" y="4655401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二層梯廳
landing2</a:t>
              </a:r>
              <a:r>
                <a:rPr sz="550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27" name="tomb:hall2"/>
          <p:cNvGrpSpPr/>
          <p:nvPr/>
        </p:nvGrpSpPr>
        <p:grpSpPr>
          <a:xfrm>
            <a:off x="5290724" y="4470584"/>
            <a:ext cx="330031" cy="380317"/>
            <a:chOff x="5290724" y="4470584"/>
            <a:chExt cx="330031" cy="380317"/>
          </a:xfrm>
        </p:grpSpPr>
        <p:pic>
          <p:nvPicPr>
            <p:cNvPr id="9048" name="Picture 9047" descr="tomb_hall2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290724" y="4470584"/>
              <a:ext cx="330031" cy="184817"/>
            </a:xfrm>
            <a:prstGeom prst="rect">
              <a:avLst/>
            </a:prstGeom>
          </p:spPr>
        </p:pic>
        <p:sp>
          <p:nvSpPr>
            <p:cNvPr id="9049" name="TextBox 9048"/>
            <p:cNvSpPr txBox="1"/>
            <p:nvPr/>
          </p:nvSpPr>
          <p:spPr>
            <a:xfrm>
              <a:off x="5290724" y="4655401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柱廳
hall2</a:t>
              </a:r>
            </a:p>
          </p:txBody>
        </p:sp>
      </p:grpSp>
      <p:grpSp>
        <p:nvGrpSpPr>
          <p:cNvPr id="9028" name="tomb:colonnade"/>
          <p:cNvGrpSpPr/>
          <p:nvPr/>
        </p:nvGrpSpPr>
        <p:grpSpPr>
          <a:xfrm>
            <a:off x="4485448" y="4024261"/>
            <a:ext cx="330031" cy="380317"/>
            <a:chOff x="4485448" y="4024261"/>
            <a:chExt cx="330031" cy="380317"/>
          </a:xfrm>
        </p:grpSpPr>
        <p:pic>
          <p:nvPicPr>
            <p:cNvPr id="9050" name="Picture 9049" descr="tomb_colonnade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485448" y="4024261"/>
              <a:ext cx="330031" cy="184817"/>
            </a:xfrm>
            <a:prstGeom prst="rect">
              <a:avLst/>
            </a:prstGeom>
          </p:spPr>
        </p:pic>
        <p:sp>
          <p:nvSpPr>
            <p:cNvPr id="9051" name="TextBox 9050"/>
            <p:cNvSpPr txBox="1"/>
            <p:nvPr/>
          </p:nvSpPr>
          <p:spPr>
            <a:xfrm>
              <a:off x="4485448" y="4209078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列柱廊
colonnade</a:t>
              </a:r>
            </a:p>
          </p:txBody>
        </p:sp>
      </p:grpSp>
      <p:grpSp>
        <p:nvGrpSpPr>
          <p:cNvPr id="9029" name="tomb:mason"/>
          <p:cNvGrpSpPr/>
          <p:nvPr/>
        </p:nvGrpSpPr>
        <p:grpSpPr>
          <a:xfrm>
            <a:off x="4082810" y="3131615"/>
            <a:ext cx="330031" cy="380317"/>
            <a:chOff x="4082810" y="3131615"/>
            <a:chExt cx="330031" cy="380317"/>
          </a:xfrm>
        </p:grpSpPr>
        <p:pic>
          <p:nvPicPr>
            <p:cNvPr id="9052" name="Picture 9051" descr="tomb_mason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4082810" y="3131615"/>
              <a:ext cx="330031" cy="184817"/>
            </a:xfrm>
            <a:prstGeom prst="rect">
              <a:avLst/>
            </a:prstGeom>
          </p:spPr>
        </p:pic>
        <p:sp>
          <p:nvSpPr>
            <p:cNvPr id="9053" name="TextBox 9052"/>
            <p:cNvSpPr txBox="1"/>
            <p:nvPr/>
          </p:nvSpPr>
          <p:spPr>
            <a:xfrm>
              <a:off x="4082810" y="3316432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石工房
mason</a:t>
              </a:r>
            </a:p>
          </p:txBody>
        </p:sp>
      </p:grpSp>
      <p:grpSp>
        <p:nvGrpSpPr>
          <p:cNvPr id="9030" name="tomb:cistern"/>
          <p:cNvGrpSpPr/>
          <p:nvPr/>
        </p:nvGrpSpPr>
        <p:grpSpPr>
          <a:xfrm>
            <a:off x="4888086" y="4470584"/>
            <a:ext cx="330031" cy="380317"/>
            <a:chOff x="4888086" y="4470584"/>
            <a:chExt cx="330031" cy="380317"/>
          </a:xfrm>
        </p:grpSpPr>
        <p:pic>
          <p:nvPicPr>
            <p:cNvPr id="9054" name="Picture 9053" descr="tomb_cistern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4888086" y="4470584"/>
              <a:ext cx="330031" cy="184817"/>
            </a:xfrm>
            <a:prstGeom prst="rect">
              <a:avLst/>
            </a:prstGeom>
          </p:spPr>
        </p:pic>
        <p:sp>
          <p:nvSpPr>
            <p:cNvPr id="9055" name="TextBox 9054"/>
            <p:cNvSpPr txBox="1"/>
            <p:nvPr/>
          </p:nvSpPr>
          <p:spPr>
            <a:xfrm>
              <a:off x="4888086" y="4655401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蓄水池
cistern</a:t>
              </a:r>
            </a:p>
          </p:txBody>
        </p:sp>
      </p:grpSp>
      <p:grpSp>
        <p:nvGrpSpPr>
          <p:cNvPr id="9031" name="tomb:waterstair"/>
          <p:cNvGrpSpPr/>
          <p:nvPr/>
        </p:nvGrpSpPr>
        <p:grpSpPr>
          <a:xfrm>
            <a:off x="4485448" y="3577938"/>
            <a:ext cx="330031" cy="380317"/>
            <a:chOff x="4485448" y="3577938"/>
            <a:chExt cx="330031" cy="380317"/>
          </a:xfrm>
        </p:grpSpPr>
        <p:pic>
          <p:nvPicPr>
            <p:cNvPr id="9056" name="Picture 9055" descr="tomb_waterstair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4485448" y="3577938"/>
              <a:ext cx="330031" cy="184817"/>
            </a:xfrm>
            <a:prstGeom prst="rect">
              <a:avLst/>
            </a:prstGeom>
          </p:spPr>
        </p:pic>
        <p:sp>
          <p:nvSpPr>
            <p:cNvPr id="9057" name="TextBox 9056"/>
            <p:cNvSpPr txBox="1"/>
            <p:nvPr/>
          </p:nvSpPr>
          <p:spPr>
            <a:xfrm>
              <a:off x="4485448" y="3762755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汲水階
waterstair</a:t>
              </a:r>
            </a:p>
          </p:txBody>
        </p:sp>
      </p:grpSp>
      <p:grpSp>
        <p:nvGrpSpPr>
          <p:cNvPr id="9032" name="tomb:corr2"/>
          <p:cNvGrpSpPr/>
          <p:nvPr/>
        </p:nvGrpSpPr>
        <p:grpSpPr>
          <a:xfrm>
            <a:off x="5290724" y="4916907"/>
            <a:ext cx="330031" cy="380317"/>
            <a:chOff x="5290724" y="4916907"/>
            <a:chExt cx="330031" cy="380317"/>
          </a:xfrm>
        </p:grpSpPr>
        <p:pic>
          <p:nvPicPr>
            <p:cNvPr id="9058" name="Picture 9057" descr="tomb_corr2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5290724" y="4916907"/>
              <a:ext cx="330031" cy="184817"/>
            </a:xfrm>
            <a:prstGeom prst="rect">
              <a:avLst/>
            </a:prstGeom>
          </p:spPr>
        </p:pic>
        <p:sp>
          <p:nvSpPr>
            <p:cNvPr id="9059" name="TextBox 9058"/>
            <p:cNvSpPr txBox="1"/>
            <p:nvPr/>
          </p:nvSpPr>
          <p:spPr>
            <a:xfrm>
              <a:off x="5290724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長廊
corr2</a:t>
              </a:r>
            </a:p>
          </p:txBody>
        </p:sp>
      </p:grpSp>
      <p:grpSp>
        <p:nvGrpSpPr>
          <p:cNvPr id="9033" name="tomb:sump"/>
          <p:cNvGrpSpPr/>
          <p:nvPr/>
        </p:nvGrpSpPr>
        <p:grpSpPr>
          <a:xfrm>
            <a:off x="5290724" y="5363230"/>
            <a:ext cx="330031" cy="380317"/>
            <a:chOff x="5290724" y="5363230"/>
            <a:chExt cx="330031" cy="380317"/>
          </a:xfrm>
        </p:grpSpPr>
        <p:pic>
          <p:nvPicPr>
            <p:cNvPr id="9060" name="Picture 9059" descr="tomb_sum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5290724" y="5363230"/>
              <a:ext cx="330031" cy="184817"/>
            </a:xfrm>
            <a:prstGeom prst="rect">
              <a:avLst/>
            </a:prstGeom>
          </p:spPr>
        </p:pic>
        <p:sp>
          <p:nvSpPr>
            <p:cNvPr id="9061" name="TextBox 9060"/>
            <p:cNvSpPr txBox="1"/>
            <p:nvPr/>
          </p:nvSpPr>
          <p:spPr>
            <a:xfrm>
              <a:off x="5290724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積水坑
sump</a:t>
              </a:r>
            </a:p>
          </p:txBody>
        </p:sp>
      </p:grpSp>
      <p:grpSp>
        <p:nvGrpSpPr>
          <p:cNvPr id="9034" name="tomb:rotunda"/>
          <p:cNvGrpSpPr/>
          <p:nvPr/>
        </p:nvGrpSpPr>
        <p:grpSpPr>
          <a:xfrm>
            <a:off x="5693362" y="5363230"/>
            <a:ext cx="330031" cy="380317"/>
            <a:chOff x="5693362" y="5363230"/>
            <a:chExt cx="330031" cy="380317"/>
          </a:xfrm>
        </p:grpSpPr>
        <p:pic>
          <p:nvPicPr>
            <p:cNvPr id="9062" name="Picture 9061" descr="tomb_rotunda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693362" y="5363230"/>
              <a:ext cx="330031" cy="184817"/>
            </a:xfrm>
            <a:prstGeom prst="rect">
              <a:avLst/>
            </a:prstGeom>
          </p:spPr>
        </p:pic>
        <p:sp>
          <p:nvSpPr>
            <p:cNvPr id="9063" name="TextBox 9062"/>
            <p:cNvSpPr txBox="1"/>
            <p:nvPr/>
          </p:nvSpPr>
          <p:spPr>
            <a:xfrm>
              <a:off x="5693362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圓廳
rotunda</a:t>
              </a:r>
            </a:p>
          </p:txBody>
        </p:sp>
      </p:grpSp>
      <p:grpSp>
        <p:nvGrpSpPr>
          <p:cNvPr id="9035" name="tomb:censerroom"/>
          <p:cNvGrpSpPr/>
          <p:nvPr/>
        </p:nvGrpSpPr>
        <p:grpSpPr>
          <a:xfrm>
            <a:off x="5290724" y="5809553"/>
            <a:ext cx="330031" cy="380317"/>
            <a:chOff x="5290724" y="5809553"/>
            <a:chExt cx="330031" cy="380317"/>
          </a:xfrm>
        </p:grpSpPr>
        <p:pic>
          <p:nvPicPr>
            <p:cNvPr id="9064" name="Picture 9063" descr="tomb_censerroom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5290724" y="5809553"/>
              <a:ext cx="330031" cy="184817"/>
            </a:xfrm>
            <a:prstGeom prst="rect">
              <a:avLst/>
            </a:prstGeom>
          </p:spPr>
        </p:pic>
        <p:sp>
          <p:nvSpPr>
            <p:cNvPr id="9065" name="TextBox 9064"/>
            <p:cNvSpPr txBox="1"/>
            <p:nvPr/>
          </p:nvSpPr>
          <p:spPr>
            <a:xfrm>
              <a:off x="5290724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香爐室
censerroom</a:t>
              </a:r>
            </a:p>
          </p:txBody>
        </p:sp>
      </p:grpSp>
      <p:grpSp>
        <p:nvGrpSpPr>
          <p:cNvPr id="9036" name="tomb:sarcE"/>
          <p:cNvGrpSpPr/>
          <p:nvPr/>
        </p:nvGrpSpPr>
        <p:grpSpPr>
          <a:xfrm>
            <a:off x="5693362" y="5809553"/>
            <a:ext cx="330031" cy="380317"/>
            <a:chOff x="5693362" y="5809553"/>
            <a:chExt cx="330031" cy="380317"/>
          </a:xfrm>
        </p:grpSpPr>
        <p:pic>
          <p:nvPicPr>
            <p:cNvPr id="9066" name="Picture 9065" descr="tomb_sarce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5693362" y="5809553"/>
              <a:ext cx="330031" cy="184817"/>
            </a:xfrm>
            <a:prstGeom prst="rect">
              <a:avLst/>
            </a:prstGeom>
          </p:spPr>
        </p:pic>
        <p:sp>
          <p:nvSpPr>
            <p:cNvPr id="9067" name="TextBox 9066"/>
            <p:cNvSpPr txBox="1"/>
            <p:nvPr/>
          </p:nvSpPr>
          <p:spPr>
            <a:xfrm>
              <a:off x="5693362" y="599437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石棺室
sarcE</a:t>
              </a:r>
            </a:p>
          </p:txBody>
        </p:sp>
      </p:grpSp>
      <p:grpSp>
        <p:nvGrpSpPr>
          <p:cNvPr id="9037" name="tomb:ossuary2"/>
          <p:cNvGrpSpPr/>
          <p:nvPr/>
        </p:nvGrpSpPr>
        <p:grpSpPr>
          <a:xfrm>
            <a:off x="4888086" y="1792646"/>
            <a:ext cx="330031" cy="380317"/>
            <a:chOff x="4888086" y="1792646"/>
            <a:chExt cx="330031" cy="380317"/>
          </a:xfrm>
        </p:grpSpPr>
        <p:pic>
          <p:nvPicPr>
            <p:cNvPr id="9068" name="Picture 9067" descr="tomb_ossuary2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4888086" y="1792646"/>
              <a:ext cx="330031" cy="184817"/>
            </a:xfrm>
            <a:prstGeom prst="rect">
              <a:avLst/>
            </a:prstGeom>
          </p:spPr>
        </p:pic>
        <p:sp>
          <p:nvSpPr>
            <p:cNvPr id="9069" name="TextBox 9068"/>
            <p:cNvSpPr txBox="1"/>
            <p:nvPr/>
          </p:nvSpPr>
          <p:spPr>
            <a:xfrm>
              <a:off x="4888086" y="197746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甕棺廊
ossuary2</a:t>
              </a:r>
            </a:p>
          </p:txBody>
        </p:sp>
      </p:grpSp>
      <p:grpSp>
        <p:nvGrpSpPr>
          <p:cNvPr id="9038" name="tomb:kiln"/>
          <p:cNvGrpSpPr/>
          <p:nvPr/>
        </p:nvGrpSpPr>
        <p:grpSpPr>
          <a:xfrm>
            <a:off x="4888086" y="1346323"/>
            <a:ext cx="330031" cy="380317"/>
            <a:chOff x="4888086" y="1346323"/>
            <a:chExt cx="330031" cy="380317"/>
          </a:xfrm>
        </p:grpSpPr>
        <p:pic>
          <p:nvPicPr>
            <p:cNvPr id="9070" name="Picture 9069" descr="tomb_kiln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88086" y="1346323"/>
              <a:ext cx="330031" cy="184817"/>
            </a:xfrm>
            <a:prstGeom prst="rect">
              <a:avLst/>
            </a:prstGeom>
          </p:spPr>
        </p:pic>
        <p:sp>
          <p:nvSpPr>
            <p:cNvPr id="9071" name="TextBox 9070"/>
            <p:cNvSpPr txBox="1"/>
            <p:nvPr/>
          </p:nvSpPr>
          <p:spPr>
            <a:xfrm>
              <a:off x="4888086" y="153114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焚化窯
kiln</a:t>
              </a:r>
            </a:p>
          </p:txBody>
        </p:sp>
      </p:grpSp>
      <p:grpSp>
        <p:nvGrpSpPr>
          <p:cNvPr id="9039" name="tomb:nichehall"/>
          <p:cNvGrpSpPr/>
          <p:nvPr/>
        </p:nvGrpSpPr>
        <p:grpSpPr>
          <a:xfrm>
            <a:off x="4888086" y="4916907"/>
            <a:ext cx="330031" cy="380317"/>
            <a:chOff x="4888086" y="4916907"/>
            <a:chExt cx="330031" cy="380317"/>
          </a:xfrm>
        </p:grpSpPr>
        <p:pic>
          <p:nvPicPr>
            <p:cNvPr id="9072" name="Picture 9071" descr="tomb_nichehall.jpg"/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4888086" y="4916907"/>
              <a:ext cx="330031" cy="184817"/>
            </a:xfrm>
            <a:prstGeom prst="rect">
              <a:avLst/>
            </a:prstGeom>
          </p:spPr>
        </p:pic>
        <p:sp>
          <p:nvSpPr>
            <p:cNvPr id="9073" name="TextBox 9072"/>
            <p:cNvSpPr txBox="1"/>
            <p:nvPr/>
          </p:nvSpPr>
          <p:spPr>
            <a:xfrm>
              <a:off x="4888086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壁龕廊
nichehall</a:t>
              </a:r>
            </a:p>
          </p:txBody>
        </p:sp>
      </p:grpSp>
      <p:grpSp>
        <p:nvGrpSpPr>
          <p:cNvPr id="9040" name="tomb:ossuary"/>
          <p:cNvGrpSpPr/>
          <p:nvPr/>
        </p:nvGrpSpPr>
        <p:grpSpPr>
          <a:xfrm>
            <a:off x="4485448" y="4916907"/>
            <a:ext cx="330031" cy="380317"/>
            <a:chOff x="4485448" y="4916907"/>
            <a:chExt cx="330031" cy="380317"/>
          </a:xfrm>
        </p:grpSpPr>
        <p:pic>
          <p:nvPicPr>
            <p:cNvPr id="9074" name="Picture 9073" descr="tomb_ossuary.jpg"/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4485448" y="4916907"/>
              <a:ext cx="330031" cy="184817"/>
            </a:xfrm>
            <a:prstGeom prst="rect">
              <a:avLst/>
            </a:prstGeom>
          </p:spPr>
        </p:pic>
        <p:sp>
          <p:nvSpPr>
            <p:cNvPr id="9075" name="TextBox 9074"/>
            <p:cNvSpPr txBox="1"/>
            <p:nvPr/>
          </p:nvSpPr>
          <p:spPr>
            <a:xfrm>
              <a:off x="4485448" y="5101724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骨室
ossuary</a:t>
              </a:r>
            </a:p>
          </p:txBody>
        </p:sp>
      </p:grpSp>
      <p:grpSp>
        <p:nvGrpSpPr>
          <p:cNvPr id="9041" name="tomb:shaft"/>
          <p:cNvGrpSpPr/>
          <p:nvPr/>
        </p:nvGrpSpPr>
        <p:grpSpPr>
          <a:xfrm>
            <a:off x="4485448" y="2685292"/>
            <a:ext cx="330031" cy="380317"/>
            <a:chOff x="4485448" y="2685292"/>
            <a:chExt cx="330031" cy="380317"/>
          </a:xfrm>
        </p:grpSpPr>
        <p:pic>
          <p:nvPicPr>
            <p:cNvPr id="9076" name="Picture 9075" descr="tomb_shaft.jpg"/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4485448" y="2685292"/>
              <a:ext cx="330031" cy="184817"/>
            </a:xfrm>
            <a:prstGeom prst="rect">
              <a:avLst/>
            </a:prstGeom>
          </p:spPr>
        </p:pic>
        <p:sp>
          <p:nvSpPr>
            <p:cNvPr id="9077" name="TextBox 9076"/>
            <p:cNvSpPr txBox="1"/>
            <p:nvPr/>
          </p:nvSpPr>
          <p:spPr>
            <a:xfrm>
              <a:off x="4485448" y="287010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豎井
shaft</a:t>
              </a:r>
            </a:p>
          </p:txBody>
        </p:sp>
      </p:grpSp>
      <p:grpSp>
        <p:nvGrpSpPr>
          <p:cNvPr id="9042" name="tomb:urnvault"/>
          <p:cNvGrpSpPr/>
          <p:nvPr/>
        </p:nvGrpSpPr>
        <p:grpSpPr>
          <a:xfrm>
            <a:off x="5290724" y="1792646"/>
            <a:ext cx="330031" cy="380317"/>
            <a:chOff x="5290724" y="1792646"/>
            <a:chExt cx="330031" cy="380317"/>
          </a:xfrm>
        </p:grpSpPr>
        <p:pic>
          <p:nvPicPr>
            <p:cNvPr id="9078" name="Picture 9077" descr="tomb_urnvault.jpg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5290724" y="1792646"/>
              <a:ext cx="330031" cy="184817"/>
            </a:xfrm>
            <a:prstGeom prst="rect">
              <a:avLst/>
            </a:prstGeom>
          </p:spPr>
        </p:pic>
        <p:sp>
          <p:nvSpPr>
            <p:cNvPr id="9079" name="TextBox 9078"/>
            <p:cNvSpPr txBox="1"/>
            <p:nvPr/>
          </p:nvSpPr>
          <p:spPr>
            <a:xfrm>
              <a:off x="5290724" y="197746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甕窖
urnvault</a:t>
              </a:r>
            </a:p>
          </p:txBody>
        </p:sp>
      </p:grpSp>
      <p:grpSp>
        <p:nvGrpSpPr>
          <p:cNvPr id="9043" name="tomb:ashpit"/>
          <p:cNvGrpSpPr/>
          <p:nvPr/>
        </p:nvGrpSpPr>
        <p:grpSpPr>
          <a:xfrm>
            <a:off x="5290724" y="2238969"/>
            <a:ext cx="330031" cy="380317"/>
            <a:chOff x="5290724" y="2238969"/>
            <a:chExt cx="330031" cy="380317"/>
          </a:xfrm>
        </p:grpSpPr>
        <p:pic>
          <p:nvPicPr>
            <p:cNvPr id="9080" name="Picture 9079" descr="tomb_ashpit.jpg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5290724" y="2238969"/>
              <a:ext cx="330031" cy="184817"/>
            </a:xfrm>
            <a:prstGeom prst="rect">
              <a:avLst/>
            </a:prstGeom>
          </p:spPr>
        </p:pic>
        <p:sp>
          <p:nvSpPr>
            <p:cNvPr id="9081" name="TextBox 9080"/>
            <p:cNvSpPr txBox="1"/>
            <p:nvPr/>
          </p:nvSpPr>
          <p:spPr>
            <a:xfrm>
              <a:off x="5290724" y="242378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灰坑
ashpit</a:t>
              </a:r>
            </a:p>
          </p:txBody>
        </p:sp>
      </p:grpSp>
      <p:grpSp>
        <p:nvGrpSpPr>
          <p:cNvPr id="9044" name="tomb:graveldrop"/>
          <p:cNvGrpSpPr/>
          <p:nvPr/>
        </p:nvGrpSpPr>
        <p:grpSpPr>
          <a:xfrm>
            <a:off x="4888086" y="2685292"/>
            <a:ext cx="330031" cy="380317"/>
            <a:chOff x="4888086" y="2685292"/>
            <a:chExt cx="330031" cy="380317"/>
          </a:xfrm>
        </p:grpSpPr>
        <p:pic>
          <p:nvPicPr>
            <p:cNvPr id="9082" name="Picture 9081" descr="tomb_graveldrop.jpg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4888086" y="2685292"/>
              <a:ext cx="330031" cy="184817"/>
            </a:xfrm>
            <a:prstGeom prst="rect">
              <a:avLst/>
            </a:prstGeom>
          </p:spPr>
        </p:pic>
        <p:sp>
          <p:nvSpPr>
            <p:cNvPr id="9083" name="TextBox 9082"/>
            <p:cNvSpPr txBox="1"/>
            <p:nvPr/>
          </p:nvSpPr>
          <p:spPr>
            <a:xfrm>
              <a:off x="4888086" y="287010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碎石陷落
graveldrop</a:t>
              </a:r>
            </a:p>
          </p:txBody>
        </p:sp>
      </p:grpSp>
      <p:grpSp>
        <p:nvGrpSpPr>
          <p:cNvPr id="9045" name="tomb:saltroom"/>
          <p:cNvGrpSpPr/>
          <p:nvPr/>
        </p:nvGrpSpPr>
        <p:grpSpPr>
          <a:xfrm>
            <a:off x="5290724" y="1346323"/>
            <a:ext cx="330031" cy="380317"/>
            <a:chOff x="5290724" y="1346323"/>
            <a:chExt cx="330031" cy="380317"/>
          </a:xfrm>
        </p:grpSpPr>
        <p:pic>
          <p:nvPicPr>
            <p:cNvPr id="9084" name="Picture 9083" descr="tomb_saltroom.jpg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5290724" y="1346323"/>
              <a:ext cx="330031" cy="184817"/>
            </a:xfrm>
            <a:prstGeom prst="rect">
              <a:avLst/>
            </a:prstGeom>
          </p:spPr>
        </p:pic>
        <p:sp>
          <p:nvSpPr>
            <p:cNvPr id="9085" name="TextBox 9084"/>
            <p:cNvSpPr txBox="1"/>
            <p:nvPr/>
          </p:nvSpPr>
          <p:spPr>
            <a:xfrm>
              <a:off x="5290724" y="153114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硝室
saltroom</a:t>
              </a:r>
            </a:p>
          </p:txBody>
        </p:sp>
      </p:grpSp>
      <p:grpSp>
        <p:nvGrpSpPr>
          <p:cNvPr id="9046" name="tomb:chimney"/>
          <p:cNvGrpSpPr/>
          <p:nvPr/>
        </p:nvGrpSpPr>
        <p:grpSpPr>
          <a:xfrm>
            <a:off x="5290724" y="900000"/>
            <a:ext cx="330031" cy="380317"/>
            <a:chOff x="5290724" y="900000"/>
            <a:chExt cx="330031" cy="380317"/>
          </a:xfrm>
        </p:grpSpPr>
        <p:pic>
          <p:nvPicPr>
            <p:cNvPr id="9086" name="Picture 9085" descr="tomb_chimney.jpg"/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5290724" y="900000"/>
              <a:ext cx="330031" cy="184817"/>
            </a:xfrm>
            <a:prstGeom prst="rect">
              <a:avLst/>
            </a:prstGeom>
          </p:spPr>
        </p:pic>
        <p:sp>
          <p:nvSpPr>
            <p:cNvPr id="9087" name="TextBox 9086"/>
            <p:cNvSpPr txBox="1"/>
            <p:nvPr/>
          </p:nvSpPr>
          <p:spPr>
            <a:xfrm>
              <a:off x="5290724" y="108481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排煙井
chimney</a:t>
              </a:r>
            </a:p>
          </p:txBody>
        </p:sp>
      </p:grpSp>
      <p:grpSp>
        <p:nvGrpSpPr>
          <p:cNvPr id="9047" name="tomb:nitrepit"/>
          <p:cNvGrpSpPr/>
          <p:nvPr/>
        </p:nvGrpSpPr>
        <p:grpSpPr>
          <a:xfrm>
            <a:off x="5693362" y="1346323"/>
            <a:ext cx="330031" cy="380317"/>
            <a:chOff x="5693362" y="1346323"/>
            <a:chExt cx="330031" cy="380317"/>
          </a:xfrm>
        </p:grpSpPr>
        <p:pic>
          <p:nvPicPr>
            <p:cNvPr id="9088" name="Picture 9087" descr="tomb_nitrepit.jpg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5693362" y="1346323"/>
              <a:ext cx="330031" cy="184817"/>
            </a:xfrm>
            <a:prstGeom prst="rect">
              <a:avLst/>
            </a:prstGeom>
          </p:spPr>
        </p:pic>
        <p:sp>
          <p:nvSpPr>
            <p:cNvPr id="9089" name="TextBox 9088"/>
            <p:cNvSpPr txBox="1"/>
            <p:nvPr/>
          </p:nvSpPr>
          <p:spPr>
            <a:xfrm>
              <a:off x="5693362" y="1531140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硝坑
nitrepit</a:t>
              </a:r>
            </a:p>
          </p:txBody>
        </p:sp>
      </p:grpSp>
      <p:grpSp>
        <p:nvGrpSpPr>
          <p:cNvPr id="9048" name="tomb:masonhall"/>
          <p:cNvGrpSpPr/>
          <p:nvPr/>
        </p:nvGrpSpPr>
        <p:grpSpPr>
          <a:xfrm>
            <a:off x="5693362" y="1792646"/>
            <a:ext cx="330031" cy="380317"/>
            <a:chOff x="5693362" y="1792646"/>
            <a:chExt cx="330031" cy="380317"/>
          </a:xfrm>
        </p:grpSpPr>
        <p:pic>
          <p:nvPicPr>
            <p:cNvPr id="9090" name="Picture 9089" descr="tomb_masonhall.jpg"/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5693362" y="1792646"/>
              <a:ext cx="330031" cy="184817"/>
            </a:xfrm>
            <a:prstGeom prst="rect">
              <a:avLst/>
            </a:prstGeom>
          </p:spPr>
        </p:pic>
        <p:sp>
          <p:nvSpPr>
            <p:cNvPr id="9091" name="TextBox 9090"/>
            <p:cNvSpPr txBox="1"/>
            <p:nvPr/>
          </p:nvSpPr>
          <p:spPr>
            <a:xfrm>
              <a:off x="5693362" y="197746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石工長廳
masonhall</a:t>
              </a:r>
            </a:p>
          </p:txBody>
        </p:sp>
      </p:grpSp>
      <p:grpSp>
        <p:nvGrpSpPr>
          <p:cNvPr id="9049" name="tomb:toolniche"/>
          <p:cNvGrpSpPr/>
          <p:nvPr/>
        </p:nvGrpSpPr>
        <p:grpSpPr>
          <a:xfrm>
            <a:off x="6096000" y="1792646"/>
            <a:ext cx="330031" cy="380317"/>
            <a:chOff x="6096000" y="1792646"/>
            <a:chExt cx="330031" cy="380317"/>
          </a:xfrm>
        </p:grpSpPr>
        <p:pic>
          <p:nvPicPr>
            <p:cNvPr id="9092" name="Picture 9091" descr="tomb_toolniche.jpg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6096000" y="1792646"/>
              <a:ext cx="330031" cy="184817"/>
            </a:xfrm>
            <a:prstGeom prst="rect">
              <a:avLst/>
            </a:prstGeom>
          </p:spPr>
        </p:pic>
        <p:sp>
          <p:nvSpPr>
            <p:cNvPr id="9093" name="TextBox 9092"/>
            <p:cNvSpPr txBox="1"/>
            <p:nvPr/>
          </p:nvSpPr>
          <p:spPr>
            <a:xfrm>
              <a:off x="6096000" y="197746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工具龕
toolniche</a:t>
              </a:r>
            </a:p>
          </p:txBody>
        </p:sp>
      </p:grpSp>
      <p:grpSp>
        <p:nvGrpSpPr>
          <p:cNvPr id="9050" name="tomb:rubble"/>
          <p:cNvGrpSpPr/>
          <p:nvPr/>
        </p:nvGrpSpPr>
        <p:grpSpPr>
          <a:xfrm>
            <a:off x="5693362" y="2238969"/>
            <a:ext cx="330031" cy="380317"/>
            <a:chOff x="5693362" y="2238969"/>
            <a:chExt cx="330031" cy="380317"/>
          </a:xfrm>
        </p:grpSpPr>
        <p:pic>
          <p:nvPicPr>
            <p:cNvPr id="9094" name="Picture 9093" descr="tomb_rubble.jpg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5693362" y="2238969"/>
              <a:ext cx="330031" cy="184817"/>
            </a:xfrm>
            <a:prstGeom prst="rect">
              <a:avLst/>
            </a:prstGeom>
          </p:spPr>
        </p:pic>
        <p:sp>
          <p:nvSpPr>
            <p:cNvPr id="9095" name="TextBox 9094"/>
            <p:cNvSpPr txBox="1"/>
            <p:nvPr/>
          </p:nvSpPr>
          <p:spPr>
            <a:xfrm>
              <a:off x="5693362" y="2423786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落石堆
rubble</a:t>
              </a:r>
            </a:p>
          </p:txBody>
        </p:sp>
      </p:grpSp>
      <p:grpSp>
        <p:nvGrpSpPr>
          <p:cNvPr id="9051" name="tomb:cryptwalk"/>
          <p:cNvGrpSpPr/>
          <p:nvPr/>
        </p:nvGrpSpPr>
        <p:grpSpPr>
          <a:xfrm>
            <a:off x="5290724" y="2685292"/>
            <a:ext cx="330031" cy="380317"/>
            <a:chOff x="5290724" y="2685292"/>
            <a:chExt cx="330031" cy="380317"/>
          </a:xfrm>
        </p:grpSpPr>
        <p:pic>
          <p:nvPicPr>
            <p:cNvPr id="9096" name="Picture 9095" descr="tomb_cryptwalk.jpg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5290724" y="2685292"/>
              <a:ext cx="330031" cy="184817"/>
            </a:xfrm>
            <a:prstGeom prst="rect">
              <a:avLst/>
            </a:prstGeom>
          </p:spPr>
        </p:pic>
        <p:sp>
          <p:nvSpPr>
            <p:cNvPr id="9097" name="TextBox 9096"/>
            <p:cNvSpPr txBox="1"/>
            <p:nvPr/>
          </p:nvSpPr>
          <p:spPr>
            <a:xfrm>
              <a:off x="5290724" y="287010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墓道
cryptwalk</a:t>
              </a:r>
            </a:p>
          </p:txBody>
        </p:sp>
      </p:grpSp>
      <p:grpSp>
        <p:nvGrpSpPr>
          <p:cNvPr id="9052" name="tomb:deepwalk"/>
          <p:cNvGrpSpPr/>
          <p:nvPr/>
        </p:nvGrpSpPr>
        <p:grpSpPr>
          <a:xfrm>
            <a:off x="5290724" y="3131615"/>
            <a:ext cx="330031" cy="380317"/>
            <a:chOff x="5290724" y="3131615"/>
            <a:chExt cx="330031" cy="380317"/>
          </a:xfrm>
        </p:grpSpPr>
        <p:pic>
          <p:nvPicPr>
            <p:cNvPr id="9098" name="Picture 9097" descr="tomb_deepwalk.jpg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5290724" y="3131615"/>
              <a:ext cx="330031" cy="184817"/>
            </a:xfrm>
            <a:prstGeom prst="rect">
              <a:avLst/>
            </a:prstGeom>
          </p:spPr>
        </p:pic>
        <p:sp>
          <p:nvSpPr>
            <p:cNvPr id="9099" name="TextBox 9098"/>
            <p:cNvSpPr txBox="1"/>
            <p:nvPr/>
          </p:nvSpPr>
          <p:spPr>
            <a:xfrm>
              <a:off x="5290724" y="3316432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墓道深處
deepwalk</a:t>
              </a:r>
            </a:p>
          </p:txBody>
        </p:sp>
      </p:grpSp>
      <p:grpSp>
        <p:nvGrpSpPr>
          <p:cNvPr id="9053" name="tomb:brokenhall"/>
          <p:cNvGrpSpPr/>
          <p:nvPr/>
        </p:nvGrpSpPr>
        <p:grpSpPr>
          <a:xfrm>
            <a:off x="4888086" y="3131615"/>
            <a:ext cx="330031" cy="380317"/>
            <a:chOff x="4888086" y="3131615"/>
            <a:chExt cx="330031" cy="380317"/>
          </a:xfrm>
        </p:grpSpPr>
        <p:pic>
          <p:nvPicPr>
            <p:cNvPr id="9100" name="Picture 9099" descr="tomb_brokenhall.jpg"/>
            <p:cNvPicPr>
              <a:picLocks noChangeAspect="1"/>
            </p:cNvPicPr>
            <p:nvPr/>
          </p:nvPicPr>
          <p:blipFill>
            <a:blip r:embed="rId50"/>
            <a:stretch>
              <a:fillRect/>
            </a:stretch>
          </p:blipFill>
          <p:spPr>
            <a:xfrm>
              <a:off x="4888086" y="3131615"/>
              <a:ext cx="330031" cy="184817"/>
            </a:xfrm>
            <a:prstGeom prst="rect">
              <a:avLst/>
            </a:prstGeom>
          </p:spPr>
        </p:pic>
        <p:sp>
          <p:nvSpPr>
            <p:cNvPr id="9101" name="TextBox 9100"/>
            <p:cNvSpPr txBox="1"/>
            <p:nvPr/>
          </p:nvSpPr>
          <p:spPr>
            <a:xfrm>
              <a:off x="4888086" y="3316432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破碎廊道
brokenhall</a:t>
              </a:r>
            </a:p>
          </p:txBody>
        </p:sp>
      </p:grpSp>
      <p:grpSp>
        <p:nvGrpSpPr>
          <p:cNvPr id="9054" name="tomb:sunkhall"/>
          <p:cNvGrpSpPr/>
          <p:nvPr/>
        </p:nvGrpSpPr>
        <p:grpSpPr>
          <a:xfrm>
            <a:off x="5290724" y="4024261"/>
            <a:ext cx="330031" cy="380317"/>
            <a:chOff x="5290724" y="4024261"/>
            <a:chExt cx="330031" cy="380317"/>
          </a:xfrm>
        </p:grpSpPr>
        <p:pic>
          <p:nvPicPr>
            <p:cNvPr id="9102" name="Picture 9101" descr="tomb_sunkhall.jpg"/>
            <p:cNvPicPr>
              <a:picLocks noChangeAspect="1"/>
            </p:cNvPicPr>
            <p:nvPr/>
          </p:nvPicPr>
          <p:blipFill>
            <a:blip r:embed="rId51"/>
            <a:stretch>
              <a:fillRect/>
            </a:stretch>
          </p:blipFill>
          <p:spPr>
            <a:xfrm>
              <a:off x="5290724" y="4024261"/>
              <a:ext cx="330031" cy="184817"/>
            </a:xfrm>
            <a:prstGeom prst="rect">
              <a:avLst/>
            </a:prstGeom>
          </p:spPr>
        </p:pic>
        <p:sp>
          <p:nvSpPr>
            <p:cNvPr id="9103" name="TextBox 9102"/>
            <p:cNvSpPr txBox="1"/>
            <p:nvPr/>
          </p:nvSpPr>
          <p:spPr>
            <a:xfrm>
              <a:off x="5290724" y="4209078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沉陷廳
sunkhall</a:t>
              </a:r>
            </a:p>
          </p:txBody>
        </p:sp>
      </p:grpSp>
      <p:grpSp>
        <p:nvGrpSpPr>
          <p:cNvPr id="9055" name="tomb:mudpit"/>
          <p:cNvGrpSpPr/>
          <p:nvPr/>
        </p:nvGrpSpPr>
        <p:grpSpPr>
          <a:xfrm>
            <a:off x="4888086" y="4024261"/>
            <a:ext cx="330031" cy="380317"/>
            <a:chOff x="4888086" y="4024261"/>
            <a:chExt cx="330031" cy="380317"/>
          </a:xfrm>
        </p:grpSpPr>
        <p:pic>
          <p:nvPicPr>
            <p:cNvPr id="9104" name="Picture 9103" descr="tomb_mudpit.jpg"/>
            <p:cNvPicPr>
              <a:picLocks noChangeAspect="1"/>
            </p:cNvPicPr>
            <p:nvPr/>
          </p:nvPicPr>
          <p:blipFill>
            <a:blip r:embed="rId52"/>
            <a:stretch>
              <a:fillRect/>
            </a:stretch>
          </p:blipFill>
          <p:spPr>
            <a:xfrm>
              <a:off x="4888086" y="4024261"/>
              <a:ext cx="330031" cy="184817"/>
            </a:xfrm>
            <a:prstGeom prst="rect">
              <a:avLst/>
            </a:prstGeom>
          </p:spPr>
        </p:pic>
        <p:sp>
          <p:nvSpPr>
            <p:cNvPr id="9105" name="TextBox 9104"/>
            <p:cNvSpPr txBox="1"/>
            <p:nvPr/>
          </p:nvSpPr>
          <p:spPr>
            <a:xfrm>
              <a:off x="4888086" y="4209078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淤泥坑
mudpit</a:t>
              </a:r>
            </a:p>
          </p:txBody>
        </p:sp>
      </p:grpSp>
      <p:grpSp>
        <p:nvGrpSpPr>
          <p:cNvPr id="9056" name="tomb:crossvault"/>
          <p:cNvGrpSpPr/>
          <p:nvPr/>
        </p:nvGrpSpPr>
        <p:grpSpPr>
          <a:xfrm>
            <a:off x="5290724" y="3577938"/>
            <a:ext cx="330031" cy="380317"/>
            <a:chOff x="5290724" y="3577938"/>
            <a:chExt cx="330031" cy="380317"/>
          </a:xfrm>
        </p:grpSpPr>
        <p:pic>
          <p:nvPicPr>
            <p:cNvPr id="9106" name="Picture 9105" descr="tomb_crossvault.jpg"/>
            <p:cNvPicPr>
              <a:picLocks noChangeAspect="1"/>
            </p:cNvPicPr>
            <p:nvPr/>
          </p:nvPicPr>
          <p:blipFill>
            <a:blip r:embed="rId53"/>
            <a:stretch>
              <a:fillRect/>
            </a:stretch>
          </p:blipFill>
          <p:spPr>
            <a:xfrm>
              <a:off x="5290724" y="3577938"/>
              <a:ext cx="330031" cy="184817"/>
            </a:xfrm>
            <a:prstGeom prst="rect">
              <a:avLst/>
            </a:prstGeom>
          </p:spPr>
        </p:pic>
        <p:sp>
          <p:nvSpPr>
            <p:cNvPr id="9107" name="TextBox 9106"/>
            <p:cNvSpPr txBox="1"/>
            <p:nvPr/>
          </p:nvSpPr>
          <p:spPr>
            <a:xfrm>
              <a:off x="5290724" y="3762755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十字墓窖
crossvault</a:t>
              </a:r>
            </a:p>
          </p:txBody>
        </p:sp>
      </p:grpSp>
      <p:grpSp>
        <p:nvGrpSpPr>
          <p:cNvPr id="9057" name="tomb:falsestair"/>
          <p:cNvGrpSpPr/>
          <p:nvPr/>
        </p:nvGrpSpPr>
        <p:grpSpPr>
          <a:xfrm>
            <a:off x="4888086" y="3577938"/>
            <a:ext cx="330031" cy="380317"/>
            <a:chOff x="4888086" y="3577938"/>
            <a:chExt cx="330031" cy="380317"/>
          </a:xfrm>
        </p:grpSpPr>
        <p:pic>
          <p:nvPicPr>
            <p:cNvPr id="9108" name="Picture 9107" descr="tomb_falsestair.jpg"/>
            <p:cNvPicPr>
              <a:picLocks noChangeAspect="1"/>
            </p:cNvPicPr>
            <p:nvPr/>
          </p:nvPicPr>
          <p:blipFill>
            <a:blip r:embed="rId54"/>
            <a:stretch>
              <a:fillRect/>
            </a:stretch>
          </p:blipFill>
          <p:spPr>
            <a:xfrm>
              <a:off x="4888086" y="3577938"/>
              <a:ext cx="330031" cy="184817"/>
            </a:xfrm>
            <a:prstGeom prst="rect">
              <a:avLst/>
            </a:prstGeom>
          </p:spPr>
        </p:pic>
        <p:sp>
          <p:nvSpPr>
            <p:cNvPr id="9109" name="TextBox 9108"/>
            <p:cNvSpPr txBox="1"/>
            <p:nvPr/>
          </p:nvSpPr>
          <p:spPr>
            <a:xfrm>
              <a:off x="4888086" y="3762755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塌陷的階梯
falsestair</a:t>
              </a:r>
            </a:p>
          </p:txBody>
        </p:sp>
      </p:grpSp>
      <p:grpSp>
        <p:nvGrpSpPr>
          <p:cNvPr id="9058" name="tomb:stair2"/>
          <p:cNvGrpSpPr/>
          <p:nvPr/>
        </p:nvGrpSpPr>
        <p:grpSpPr>
          <a:xfrm>
            <a:off x="6096000" y="4024261"/>
            <a:ext cx="330031" cy="380317"/>
            <a:chOff x="6096000" y="4024261"/>
            <a:chExt cx="330031" cy="380317"/>
          </a:xfrm>
        </p:grpSpPr>
        <p:pic>
          <p:nvPicPr>
            <p:cNvPr id="9110" name="Picture 9109" descr="tomb_stair2.jpg"/>
            <p:cNvPicPr>
              <a:picLocks noChangeAspect="1"/>
            </p:cNvPicPr>
            <p:nvPr/>
          </p:nvPicPr>
          <p:blipFill>
            <a:blip r:embed="rId55"/>
            <a:stretch>
              <a:fillRect/>
            </a:stretch>
          </p:blipFill>
          <p:spPr>
            <a:xfrm>
              <a:off x="6096000" y="4024261"/>
              <a:ext cx="330031" cy="184817"/>
            </a:xfrm>
            <a:prstGeom prst="rect">
              <a:avLst/>
            </a:prstGeom>
          </p:spPr>
        </p:pic>
        <p:sp>
          <p:nvSpPr>
            <p:cNvPr id="9111" name="TextBox 9110"/>
            <p:cNvSpPr txBox="1"/>
            <p:nvPr/>
          </p:nvSpPr>
          <p:spPr>
            <a:xfrm>
              <a:off x="6096000" y="4209078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底層階梯
stair2</a:t>
              </a:r>
            </a:p>
          </p:txBody>
        </p:sp>
      </p:grpSp>
      <p:grpSp>
        <p:nvGrpSpPr>
          <p:cNvPr id="9059" name="tomb:landing3"/>
          <p:cNvGrpSpPr/>
          <p:nvPr/>
        </p:nvGrpSpPr>
        <p:grpSpPr>
          <a:xfrm>
            <a:off x="6096000" y="4470584"/>
            <a:ext cx="330031" cy="380317"/>
            <a:chOff x="6096000" y="4470584"/>
            <a:chExt cx="330031" cy="380317"/>
          </a:xfrm>
        </p:grpSpPr>
        <p:pic>
          <p:nvPicPr>
            <p:cNvPr id="9112" name="Picture 9111" descr="tomb_landing3.jpg"/>
            <p:cNvPicPr>
              <a:picLocks noChangeAspect="1"/>
            </p:cNvPicPr>
            <p:nvPr/>
          </p:nvPicPr>
          <p:blipFill>
            <a:blip r:embed="rId56"/>
            <a:stretch>
              <a:fillRect/>
            </a:stretch>
          </p:blipFill>
          <p:spPr>
            <a:xfrm>
              <a:off x="6096000" y="4470584"/>
              <a:ext cx="330031" cy="184817"/>
            </a:xfrm>
            <a:prstGeom prst="rect">
              <a:avLst/>
            </a:prstGeom>
          </p:spPr>
        </p:pic>
        <p:sp>
          <p:nvSpPr>
            <p:cNvPr id="9113" name="TextBox 9112"/>
            <p:cNvSpPr txBox="1"/>
            <p:nvPr/>
          </p:nvSpPr>
          <p:spPr>
            <a:xfrm>
              <a:off x="6096000" y="4655401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三層梯廳
landing3</a:t>
              </a:r>
              <a:r>
                <a:rPr sz="550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60" name="tomb:gallery3"/>
          <p:cNvGrpSpPr/>
          <p:nvPr/>
        </p:nvGrpSpPr>
        <p:grpSpPr>
          <a:xfrm>
            <a:off x="6498638" y="5363230"/>
            <a:ext cx="330031" cy="380317"/>
            <a:chOff x="6498638" y="5363230"/>
            <a:chExt cx="330031" cy="380317"/>
          </a:xfrm>
        </p:grpSpPr>
        <p:pic>
          <p:nvPicPr>
            <p:cNvPr id="9114" name="Picture 9113" descr="tomb_gallery3.jpg"/>
            <p:cNvPicPr>
              <a:picLocks noChangeAspect="1"/>
            </p:cNvPicPr>
            <p:nvPr/>
          </p:nvPicPr>
          <p:blipFill>
            <a:blip r:embed="rId57"/>
            <a:stretch>
              <a:fillRect/>
            </a:stretch>
          </p:blipFill>
          <p:spPr>
            <a:xfrm>
              <a:off x="6498638" y="5363230"/>
              <a:ext cx="330031" cy="184817"/>
            </a:xfrm>
            <a:prstGeom prst="rect">
              <a:avLst/>
            </a:prstGeom>
          </p:spPr>
        </p:pic>
        <p:sp>
          <p:nvSpPr>
            <p:cNvPr id="9115" name="TextBox 9114"/>
            <p:cNvSpPr txBox="1"/>
            <p:nvPr/>
          </p:nvSpPr>
          <p:spPr>
            <a:xfrm>
              <a:off x="6498638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玄室前廊
gallery3</a:t>
              </a:r>
            </a:p>
          </p:txBody>
        </p:sp>
      </p:grpSp>
      <p:grpSp>
        <p:nvGrpSpPr>
          <p:cNvPr id="9061" name="tomb:vaultW"/>
          <p:cNvGrpSpPr/>
          <p:nvPr/>
        </p:nvGrpSpPr>
        <p:grpSpPr>
          <a:xfrm>
            <a:off x="6901276" y="5363230"/>
            <a:ext cx="330031" cy="380317"/>
            <a:chOff x="6901276" y="5363230"/>
            <a:chExt cx="330031" cy="380317"/>
          </a:xfrm>
        </p:grpSpPr>
        <p:pic>
          <p:nvPicPr>
            <p:cNvPr id="9116" name="Picture 9115" descr="tomb_vaultw.jpg"/>
            <p:cNvPicPr>
              <a:picLocks noChangeAspect="1"/>
            </p:cNvPicPr>
            <p:nvPr/>
          </p:nvPicPr>
          <p:blipFill>
            <a:blip r:embed="rId58"/>
            <a:stretch>
              <a:fillRect/>
            </a:stretch>
          </p:blipFill>
          <p:spPr>
            <a:xfrm>
              <a:off x="6901276" y="5363230"/>
              <a:ext cx="330031" cy="184817"/>
            </a:xfrm>
            <a:prstGeom prst="rect">
              <a:avLst/>
            </a:prstGeom>
          </p:spPr>
        </p:pic>
        <p:sp>
          <p:nvSpPr>
            <p:cNvPr id="9117" name="TextBox 9116"/>
            <p:cNvSpPr txBox="1"/>
            <p:nvPr/>
          </p:nvSpPr>
          <p:spPr>
            <a:xfrm>
              <a:off x="6901276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側墓穴
vaultW</a:t>
              </a:r>
            </a:p>
          </p:txBody>
        </p:sp>
      </p:grpSp>
      <p:grpSp>
        <p:nvGrpSpPr>
          <p:cNvPr id="9062" name="tomb:bonepit"/>
          <p:cNvGrpSpPr/>
          <p:nvPr/>
        </p:nvGrpSpPr>
        <p:grpSpPr>
          <a:xfrm>
            <a:off x="7303914" y="6255876"/>
            <a:ext cx="330031" cy="380317"/>
            <a:chOff x="7303914" y="6255876"/>
            <a:chExt cx="330031" cy="380317"/>
          </a:xfrm>
        </p:grpSpPr>
        <p:pic>
          <p:nvPicPr>
            <p:cNvPr id="9118" name="Picture 9117" descr="tomb_bonepit.jpg"/>
            <p:cNvPicPr>
              <a:picLocks noChangeAspect="1"/>
            </p:cNvPicPr>
            <p:nvPr/>
          </p:nvPicPr>
          <p:blipFill>
            <a:blip r:embed="rId59"/>
            <a:stretch>
              <a:fillRect/>
            </a:stretch>
          </p:blipFill>
          <p:spPr>
            <a:xfrm>
              <a:off x="7303914" y="6255876"/>
              <a:ext cx="330031" cy="184817"/>
            </a:xfrm>
            <a:prstGeom prst="rect">
              <a:avLst/>
            </a:prstGeom>
          </p:spPr>
        </p:pic>
        <p:sp>
          <p:nvSpPr>
            <p:cNvPr id="9119" name="TextBox 9118"/>
            <p:cNvSpPr txBox="1"/>
            <p:nvPr/>
          </p:nvSpPr>
          <p:spPr>
            <a:xfrm>
              <a:off x="7303914" y="6440693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骨坑
bonepit</a:t>
              </a:r>
            </a:p>
          </p:txBody>
        </p:sp>
      </p:grpSp>
      <p:grpSp>
        <p:nvGrpSpPr>
          <p:cNvPr id="9063" name="tomb:lowaltar"/>
          <p:cNvGrpSpPr/>
          <p:nvPr/>
        </p:nvGrpSpPr>
        <p:grpSpPr>
          <a:xfrm>
            <a:off x="7706552" y="7148522"/>
            <a:ext cx="330031" cy="380317"/>
            <a:chOff x="7706552" y="7148522"/>
            <a:chExt cx="330031" cy="380317"/>
          </a:xfrm>
        </p:grpSpPr>
        <p:pic>
          <p:nvPicPr>
            <p:cNvPr id="9120" name="Picture 9119" descr="tomb_lowaltar.jpg"/>
            <p:cNvPicPr>
              <a:picLocks noChangeAspect="1"/>
            </p:cNvPicPr>
            <p:nvPr/>
          </p:nvPicPr>
          <p:blipFill>
            <a:blip r:embed="rId60"/>
            <a:stretch>
              <a:fillRect/>
            </a:stretch>
          </p:blipFill>
          <p:spPr>
            <a:xfrm>
              <a:off x="7706552" y="7148522"/>
              <a:ext cx="330031" cy="184817"/>
            </a:xfrm>
            <a:prstGeom prst="rect">
              <a:avLst/>
            </a:prstGeom>
          </p:spPr>
        </p:pic>
        <p:sp>
          <p:nvSpPr>
            <p:cNvPr id="9121" name="TextBox 9120"/>
            <p:cNvSpPr txBox="1"/>
            <p:nvPr/>
          </p:nvSpPr>
          <p:spPr>
            <a:xfrm>
              <a:off x="7706552" y="733333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底層祭壇
lowaltar</a:t>
              </a:r>
              <a:r>
                <a:rPr sz="550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64" name="tomb:adit"/>
          <p:cNvGrpSpPr/>
          <p:nvPr/>
        </p:nvGrpSpPr>
        <p:grpSpPr>
          <a:xfrm>
            <a:off x="7303914" y="7148522"/>
            <a:ext cx="330031" cy="380317"/>
            <a:chOff x="7303914" y="7148522"/>
            <a:chExt cx="330031" cy="380317"/>
          </a:xfrm>
        </p:grpSpPr>
        <p:pic>
          <p:nvPicPr>
            <p:cNvPr id="9122" name="Picture 9121" descr="tomb_adit.jpg"/>
            <p:cNvPicPr>
              <a:picLocks noChangeAspect="1"/>
            </p:cNvPicPr>
            <p:nvPr/>
          </p:nvPicPr>
          <p:blipFill>
            <a:blip r:embed="rId61"/>
            <a:stretch>
              <a:fillRect/>
            </a:stretch>
          </p:blipFill>
          <p:spPr>
            <a:xfrm>
              <a:off x="7303914" y="7148522"/>
              <a:ext cx="330031" cy="184817"/>
            </a:xfrm>
            <a:prstGeom prst="rect">
              <a:avLst/>
            </a:prstGeom>
          </p:spPr>
        </p:pic>
        <p:sp>
          <p:nvSpPr>
            <p:cNvPr id="9123" name="TextBox 9122"/>
            <p:cNvSpPr txBox="1"/>
            <p:nvPr/>
          </p:nvSpPr>
          <p:spPr>
            <a:xfrm>
              <a:off x="7303914" y="7333339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廢坑道
adit</a:t>
              </a:r>
            </a:p>
          </p:txBody>
        </p:sp>
      </p:grpSp>
      <p:grpSp>
        <p:nvGrpSpPr>
          <p:cNvPr id="9065" name="tomb:crypt"/>
          <p:cNvGrpSpPr/>
          <p:nvPr/>
        </p:nvGrpSpPr>
        <p:grpSpPr>
          <a:xfrm>
            <a:off x="6096000" y="5363230"/>
            <a:ext cx="330031" cy="380317"/>
            <a:chOff x="6096000" y="5363230"/>
            <a:chExt cx="330031" cy="380317"/>
          </a:xfrm>
        </p:grpSpPr>
        <p:pic>
          <p:nvPicPr>
            <p:cNvPr id="9124" name="Picture 9123" descr="tomb_crypt.jpg"/>
            <p:cNvPicPr>
              <a:picLocks noChangeAspect="1"/>
            </p:cNvPicPr>
            <p:nvPr/>
          </p:nvPicPr>
          <p:blipFill>
            <a:blip r:embed="rId62"/>
            <a:stretch>
              <a:fillRect/>
            </a:stretch>
          </p:blipFill>
          <p:spPr>
            <a:xfrm>
              <a:off x="6096000" y="5363230"/>
              <a:ext cx="330031" cy="184817"/>
            </a:xfrm>
            <a:prstGeom prst="rect">
              <a:avLst/>
            </a:prstGeom>
          </p:spPr>
        </p:pic>
        <p:sp>
          <p:nvSpPr>
            <p:cNvPr id="9125" name="TextBox 9124"/>
            <p:cNvSpPr txBox="1"/>
            <p:nvPr/>
          </p:nvSpPr>
          <p:spPr>
            <a:xfrm>
              <a:off x="6096000" y="5548047"/>
              <a:ext cx="330031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28"/>
                <a:t>石棺主室
crypt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27" name="Connector 9126"/>
          <p:cNvCxnSpPr>
            <a:stCxn id="9072" idx="0"/>
            <a:endCxn id="9074" idx="0"/>
          </p:cNvCxnSpPr>
          <p:nvPr/>
        </p:nvCxnSpPr>
        <p:spPr>
          <a:xfrm>
            <a:off x="7042090" y="5331772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6" name="Connector 9125"/>
          <p:cNvCxnSpPr>
            <a:stCxn id="9070" idx="0"/>
            <a:endCxn id="9076" idx="0"/>
          </p:cNvCxnSpPr>
          <p:nvPr/>
        </p:nvCxnSpPr>
        <p:spPr>
          <a:xfrm>
            <a:off x="7713154" y="4698663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5" name="Connector 9124"/>
          <p:cNvCxnSpPr>
            <a:stCxn id="9068" idx="0"/>
            <a:endCxn id="9072" idx="0"/>
          </p:cNvCxnSpPr>
          <p:nvPr/>
        </p:nvCxnSpPr>
        <p:spPr>
          <a:xfrm>
            <a:off x="7042090" y="4698663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4" name="Connector 9123"/>
          <p:cNvCxnSpPr>
            <a:stCxn id="9068" idx="0"/>
            <a:endCxn id="9070" idx="0"/>
          </p:cNvCxnSpPr>
          <p:nvPr/>
        </p:nvCxnSpPr>
        <p:spPr>
          <a:xfrm>
            <a:off x="7042090" y="4698663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3" name="Connector 9122"/>
          <p:cNvCxnSpPr>
            <a:stCxn id="9060" idx="0"/>
            <a:endCxn id="9062" idx="0"/>
          </p:cNvCxnSpPr>
          <p:nvPr/>
        </p:nvCxnSpPr>
        <p:spPr>
          <a:xfrm flipV="1">
            <a:off x="6371026" y="3432445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2" name="Connector 9121"/>
          <p:cNvCxnSpPr>
            <a:stCxn id="9056" idx="0"/>
            <a:endCxn id="9064" idx="0"/>
          </p:cNvCxnSpPr>
          <p:nvPr/>
        </p:nvCxnSpPr>
        <p:spPr>
          <a:xfrm flipV="1">
            <a:off x="5699962" y="4698663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1" name="Connector 9120"/>
          <p:cNvCxnSpPr>
            <a:stCxn id="9054" idx="0"/>
            <a:endCxn id="9058" idx="0"/>
          </p:cNvCxnSpPr>
          <p:nvPr/>
        </p:nvCxnSpPr>
        <p:spPr>
          <a:xfrm>
            <a:off x="7713154" y="2166227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0" name="Connector 9119"/>
          <p:cNvCxnSpPr>
            <a:stCxn id="9052" idx="0"/>
            <a:endCxn id="9066" idx="0"/>
          </p:cNvCxnSpPr>
          <p:nvPr/>
        </p:nvCxnSpPr>
        <p:spPr>
          <a:xfrm>
            <a:off x="6371026" y="2166227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9" name="Connector 9118"/>
          <p:cNvCxnSpPr>
            <a:stCxn id="9050" idx="0"/>
            <a:endCxn id="9066" idx="0"/>
          </p:cNvCxnSpPr>
          <p:nvPr/>
        </p:nvCxnSpPr>
        <p:spPr>
          <a:xfrm flipV="1">
            <a:off x="6371026" y="2799336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8" name="Connector 9117"/>
          <p:cNvCxnSpPr>
            <a:stCxn id="9048" idx="0"/>
            <a:endCxn id="9062" idx="0"/>
          </p:cNvCxnSpPr>
          <p:nvPr/>
        </p:nvCxnSpPr>
        <p:spPr>
          <a:xfrm flipH="1">
            <a:off x="7042090" y="3432445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7" name="Connector 9116"/>
          <p:cNvCxnSpPr>
            <a:stCxn id="9048" idx="0"/>
            <a:endCxn id="9058" idx="0"/>
          </p:cNvCxnSpPr>
          <p:nvPr/>
        </p:nvCxnSpPr>
        <p:spPr>
          <a:xfrm flipV="1">
            <a:off x="7713154" y="2799336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6" name="Connector 9115"/>
          <p:cNvCxnSpPr>
            <a:stCxn id="9044" idx="0"/>
            <a:endCxn id="9046" idx="0"/>
          </p:cNvCxnSpPr>
          <p:nvPr/>
        </p:nvCxnSpPr>
        <p:spPr>
          <a:xfrm>
            <a:off x="4357834" y="2799336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5" name="Connector 9114"/>
          <p:cNvCxnSpPr>
            <a:stCxn id="9042" idx="0"/>
            <a:endCxn id="9044" idx="0"/>
          </p:cNvCxnSpPr>
          <p:nvPr/>
        </p:nvCxnSpPr>
        <p:spPr>
          <a:xfrm>
            <a:off x="3686770" y="2799336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4" name="Connector 9113"/>
          <p:cNvCxnSpPr>
            <a:stCxn id="9040" idx="0"/>
            <a:endCxn id="9056" idx="0"/>
          </p:cNvCxnSpPr>
          <p:nvPr/>
        </p:nvCxnSpPr>
        <p:spPr>
          <a:xfrm>
            <a:off x="5028898" y="5331772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3" name="Connector 9112"/>
          <p:cNvCxnSpPr>
            <a:stCxn id="9038" idx="0"/>
            <a:endCxn id="9046" idx="0"/>
          </p:cNvCxnSpPr>
          <p:nvPr/>
        </p:nvCxnSpPr>
        <p:spPr>
          <a:xfrm>
            <a:off x="5028898" y="2166227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2" name="Connector 9111"/>
          <p:cNvCxnSpPr>
            <a:stCxn id="9036" idx="0"/>
            <a:endCxn id="9054" idx="0"/>
          </p:cNvCxnSpPr>
          <p:nvPr/>
        </p:nvCxnSpPr>
        <p:spPr>
          <a:xfrm flipH="1" flipV="1">
            <a:off x="7713154" y="2166227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1" name="Connector 9110"/>
          <p:cNvCxnSpPr>
            <a:stCxn id="9034" idx="0"/>
            <a:endCxn id="9058" idx="0"/>
          </p:cNvCxnSpPr>
          <p:nvPr/>
        </p:nvCxnSpPr>
        <p:spPr>
          <a:xfrm flipH="1" flipV="1">
            <a:off x="7713154" y="2799336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0" name="Connector 9109"/>
          <p:cNvCxnSpPr>
            <a:stCxn id="9034" idx="0"/>
            <a:endCxn id="9048" idx="0"/>
          </p:cNvCxnSpPr>
          <p:nvPr/>
        </p:nvCxnSpPr>
        <p:spPr>
          <a:xfrm flipH="1">
            <a:off x="7713154" y="3432445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9" name="Connector 9108"/>
          <p:cNvCxnSpPr>
            <a:stCxn id="9034" idx="0"/>
            <a:endCxn id="9036" idx="0"/>
          </p:cNvCxnSpPr>
          <p:nvPr/>
        </p:nvCxnSpPr>
        <p:spPr>
          <a:xfrm flipV="1">
            <a:off x="8384218" y="2799336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8" name="Connector 9107"/>
          <p:cNvCxnSpPr>
            <a:stCxn id="9032" idx="0"/>
            <a:endCxn id="9068" idx="0"/>
          </p:cNvCxnSpPr>
          <p:nvPr/>
        </p:nvCxnSpPr>
        <p:spPr>
          <a:xfrm>
            <a:off x="7042090" y="4065554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7" name="Connector 9106"/>
          <p:cNvCxnSpPr>
            <a:stCxn id="9032" idx="0"/>
            <a:endCxn id="9062" idx="0"/>
          </p:cNvCxnSpPr>
          <p:nvPr/>
        </p:nvCxnSpPr>
        <p:spPr>
          <a:xfrm flipV="1">
            <a:off x="7042090" y="3432445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6" name="Connector 9105"/>
          <p:cNvCxnSpPr>
            <a:stCxn id="9030" idx="0"/>
            <a:endCxn id="9064" idx="0"/>
          </p:cNvCxnSpPr>
          <p:nvPr/>
        </p:nvCxnSpPr>
        <p:spPr>
          <a:xfrm flipH="1">
            <a:off x="5699962" y="4698663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5" name="Connector 9104"/>
          <p:cNvCxnSpPr>
            <a:stCxn id="9030" idx="0"/>
            <a:endCxn id="9068" idx="0"/>
          </p:cNvCxnSpPr>
          <p:nvPr/>
        </p:nvCxnSpPr>
        <p:spPr>
          <a:xfrm>
            <a:off x="6371026" y="4698663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4" name="Connector 9103"/>
          <p:cNvCxnSpPr>
            <a:stCxn id="9030" idx="0"/>
            <a:endCxn id="9032" idx="0"/>
          </p:cNvCxnSpPr>
          <p:nvPr/>
        </p:nvCxnSpPr>
        <p:spPr>
          <a:xfrm flipV="1">
            <a:off x="6371026" y="4065554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3" name="Connector 9102"/>
          <p:cNvCxnSpPr>
            <a:stCxn id="9030" idx="0"/>
            <a:endCxn id="9060" idx="0"/>
          </p:cNvCxnSpPr>
          <p:nvPr/>
        </p:nvCxnSpPr>
        <p:spPr>
          <a:xfrm flipV="1">
            <a:off x="6371026" y="4065554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2" name="Connector 9101"/>
          <p:cNvCxnSpPr>
            <a:stCxn id="9028" idx="0"/>
            <a:endCxn id="9040" idx="0"/>
          </p:cNvCxnSpPr>
          <p:nvPr/>
        </p:nvCxnSpPr>
        <p:spPr>
          <a:xfrm>
            <a:off x="5028898" y="4698663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1" name="Connector 9100"/>
          <p:cNvCxnSpPr>
            <a:stCxn id="9028" idx="0"/>
            <a:endCxn id="9044" idx="0"/>
          </p:cNvCxnSpPr>
          <p:nvPr/>
        </p:nvCxnSpPr>
        <p:spPr>
          <a:xfrm flipH="1" flipV="1">
            <a:off x="4357834" y="2799336"/>
            <a:ext cx="671064" cy="1899327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0" name="Connector 9099"/>
          <p:cNvCxnSpPr>
            <a:stCxn id="9026" idx="0"/>
            <a:endCxn id="9028" idx="0"/>
          </p:cNvCxnSpPr>
          <p:nvPr/>
        </p:nvCxnSpPr>
        <p:spPr>
          <a:xfrm>
            <a:off x="4357834" y="4698663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9" name="Connector 9098"/>
          <p:cNvCxnSpPr>
            <a:stCxn id="9026" idx="0"/>
            <a:endCxn id="9042" idx="0"/>
          </p:cNvCxnSpPr>
          <p:nvPr/>
        </p:nvCxnSpPr>
        <p:spPr>
          <a:xfrm flipH="1" flipV="1">
            <a:off x="3686770" y="2799336"/>
            <a:ext cx="671064" cy="1899327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8" name="Connector 9097"/>
          <p:cNvCxnSpPr>
            <a:stCxn id="9024" idx="0"/>
            <a:endCxn id="9032" idx="0"/>
          </p:cNvCxnSpPr>
          <p:nvPr/>
        </p:nvCxnSpPr>
        <p:spPr>
          <a:xfrm flipH="1">
            <a:off x="7042090" y="4065554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7" name="Connector 9096"/>
          <p:cNvCxnSpPr>
            <a:stCxn id="9024" idx="0"/>
            <a:endCxn id="9070" idx="0"/>
          </p:cNvCxnSpPr>
          <p:nvPr/>
        </p:nvCxnSpPr>
        <p:spPr>
          <a:xfrm>
            <a:off x="7713154" y="4065554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6" name="Connector 9095"/>
          <p:cNvCxnSpPr>
            <a:stCxn id="9024" idx="0"/>
            <a:endCxn id="9048" idx="0"/>
          </p:cNvCxnSpPr>
          <p:nvPr/>
        </p:nvCxnSpPr>
        <p:spPr>
          <a:xfrm flipV="1">
            <a:off x="7713154" y="3432445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5" name="Connector 9094"/>
          <p:cNvCxnSpPr>
            <a:stCxn id="9022" idx="0"/>
            <a:endCxn id="9066" idx="0"/>
          </p:cNvCxnSpPr>
          <p:nvPr/>
        </p:nvCxnSpPr>
        <p:spPr>
          <a:xfrm flipH="1">
            <a:off x="6371026" y="2166227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4" name="Connector 9093"/>
          <p:cNvCxnSpPr>
            <a:stCxn id="9022" idx="0"/>
            <a:endCxn id="9054" idx="0"/>
          </p:cNvCxnSpPr>
          <p:nvPr/>
        </p:nvCxnSpPr>
        <p:spPr>
          <a:xfrm>
            <a:off x="7042090" y="2166227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3" name="Connector 9092"/>
          <p:cNvCxnSpPr>
            <a:stCxn id="9020" idx="0"/>
            <a:endCxn id="9064" idx="0"/>
          </p:cNvCxnSpPr>
          <p:nvPr/>
        </p:nvCxnSpPr>
        <p:spPr>
          <a:xfrm>
            <a:off x="5028898" y="3432445"/>
            <a:ext cx="671064" cy="1266218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2" name="Connector 9091"/>
          <p:cNvCxnSpPr>
            <a:stCxn id="9020" idx="0"/>
            <a:endCxn id="9046" idx="0"/>
          </p:cNvCxnSpPr>
          <p:nvPr/>
        </p:nvCxnSpPr>
        <p:spPr>
          <a:xfrm flipV="1">
            <a:off x="5028898" y="2799336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1" name="Connector 9090"/>
          <p:cNvCxnSpPr>
            <a:stCxn id="9018" idx="0"/>
            <a:endCxn id="9020" idx="0"/>
          </p:cNvCxnSpPr>
          <p:nvPr/>
        </p:nvCxnSpPr>
        <p:spPr>
          <a:xfrm flipH="1" flipV="1">
            <a:off x="5028898" y="3432445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0" name="Connector 9089"/>
          <p:cNvCxnSpPr>
            <a:stCxn id="9018" idx="0"/>
            <a:endCxn id="9060" idx="0"/>
          </p:cNvCxnSpPr>
          <p:nvPr/>
        </p:nvCxnSpPr>
        <p:spPr>
          <a:xfrm>
            <a:off x="5699962" y="4065554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9" name="Connector 9088"/>
          <p:cNvCxnSpPr>
            <a:stCxn id="9016" idx="0"/>
            <a:endCxn id="9046" idx="0"/>
          </p:cNvCxnSpPr>
          <p:nvPr/>
        </p:nvCxnSpPr>
        <p:spPr>
          <a:xfrm flipH="1" flipV="1">
            <a:off x="5028898" y="2799336"/>
            <a:ext cx="671064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8" name="Connector 9087"/>
          <p:cNvCxnSpPr>
            <a:stCxn id="9016" idx="0"/>
            <a:endCxn id="9018" idx="0"/>
          </p:cNvCxnSpPr>
          <p:nvPr/>
        </p:nvCxnSpPr>
        <p:spPr>
          <a:xfrm>
            <a:off x="5699962" y="3432445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7" name="Connector 9086"/>
          <p:cNvCxnSpPr>
            <a:stCxn id="9016" idx="0"/>
            <a:endCxn id="9050" idx="0"/>
          </p:cNvCxnSpPr>
          <p:nvPr/>
        </p:nvCxnSpPr>
        <p:spPr>
          <a:xfrm>
            <a:off x="5699962" y="3432445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6" name="Connector 9085"/>
          <p:cNvCxnSpPr>
            <a:stCxn id="9014" idx="0"/>
            <a:endCxn id="9044" idx="0"/>
          </p:cNvCxnSpPr>
          <p:nvPr/>
        </p:nvCxnSpPr>
        <p:spPr>
          <a:xfrm flipH="1">
            <a:off x="4357834" y="1533118"/>
            <a:ext cx="671064" cy="1266218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5" name="Connector 9084"/>
          <p:cNvCxnSpPr>
            <a:stCxn id="9014" idx="0"/>
            <a:endCxn id="9038" idx="0"/>
          </p:cNvCxnSpPr>
          <p:nvPr/>
        </p:nvCxnSpPr>
        <p:spPr>
          <a:xfrm>
            <a:off x="5028898" y="1533118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4" name="Connector 9083"/>
          <p:cNvCxnSpPr>
            <a:stCxn id="9012" idx="0"/>
            <a:endCxn id="9016" idx="0"/>
          </p:cNvCxnSpPr>
          <p:nvPr/>
        </p:nvCxnSpPr>
        <p:spPr>
          <a:xfrm>
            <a:off x="5699962" y="2799336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3" name="Connector 9082"/>
          <p:cNvCxnSpPr>
            <a:stCxn id="9010" idx="0"/>
            <a:endCxn id="9052" idx="0"/>
          </p:cNvCxnSpPr>
          <p:nvPr/>
        </p:nvCxnSpPr>
        <p:spPr>
          <a:xfrm>
            <a:off x="6371026" y="1533118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2" name="Connector 9081"/>
          <p:cNvCxnSpPr>
            <a:stCxn id="9008" idx="0"/>
            <a:endCxn id="9012" idx="0"/>
          </p:cNvCxnSpPr>
          <p:nvPr/>
        </p:nvCxnSpPr>
        <p:spPr>
          <a:xfrm>
            <a:off x="5699962" y="2166227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1" name="Connector 9080"/>
          <p:cNvCxnSpPr>
            <a:stCxn id="9008" idx="0"/>
            <a:endCxn id="9052" idx="0"/>
          </p:cNvCxnSpPr>
          <p:nvPr/>
        </p:nvCxnSpPr>
        <p:spPr>
          <a:xfrm>
            <a:off x="5699962" y="2166227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0" name="Connector 9079"/>
          <p:cNvCxnSpPr>
            <a:stCxn id="3" idx="0"/>
            <a:endCxn id="9006" idx="0"/>
          </p:cNvCxnSpPr>
          <p:nvPr/>
        </p:nvCxnSpPr>
        <p:spPr>
          <a:xfrm flipH="1" flipV="1">
            <a:off x="4357834" y="900009"/>
            <a:ext cx="1342128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9" name="Connector 9078"/>
          <p:cNvCxnSpPr>
            <a:stCxn id="3" idx="0"/>
            <a:endCxn id="9008" idx="0"/>
          </p:cNvCxnSpPr>
          <p:nvPr/>
        </p:nvCxnSpPr>
        <p:spPr>
          <a:xfrm>
            <a:off x="5699962" y="1533118"/>
            <a:ext cx="0" cy="63310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8" name="Connector 9077"/>
          <p:cNvCxnSpPr>
            <a:stCxn id="3" idx="0"/>
            <a:endCxn id="9010" idx="0"/>
          </p:cNvCxnSpPr>
          <p:nvPr/>
        </p:nvCxnSpPr>
        <p:spPr>
          <a:xfrm>
            <a:off x="5699962" y="1533118"/>
            <a:ext cx="671064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貝利薩爾遺址　（belisar）　37 格</a:t>
            </a:r>
          </a:p>
        </p:txBody>
      </p:sp>
      <p:grpSp>
        <p:nvGrpSpPr>
          <p:cNvPr id="9005" name="belisar:throne"/>
          <p:cNvGrpSpPr/>
          <p:nvPr/>
        </p:nvGrpSpPr>
        <p:grpSpPr>
          <a:xfrm>
            <a:off x="5424936" y="1533118"/>
            <a:ext cx="550053" cy="523099"/>
            <a:chOff x="5424936" y="1533118"/>
            <a:chExt cx="550053" cy="523099"/>
          </a:xfrm>
        </p:grpSpPr>
        <p:pic>
          <p:nvPicPr>
            <p:cNvPr id="3" name="Picture 2" descr="belisar_thronehall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24936" y="1533118"/>
              <a:ext cx="550053" cy="308029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424936" y="1841147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王座廳
throne</a:t>
              </a:r>
            </a:p>
          </p:txBody>
        </p:sp>
      </p:grpSp>
      <p:grpSp>
        <p:nvGrpSpPr>
          <p:cNvPr id="9006" name="belisar:crown"/>
          <p:cNvGrpSpPr/>
          <p:nvPr/>
        </p:nvGrpSpPr>
        <p:grpSpPr>
          <a:xfrm>
            <a:off x="4082808" y="900009"/>
            <a:ext cx="550053" cy="523099"/>
            <a:chOff x="4082808" y="900009"/>
            <a:chExt cx="550053" cy="523099"/>
          </a:xfrm>
        </p:grpSpPr>
        <p:pic>
          <p:nvPicPr>
            <p:cNvPr id="9006" name="Picture 9005" descr="belisar_crownroom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82808" y="900009"/>
              <a:ext cx="550053" cy="308029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4082808" y="1208038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寶冠室
crown</a:t>
              </a:r>
            </a:p>
          </p:txBody>
        </p:sp>
      </p:grpSp>
      <p:grpSp>
        <p:nvGrpSpPr>
          <p:cNvPr id="9007" name="belisar:antecham"/>
          <p:cNvGrpSpPr/>
          <p:nvPr/>
        </p:nvGrpSpPr>
        <p:grpSpPr>
          <a:xfrm>
            <a:off x="5424936" y="2166227"/>
            <a:ext cx="550053" cy="523099"/>
            <a:chOff x="5424936" y="2166227"/>
            <a:chExt cx="550053" cy="523099"/>
          </a:xfrm>
        </p:grpSpPr>
        <p:pic>
          <p:nvPicPr>
            <p:cNvPr id="9008" name="Picture 9007" descr="belisar_antechamber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24936" y="2166227"/>
              <a:ext cx="550053" cy="308029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5424936" y="2474256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謁見前廳
antecham</a:t>
              </a:r>
            </a:p>
          </p:txBody>
        </p:sp>
      </p:grpSp>
      <p:grpSp>
        <p:nvGrpSpPr>
          <p:cNvPr id="9008" name="belisar:offering"/>
          <p:cNvGrpSpPr/>
          <p:nvPr/>
        </p:nvGrpSpPr>
        <p:grpSpPr>
          <a:xfrm>
            <a:off x="6096000" y="1533118"/>
            <a:ext cx="550053" cy="523099"/>
            <a:chOff x="6096000" y="1533118"/>
            <a:chExt cx="550053" cy="523099"/>
          </a:xfrm>
        </p:grpSpPr>
        <p:pic>
          <p:nvPicPr>
            <p:cNvPr id="9010" name="Picture 9009" descr="belisar_relicroom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1533118"/>
              <a:ext cx="550053" cy="308029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6096000" y="1841147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聖物室
offering</a:t>
              </a:r>
            </a:p>
          </p:txBody>
        </p:sp>
      </p:grpSp>
      <p:grpSp>
        <p:nvGrpSpPr>
          <p:cNvPr id="9009" name="belisar:dragstair"/>
          <p:cNvGrpSpPr/>
          <p:nvPr/>
        </p:nvGrpSpPr>
        <p:grpSpPr>
          <a:xfrm>
            <a:off x="5424936" y="2799336"/>
            <a:ext cx="550053" cy="523099"/>
            <a:chOff x="5424936" y="2799336"/>
            <a:chExt cx="550053" cy="523099"/>
          </a:xfrm>
        </p:grpSpPr>
        <p:pic>
          <p:nvPicPr>
            <p:cNvPr id="9012" name="Picture 9011" descr="belisar_lionstair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24936" y="2799336"/>
              <a:ext cx="550053" cy="308029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5424936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獅階
dragstair</a:t>
              </a:r>
              <a:r>
                <a:rPr sz="617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10" name="belisar:starroom"/>
          <p:cNvGrpSpPr/>
          <p:nvPr/>
        </p:nvGrpSpPr>
        <p:grpSpPr>
          <a:xfrm>
            <a:off x="4753872" y="1533118"/>
            <a:ext cx="550053" cy="523099"/>
            <a:chOff x="4753872" y="1533118"/>
            <a:chExt cx="550053" cy="523099"/>
          </a:xfrm>
        </p:grpSpPr>
        <p:pic>
          <p:nvPicPr>
            <p:cNvPr id="9014" name="Picture 9013" descr="belisar_orrery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53872" y="1533118"/>
              <a:ext cx="550053" cy="308029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4753872" y="1841147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星象室
starroom</a:t>
              </a:r>
            </a:p>
          </p:txBody>
        </p:sp>
      </p:grpSp>
      <p:grpSp>
        <p:nvGrpSpPr>
          <p:cNvPr id="9011" name="belisar:guardhall"/>
          <p:cNvGrpSpPr/>
          <p:nvPr/>
        </p:nvGrpSpPr>
        <p:grpSpPr>
          <a:xfrm>
            <a:off x="5424936" y="3432445"/>
            <a:ext cx="550053" cy="523099"/>
            <a:chOff x="5424936" y="3432445"/>
            <a:chExt cx="550053" cy="523099"/>
          </a:xfrm>
        </p:grpSpPr>
        <p:pic>
          <p:nvPicPr>
            <p:cNvPr id="9016" name="Picture 9015" descr="belisar_armourgallery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24936" y="3432445"/>
              <a:ext cx="550053" cy="308029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5424936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甲冑廊
guardhall</a:t>
              </a:r>
            </a:p>
          </p:txBody>
        </p:sp>
      </p:grpSp>
      <p:grpSp>
        <p:nvGrpSpPr>
          <p:cNvPr id="9012" name="belisar:greathall"/>
          <p:cNvGrpSpPr/>
          <p:nvPr/>
        </p:nvGrpSpPr>
        <p:grpSpPr>
          <a:xfrm>
            <a:off x="5424936" y="4065554"/>
            <a:ext cx="550053" cy="523099"/>
            <a:chOff x="5424936" y="4065554"/>
            <a:chExt cx="550053" cy="523099"/>
          </a:xfrm>
        </p:grpSpPr>
        <p:pic>
          <p:nvPicPr>
            <p:cNvPr id="9018" name="Picture 9017" descr="belisar_greathall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24936" y="4065554"/>
              <a:ext cx="550053" cy="308029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5424936" y="4373583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中央大廳
greathall</a:t>
              </a:r>
            </a:p>
          </p:txBody>
        </p:sp>
      </p:grpSp>
      <p:grpSp>
        <p:nvGrpSpPr>
          <p:cNvPr id="9013" name="belisar:lamphall"/>
          <p:cNvGrpSpPr/>
          <p:nvPr/>
        </p:nvGrpSpPr>
        <p:grpSpPr>
          <a:xfrm>
            <a:off x="4753872" y="3432445"/>
            <a:ext cx="550053" cy="523099"/>
            <a:chOff x="4753872" y="3432445"/>
            <a:chExt cx="550053" cy="523099"/>
          </a:xfrm>
        </p:grpSpPr>
        <p:pic>
          <p:nvPicPr>
            <p:cNvPr id="9020" name="Picture 9019" descr="belisar_chandelierhall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53872" y="3432445"/>
              <a:ext cx="550053" cy="308029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4753872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枝燈長廊
lamphall</a:t>
              </a:r>
            </a:p>
          </p:txBody>
        </p:sp>
      </p:grpSp>
      <p:grpSp>
        <p:nvGrpSpPr>
          <p:cNvPr id="9014" name="belisar:ossuary"/>
          <p:cNvGrpSpPr/>
          <p:nvPr/>
        </p:nvGrpSpPr>
        <p:grpSpPr>
          <a:xfrm>
            <a:off x="6767064" y="2166227"/>
            <a:ext cx="550053" cy="523099"/>
            <a:chOff x="6767064" y="2166227"/>
            <a:chExt cx="550053" cy="523099"/>
          </a:xfrm>
        </p:grpSpPr>
        <p:pic>
          <p:nvPicPr>
            <p:cNvPr id="9022" name="Picture 9021" descr="belisar_ossuary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767064" y="2166227"/>
              <a:ext cx="550053" cy="308029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767064" y="2474256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納骨堂
ossuary</a:t>
              </a:r>
            </a:p>
          </p:txBody>
        </p:sp>
      </p:grpSp>
      <p:grpSp>
        <p:nvGrpSpPr>
          <p:cNvPr id="9015" name="belisar:mirrorpool"/>
          <p:cNvGrpSpPr/>
          <p:nvPr/>
        </p:nvGrpSpPr>
        <p:grpSpPr>
          <a:xfrm>
            <a:off x="7438128" y="4065554"/>
            <a:ext cx="550053" cy="523099"/>
            <a:chOff x="7438128" y="4065554"/>
            <a:chExt cx="550053" cy="523099"/>
          </a:xfrm>
        </p:grpSpPr>
        <p:pic>
          <p:nvPicPr>
            <p:cNvPr id="9024" name="Picture 9023" descr="belisar_stillpool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438128" y="4065554"/>
              <a:ext cx="550053" cy="308029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7438128" y="4373583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靜水池
mirrorpool</a:t>
              </a:r>
            </a:p>
          </p:txBody>
        </p:sp>
      </p:grpSp>
      <p:grpSp>
        <p:nvGrpSpPr>
          <p:cNvPr id="9016" name="belisar:rooffall"/>
          <p:cNvGrpSpPr/>
          <p:nvPr/>
        </p:nvGrpSpPr>
        <p:grpSpPr>
          <a:xfrm>
            <a:off x="4082808" y="4698663"/>
            <a:ext cx="550053" cy="523099"/>
            <a:chOff x="4082808" y="4698663"/>
            <a:chExt cx="550053" cy="523099"/>
          </a:xfrm>
        </p:grpSpPr>
        <p:pic>
          <p:nvPicPr>
            <p:cNvPr id="9026" name="Picture 9025" descr="belisar_rooffall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082808" y="4698663"/>
              <a:ext cx="550053" cy="308029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4082808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崩頂坡
rooffall</a:t>
              </a:r>
            </a:p>
          </p:txBody>
        </p:sp>
      </p:grpSp>
      <p:grpSp>
        <p:nvGrpSpPr>
          <p:cNvPr id="9017" name="belisar:muralwalk"/>
          <p:cNvGrpSpPr/>
          <p:nvPr/>
        </p:nvGrpSpPr>
        <p:grpSpPr>
          <a:xfrm>
            <a:off x="4753872" y="4698663"/>
            <a:ext cx="550053" cy="523099"/>
            <a:chOff x="4753872" y="4698663"/>
            <a:chExt cx="550053" cy="523099"/>
          </a:xfrm>
        </p:grpSpPr>
        <p:pic>
          <p:nvPicPr>
            <p:cNvPr id="9028" name="Picture 9027" descr="belisar_muralgallery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753872" y="4698663"/>
              <a:ext cx="550053" cy="308029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4753872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壁畫長廊
muralwalk</a:t>
              </a:r>
            </a:p>
          </p:txBody>
        </p:sp>
      </p:grpSp>
      <p:grpSp>
        <p:nvGrpSpPr>
          <p:cNvPr id="9018" name="belisar:stairwell"/>
          <p:cNvGrpSpPr/>
          <p:nvPr/>
        </p:nvGrpSpPr>
        <p:grpSpPr>
          <a:xfrm>
            <a:off x="6096000" y="4698663"/>
            <a:ext cx="550053" cy="523099"/>
            <a:chOff x="6096000" y="4698663"/>
            <a:chExt cx="550053" cy="523099"/>
          </a:xfrm>
        </p:grpSpPr>
        <p:pic>
          <p:nvPicPr>
            <p:cNvPr id="9030" name="Picture 9029" descr="belisar_spiralwell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096000" y="4698663"/>
              <a:ext cx="550053" cy="308029"/>
            </a:xfrm>
            <a:prstGeom prst="rect">
              <a:avLst/>
            </a:prstGeom>
          </p:spPr>
        </p:pic>
        <p:sp>
          <p:nvSpPr>
            <p:cNvPr id="9031" name="TextBox 9030"/>
            <p:cNvSpPr txBox="1"/>
            <p:nvPr/>
          </p:nvSpPr>
          <p:spPr>
            <a:xfrm>
              <a:off x="6096000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旋梯井
stairwell</a:t>
              </a:r>
              <a:r>
                <a:rPr sz="617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19" name="belisar:pillars"/>
          <p:cNvGrpSpPr/>
          <p:nvPr/>
        </p:nvGrpSpPr>
        <p:grpSpPr>
          <a:xfrm>
            <a:off x="6767064" y="4065554"/>
            <a:ext cx="550053" cy="523099"/>
            <a:chOff x="6767064" y="4065554"/>
            <a:chExt cx="550053" cy="523099"/>
          </a:xfrm>
        </p:grpSpPr>
        <p:pic>
          <p:nvPicPr>
            <p:cNvPr id="9032" name="Picture 9031" descr="belisar_cistern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767064" y="4065554"/>
              <a:ext cx="550053" cy="308029"/>
            </a:xfrm>
            <a:prstGeom prst="rect">
              <a:avLst/>
            </a:prstGeom>
          </p:spPr>
        </p:pic>
        <p:sp>
          <p:nvSpPr>
            <p:cNvPr id="9033" name="TextBox 9032"/>
            <p:cNvSpPr txBox="1"/>
            <p:nvPr/>
          </p:nvSpPr>
          <p:spPr>
            <a:xfrm>
              <a:off x="6767064" y="4373583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千柱廳
pillars</a:t>
              </a:r>
            </a:p>
          </p:txBody>
        </p:sp>
      </p:grpSp>
      <p:grpSp>
        <p:nvGrpSpPr>
          <p:cNvPr id="9020" name="belisar:dragonrace"/>
          <p:cNvGrpSpPr/>
          <p:nvPr/>
        </p:nvGrpSpPr>
        <p:grpSpPr>
          <a:xfrm>
            <a:off x="8109192" y="3432445"/>
            <a:ext cx="550053" cy="523099"/>
            <a:chOff x="8109192" y="3432445"/>
            <a:chExt cx="550053" cy="523099"/>
          </a:xfrm>
        </p:grpSpPr>
        <p:pic>
          <p:nvPicPr>
            <p:cNvPr id="9034" name="Picture 9033" descr="belisar_lionspout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109192" y="3432445"/>
              <a:ext cx="550053" cy="308029"/>
            </a:xfrm>
            <a:prstGeom prst="rect">
              <a:avLst/>
            </a:prstGeom>
          </p:spPr>
        </p:pic>
        <p:sp>
          <p:nvSpPr>
            <p:cNvPr id="9035" name="TextBox 9034"/>
            <p:cNvSpPr txBox="1"/>
            <p:nvPr/>
          </p:nvSpPr>
          <p:spPr>
            <a:xfrm>
              <a:off x="8109192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獅口水道
dragonrace</a:t>
              </a:r>
            </a:p>
          </p:txBody>
        </p:sp>
      </p:grpSp>
      <p:grpSp>
        <p:nvGrpSpPr>
          <p:cNvPr id="9021" name="belisar:draincliff"/>
          <p:cNvGrpSpPr/>
          <p:nvPr/>
        </p:nvGrpSpPr>
        <p:grpSpPr>
          <a:xfrm>
            <a:off x="8109192" y="2799336"/>
            <a:ext cx="550053" cy="523099"/>
            <a:chOff x="8109192" y="2799336"/>
            <a:chExt cx="550053" cy="523099"/>
          </a:xfrm>
        </p:grpSpPr>
        <p:pic>
          <p:nvPicPr>
            <p:cNvPr id="9036" name="Picture 9035" descr="belisar_draincliff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109192" y="2799336"/>
              <a:ext cx="550053" cy="308029"/>
            </a:xfrm>
            <a:prstGeom prst="rect">
              <a:avLst/>
            </a:prstGeom>
          </p:spPr>
        </p:pic>
        <p:sp>
          <p:nvSpPr>
            <p:cNvPr id="9037" name="TextBox 9036"/>
            <p:cNvSpPr txBox="1"/>
            <p:nvPr/>
          </p:nvSpPr>
          <p:spPr>
            <a:xfrm>
              <a:off x="8109192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排水崖口
draincliff</a:t>
              </a:r>
            </a:p>
          </p:txBody>
        </p:sp>
      </p:grpSp>
      <p:grpSp>
        <p:nvGrpSpPr>
          <p:cNvPr id="9022" name="belisar:incense"/>
          <p:cNvGrpSpPr/>
          <p:nvPr/>
        </p:nvGrpSpPr>
        <p:grpSpPr>
          <a:xfrm>
            <a:off x="4753872" y="2166227"/>
            <a:ext cx="550053" cy="523099"/>
            <a:chOff x="4753872" y="2166227"/>
            <a:chExt cx="550053" cy="523099"/>
          </a:xfrm>
        </p:grpSpPr>
        <p:pic>
          <p:nvPicPr>
            <p:cNvPr id="9038" name="Picture 9037" descr="belisar_chrismroom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753872" y="2166227"/>
              <a:ext cx="550053" cy="308029"/>
            </a:xfrm>
            <a:prstGeom prst="rect">
              <a:avLst/>
            </a:prstGeom>
          </p:spPr>
        </p:pic>
        <p:sp>
          <p:nvSpPr>
            <p:cNvPr id="9039" name="TextBox 9038"/>
            <p:cNvSpPr txBox="1"/>
            <p:nvPr/>
          </p:nvSpPr>
          <p:spPr>
            <a:xfrm>
              <a:off x="4753872" y="2474256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聖油室
incense</a:t>
              </a:r>
            </a:p>
          </p:txBody>
        </p:sp>
      </p:grpSp>
      <p:grpSp>
        <p:nvGrpSpPr>
          <p:cNvPr id="9023" name="belisar:bellroom"/>
          <p:cNvGrpSpPr/>
          <p:nvPr/>
        </p:nvGrpSpPr>
        <p:grpSpPr>
          <a:xfrm>
            <a:off x="4753872" y="5331772"/>
            <a:ext cx="550053" cy="523099"/>
            <a:chOff x="4753872" y="5331772"/>
            <a:chExt cx="550053" cy="523099"/>
          </a:xfrm>
        </p:grpSpPr>
        <p:pic>
          <p:nvPicPr>
            <p:cNvPr id="9040" name="Picture 9039" descr="belisar_bellroom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753872" y="5331772"/>
              <a:ext cx="550053" cy="308029"/>
            </a:xfrm>
            <a:prstGeom prst="rect">
              <a:avLst/>
            </a:prstGeom>
          </p:spPr>
        </p:pic>
        <p:sp>
          <p:nvSpPr>
            <p:cNvPr id="9041" name="TextBox 9040"/>
            <p:cNvSpPr txBox="1"/>
            <p:nvPr/>
          </p:nvSpPr>
          <p:spPr>
            <a:xfrm>
              <a:off x="4753872" y="5639801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鐘室
bellroom</a:t>
              </a:r>
            </a:p>
          </p:txBody>
        </p:sp>
      </p:grpSp>
      <p:grpSp>
        <p:nvGrpSpPr>
          <p:cNvPr id="9024" name="belisar:drywell"/>
          <p:cNvGrpSpPr/>
          <p:nvPr/>
        </p:nvGrpSpPr>
        <p:grpSpPr>
          <a:xfrm>
            <a:off x="3411744" y="2799336"/>
            <a:ext cx="550053" cy="523099"/>
            <a:chOff x="3411744" y="2799336"/>
            <a:chExt cx="550053" cy="523099"/>
          </a:xfrm>
        </p:grpSpPr>
        <p:pic>
          <p:nvPicPr>
            <p:cNvPr id="9042" name="Picture 9041" descr="belisar_drywell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411744" y="2799336"/>
              <a:ext cx="550053" cy="308029"/>
            </a:xfrm>
            <a:prstGeom prst="rect">
              <a:avLst/>
            </a:prstGeom>
          </p:spPr>
        </p:pic>
        <p:sp>
          <p:nvSpPr>
            <p:cNvPr id="9043" name="TextBox 9042"/>
            <p:cNvSpPr txBox="1"/>
            <p:nvPr/>
          </p:nvSpPr>
          <p:spPr>
            <a:xfrm>
              <a:off x="3411744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枯井底
drywell</a:t>
              </a:r>
            </a:p>
          </p:txBody>
        </p:sp>
      </p:grpSp>
      <p:grpSp>
        <p:nvGrpSpPr>
          <p:cNvPr id="9025" name="belisar:forge"/>
          <p:cNvGrpSpPr/>
          <p:nvPr/>
        </p:nvGrpSpPr>
        <p:grpSpPr>
          <a:xfrm>
            <a:off x="4082808" y="2799336"/>
            <a:ext cx="550053" cy="523099"/>
            <a:chOff x="4082808" y="2799336"/>
            <a:chExt cx="550053" cy="523099"/>
          </a:xfrm>
        </p:grpSpPr>
        <p:pic>
          <p:nvPicPr>
            <p:cNvPr id="9044" name="Picture 9043" descr="belisar_forge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082808" y="2799336"/>
              <a:ext cx="550053" cy="308029"/>
            </a:xfrm>
            <a:prstGeom prst="rect">
              <a:avLst/>
            </a:prstGeom>
          </p:spPr>
        </p:pic>
        <p:sp>
          <p:nvSpPr>
            <p:cNvPr id="9045" name="TextBox 9044"/>
            <p:cNvSpPr txBox="1"/>
            <p:nvPr/>
          </p:nvSpPr>
          <p:spPr>
            <a:xfrm>
              <a:off x="4082808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兵器工坊
forge</a:t>
              </a:r>
              <a:r>
                <a:rPr sz="617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26" name="belisar:trihall"/>
          <p:cNvGrpSpPr/>
          <p:nvPr/>
        </p:nvGrpSpPr>
        <p:grpSpPr>
          <a:xfrm>
            <a:off x="4753872" y="2799336"/>
            <a:ext cx="550053" cy="523099"/>
            <a:chOff x="4753872" y="2799336"/>
            <a:chExt cx="550053" cy="523099"/>
          </a:xfrm>
        </p:grpSpPr>
        <p:pic>
          <p:nvPicPr>
            <p:cNvPr id="9046" name="Picture 9045" descr="belisar_triarch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753872" y="2799336"/>
              <a:ext cx="550053" cy="308029"/>
            </a:xfrm>
            <a:prstGeom prst="rect">
              <a:avLst/>
            </a:prstGeom>
          </p:spPr>
        </p:pic>
        <p:sp>
          <p:nvSpPr>
            <p:cNvPr id="9047" name="TextBox 9046"/>
            <p:cNvSpPr txBox="1"/>
            <p:nvPr/>
          </p:nvSpPr>
          <p:spPr>
            <a:xfrm>
              <a:off x="4753872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三拱廳
trihall</a:t>
              </a:r>
            </a:p>
          </p:txBody>
        </p:sp>
      </p:grpSp>
      <p:grpSp>
        <p:nvGrpSpPr>
          <p:cNvPr id="9027" name="belisar:waterjail"/>
          <p:cNvGrpSpPr/>
          <p:nvPr/>
        </p:nvGrpSpPr>
        <p:grpSpPr>
          <a:xfrm>
            <a:off x="7438128" y="3432445"/>
            <a:ext cx="550053" cy="523099"/>
            <a:chOff x="7438128" y="3432445"/>
            <a:chExt cx="550053" cy="523099"/>
          </a:xfrm>
        </p:grpSpPr>
        <p:pic>
          <p:nvPicPr>
            <p:cNvPr id="9048" name="Picture 9047" descr="belisar_waterjail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7438128" y="3432445"/>
              <a:ext cx="550053" cy="308029"/>
            </a:xfrm>
            <a:prstGeom prst="rect">
              <a:avLst/>
            </a:prstGeom>
          </p:spPr>
        </p:pic>
        <p:sp>
          <p:nvSpPr>
            <p:cNvPr id="9049" name="TextBox 9048"/>
            <p:cNvSpPr txBox="1"/>
            <p:nvPr/>
          </p:nvSpPr>
          <p:spPr>
            <a:xfrm>
              <a:off x="7438128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水牢
waterjail</a:t>
              </a:r>
            </a:p>
          </p:txBody>
        </p:sp>
      </p:grpSp>
      <p:grpSp>
        <p:nvGrpSpPr>
          <p:cNvPr id="9028" name="belisar:bonerack"/>
          <p:cNvGrpSpPr/>
          <p:nvPr/>
        </p:nvGrpSpPr>
        <p:grpSpPr>
          <a:xfrm>
            <a:off x="6096000" y="3432445"/>
            <a:ext cx="550053" cy="523099"/>
            <a:chOff x="6096000" y="3432445"/>
            <a:chExt cx="550053" cy="523099"/>
          </a:xfrm>
        </p:grpSpPr>
        <p:pic>
          <p:nvPicPr>
            <p:cNvPr id="9050" name="Picture 9049" descr="belisar_sarcophagi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096000" y="3432445"/>
              <a:ext cx="550053" cy="308029"/>
            </a:xfrm>
            <a:prstGeom prst="rect">
              <a:avLst/>
            </a:prstGeom>
          </p:spPr>
        </p:pic>
        <p:sp>
          <p:nvSpPr>
            <p:cNvPr id="9051" name="TextBox 9050"/>
            <p:cNvSpPr txBox="1"/>
            <p:nvPr/>
          </p:nvSpPr>
          <p:spPr>
            <a:xfrm>
              <a:off x="6096000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石棺廊
bonerack</a:t>
              </a:r>
            </a:p>
          </p:txBody>
        </p:sp>
      </p:grpSp>
      <p:grpSp>
        <p:nvGrpSpPr>
          <p:cNvPr id="9029" name="belisar:wardtomb"/>
          <p:cNvGrpSpPr/>
          <p:nvPr/>
        </p:nvGrpSpPr>
        <p:grpSpPr>
          <a:xfrm>
            <a:off x="6096000" y="2166227"/>
            <a:ext cx="550053" cy="523099"/>
            <a:chOff x="6096000" y="2166227"/>
            <a:chExt cx="550053" cy="523099"/>
          </a:xfrm>
        </p:grpSpPr>
        <p:pic>
          <p:nvPicPr>
            <p:cNvPr id="9052" name="Picture 9051" descr="belisar_guardtomb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096000" y="2166227"/>
              <a:ext cx="550053" cy="308029"/>
            </a:xfrm>
            <a:prstGeom prst="rect">
              <a:avLst/>
            </a:prstGeom>
          </p:spPr>
        </p:pic>
        <p:sp>
          <p:nvSpPr>
            <p:cNvPr id="9053" name="TextBox 9052"/>
            <p:cNvSpPr txBox="1"/>
            <p:nvPr/>
          </p:nvSpPr>
          <p:spPr>
            <a:xfrm>
              <a:off x="6096000" y="2474256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近衛墓室
wardtomb</a:t>
              </a:r>
              <a:r>
                <a:rPr sz="617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30" name="belisar:culvert"/>
          <p:cNvGrpSpPr/>
          <p:nvPr/>
        </p:nvGrpSpPr>
        <p:grpSpPr>
          <a:xfrm>
            <a:off x="7438128" y="2166227"/>
            <a:ext cx="550053" cy="523099"/>
            <a:chOff x="7438128" y="2166227"/>
            <a:chExt cx="550053" cy="523099"/>
          </a:xfrm>
        </p:grpSpPr>
        <p:pic>
          <p:nvPicPr>
            <p:cNvPr id="9054" name="Picture 9053" descr="belisar_culvert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7438128" y="2166227"/>
              <a:ext cx="550053" cy="308029"/>
            </a:xfrm>
            <a:prstGeom prst="rect">
              <a:avLst/>
            </a:prstGeom>
          </p:spPr>
        </p:pic>
        <p:sp>
          <p:nvSpPr>
            <p:cNvPr id="9055" name="TextBox 9054"/>
            <p:cNvSpPr txBox="1"/>
            <p:nvPr/>
          </p:nvSpPr>
          <p:spPr>
            <a:xfrm>
              <a:off x="7438128" y="2474256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暗渠
culvert</a:t>
              </a:r>
            </a:p>
          </p:txBody>
        </p:sp>
      </p:grpSp>
      <p:grpSp>
        <p:nvGrpSpPr>
          <p:cNvPr id="9031" name="belisar:mirrorway"/>
          <p:cNvGrpSpPr/>
          <p:nvPr/>
        </p:nvGrpSpPr>
        <p:grpSpPr>
          <a:xfrm>
            <a:off x="5424936" y="5331772"/>
            <a:ext cx="550053" cy="523099"/>
            <a:chOff x="5424936" y="5331772"/>
            <a:chExt cx="550053" cy="523099"/>
          </a:xfrm>
        </p:grpSpPr>
        <p:pic>
          <p:nvPicPr>
            <p:cNvPr id="9056" name="Picture 9055" descr="belisar_mirrorwalk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5424936" y="5331772"/>
              <a:ext cx="550053" cy="308029"/>
            </a:xfrm>
            <a:prstGeom prst="rect">
              <a:avLst/>
            </a:prstGeom>
          </p:spPr>
        </p:pic>
        <p:sp>
          <p:nvSpPr>
            <p:cNvPr id="9057" name="TextBox 9056"/>
            <p:cNvSpPr txBox="1"/>
            <p:nvPr/>
          </p:nvSpPr>
          <p:spPr>
            <a:xfrm>
              <a:off x="5424936" y="5639801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鏡廊
mirrorway</a:t>
              </a:r>
            </a:p>
          </p:txBody>
        </p:sp>
      </p:grpSp>
      <p:grpSp>
        <p:nvGrpSpPr>
          <p:cNvPr id="9032" name="belisar:cages"/>
          <p:cNvGrpSpPr/>
          <p:nvPr/>
        </p:nvGrpSpPr>
        <p:grpSpPr>
          <a:xfrm>
            <a:off x="7438128" y="2799336"/>
            <a:ext cx="550053" cy="523099"/>
            <a:chOff x="7438128" y="2799336"/>
            <a:chExt cx="550053" cy="523099"/>
          </a:xfrm>
        </p:grpSpPr>
        <p:pic>
          <p:nvPicPr>
            <p:cNvPr id="9058" name="Picture 9057" descr="belisar_cages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7438128" y="2799336"/>
              <a:ext cx="550053" cy="308029"/>
            </a:xfrm>
            <a:prstGeom prst="rect">
              <a:avLst/>
            </a:prstGeom>
          </p:spPr>
        </p:pic>
        <p:sp>
          <p:nvSpPr>
            <p:cNvPr id="9059" name="TextBox 9058"/>
            <p:cNvSpPr txBox="1"/>
            <p:nvPr/>
          </p:nvSpPr>
          <p:spPr>
            <a:xfrm>
              <a:off x="7438128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獸欄
cages</a:t>
              </a:r>
            </a:p>
          </p:txBody>
        </p:sp>
      </p:grpSp>
      <p:grpSp>
        <p:nvGrpSpPr>
          <p:cNvPr id="9033" name="belisar:oldtomb"/>
          <p:cNvGrpSpPr/>
          <p:nvPr/>
        </p:nvGrpSpPr>
        <p:grpSpPr>
          <a:xfrm>
            <a:off x="6096000" y="4065554"/>
            <a:ext cx="550053" cy="523099"/>
            <a:chOff x="6096000" y="4065554"/>
            <a:chExt cx="550053" cy="523099"/>
          </a:xfrm>
        </p:grpSpPr>
        <p:pic>
          <p:nvPicPr>
            <p:cNvPr id="9060" name="Picture 9059" descr="belisar_catacomb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6096000" y="4065554"/>
              <a:ext cx="550053" cy="308029"/>
            </a:xfrm>
            <a:prstGeom prst="rect">
              <a:avLst/>
            </a:prstGeom>
          </p:spPr>
        </p:pic>
        <p:sp>
          <p:nvSpPr>
            <p:cNvPr id="9061" name="TextBox 9060"/>
            <p:cNvSpPr txBox="1"/>
            <p:nvPr/>
          </p:nvSpPr>
          <p:spPr>
            <a:xfrm>
              <a:off x="6096000" y="4373583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地下墓道
oldtomb</a:t>
              </a:r>
            </a:p>
          </p:txBody>
        </p:sp>
      </p:grpSp>
      <p:grpSp>
        <p:nvGrpSpPr>
          <p:cNvPr id="9034" name="belisar:capstan"/>
          <p:cNvGrpSpPr/>
          <p:nvPr/>
        </p:nvGrpSpPr>
        <p:grpSpPr>
          <a:xfrm>
            <a:off x="6767064" y="3432445"/>
            <a:ext cx="550053" cy="523099"/>
            <a:chOff x="6767064" y="3432445"/>
            <a:chExt cx="550053" cy="523099"/>
          </a:xfrm>
        </p:grpSpPr>
        <p:pic>
          <p:nvPicPr>
            <p:cNvPr id="9062" name="Picture 9061" descr="belisar_capstan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6767064" y="3432445"/>
              <a:ext cx="550053" cy="308029"/>
            </a:xfrm>
            <a:prstGeom prst="rect">
              <a:avLst/>
            </a:prstGeom>
          </p:spPr>
        </p:pic>
        <p:sp>
          <p:nvSpPr>
            <p:cNvPr id="9063" name="TextBox 9062"/>
            <p:cNvSpPr txBox="1"/>
            <p:nvPr/>
          </p:nvSpPr>
          <p:spPr>
            <a:xfrm>
              <a:off x="6767064" y="3740474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絞盤室
capstan</a:t>
              </a:r>
            </a:p>
          </p:txBody>
        </p:sp>
      </p:grpSp>
      <p:grpSp>
        <p:nvGrpSpPr>
          <p:cNvPr id="9035" name="belisar:candlewalk"/>
          <p:cNvGrpSpPr/>
          <p:nvPr/>
        </p:nvGrpSpPr>
        <p:grpSpPr>
          <a:xfrm>
            <a:off x="5424936" y="4698663"/>
            <a:ext cx="550053" cy="523099"/>
            <a:chOff x="5424936" y="4698663"/>
            <a:chExt cx="550053" cy="523099"/>
          </a:xfrm>
        </p:grpSpPr>
        <p:pic>
          <p:nvPicPr>
            <p:cNvPr id="9064" name="Picture 9063" descr="belisar_candlewalk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5424936" y="4698663"/>
              <a:ext cx="550053" cy="308029"/>
            </a:xfrm>
            <a:prstGeom prst="rect">
              <a:avLst/>
            </a:prstGeom>
          </p:spPr>
        </p:pic>
        <p:sp>
          <p:nvSpPr>
            <p:cNvPr id="9065" name="TextBox 9064"/>
            <p:cNvSpPr txBox="1"/>
            <p:nvPr/>
          </p:nvSpPr>
          <p:spPr>
            <a:xfrm>
              <a:off x="5424936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燭廊
candlewalk</a:t>
              </a:r>
            </a:p>
          </p:txBody>
        </p:sp>
      </p:grpSp>
      <p:grpSp>
        <p:nvGrpSpPr>
          <p:cNvPr id="9036" name="belisar:stelae"/>
          <p:cNvGrpSpPr/>
          <p:nvPr/>
        </p:nvGrpSpPr>
        <p:grpSpPr>
          <a:xfrm>
            <a:off x="6096000" y="2799336"/>
            <a:ext cx="550053" cy="523099"/>
            <a:chOff x="6096000" y="2799336"/>
            <a:chExt cx="550053" cy="523099"/>
          </a:xfrm>
        </p:grpSpPr>
        <p:pic>
          <p:nvPicPr>
            <p:cNvPr id="9066" name="Picture 9065" descr="belisar_stelewalk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096000" y="2799336"/>
              <a:ext cx="550053" cy="308029"/>
            </a:xfrm>
            <a:prstGeom prst="rect">
              <a:avLst/>
            </a:prstGeom>
          </p:spPr>
        </p:pic>
        <p:sp>
          <p:nvSpPr>
            <p:cNvPr id="9067" name="TextBox 9066"/>
            <p:cNvSpPr txBox="1"/>
            <p:nvPr/>
          </p:nvSpPr>
          <p:spPr>
            <a:xfrm>
              <a:off x="6096000" y="3107365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銘碑廊
stelae</a:t>
              </a:r>
            </a:p>
          </p:txBody>
        </p:sp>
      </p:grpSp>
      <p:grpSp>
        <p:nvGrpSpPr>
          <p:cNvPr id="9037" name="belisar:stephall"/>
          <p:cNvGrpSpPr/>
          <p:nvPr/>
        </p:nvGrpSpPr>
        <p:grpSpPr>
          <a:xfrm>
            <a:off x="6767064" y="4698663"/>
            <a:ext cx="550053" cy="523099"/>
            <a:chOff x="6767064" y="4698663"/>
            <a:chExt cx="550053" cy="523099"/>
          </a:xfrm>
        </p:grpSpPr>
        <p:pic>
          <p:nvPicPr>
            <p:cNvPr id="9068" name="Picture 9067" descr="belisar_stairhall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767064" y="4698663"/>
              <a:ext cx="550053" cy="308029"/>
            </a:xfrm>
            <a:prstGeom prst="rect">
              <a:avLst/>
            </a:prstGeom>
          </p:spPr>
        </p:pic>
        <p:sp>
          <p:nvSpPr>
            <p:cNvPr id="9069" name="TextBox 9068"/>
            <p:cNvSpPr txBox="1"/>
            <p:nvPr/>
          </p:nvSpPr>
          <p:spPr>
            <a:xfrm>
              <a:off x="6767064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階梯大廳
stephall</a:t>
              </a:r>
            </a:p>
          </p:txBody>
        </p:sp>
      </p:grpSp>
      <p:grpSp>
        <p:nvGrpSpPr>
          <p:cNvPr id="9038" name="belisar:floodway"/>
          <p:cNvGrpSpPr/>
          <p:nvPr/>
        </p:nvGrpSpPr>
        <p:grpSpPr>
          <a:xfrm>
            <a:off x="7438128" y="4698663"/>
            <a:ext cx="550053" cy="523099"/>
            <a:chOff x="7438128" y="4698663"/>
            <a:chExt cx="550053" cy="523099"/>
          </a:xfrm>
        </p:grpSpPr>
        <p:pic>
          <p:nvPicPr>
            <p:cNvPr id="9070" name="Picture 9069" descr="belisar_floodway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7438128" y="4698663"/>
              <a:ext cx="550053" cy="308029"/>
            </a:xfrm>
            <a:prstGeom prst="rect">
              <a:avLst/>
            </a:prstGeom>
          </p:spPr>
        </p:pic>
        <p:sp>
          <p:nvSpPr>
            <p:cNvPr id="9071" name="TextBox 9070"/>
            <p:cNvSpPr txBox="1"/>
            <p:nvPr/>
          </p:nvSpPr>
          <p:spPr>
            <a:xfrm>
              <a:off x="7438128" y="5006692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積水甬道
floodway</a:t>
              </a:r>
            </a:p>
          </p:txBody>
        </p:sp>
      </p:grpSp>
      <p:grpSp>
        <p:nvGrpSpPr>
          <p:cNvPr id="9039" name="belisar:foyer"/>
          <p:cNvGrpSpPr/>
          <p:nvPr/>
        </p:nvGrpSpPr>
        <p:grpSpPr>
          <a:xfrm>
            <a:off x="6767064" y="5331772"/>
            <a:ext cx="550053" cy="523099"/>
            <a:chOff x="6767064" y="5331772"/>
            <a:chExt cx="550053" cy="523099"/>
          </a:xfrm>
        </p:grpSpPr>
        <p:pic>
          <p:nvPicPr>
            <p:cNvPr id="9072" name="Picture 9071" descr="belisar_foyer.jpg"/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6767064" y="5331772"/>
              <a:ext cx="550053" cy="308029"/>
            </a:xfrm>
            <a:prstGeom prst="rect">
              <a:avLst/>
            </a:prstGeom>
          </p:spPr>
        </p:pic>
        <p:sp>
          <p:nvSpPr>
            <p:cNvPr id="9073" name="TextBox 9072"/>
            <p:cNvSpPr txBox="1"/>
            <p:nvPr/>
          </p:nvSpPr>
          <p:spPr>
            <a:xfrm>
              <a:off x="6767064" y="5639801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前廳
foyer</a:t>
              </a:r>
              <a:r>
                <a:rPr sz="617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40" name="belisar:entrance"/>
          <p:cNvGrpSpPr/>
          <p:nvPr/>
        </p:nvGrpSpPr>
        <p:grpSpPr>
          <a:xfrm>
            <a:off x="6767064" y="5964881"/>
            <a:ext cx="550053" cy="523099"/>
            <a:chOff x="6767064" y="5964881"/>
            <a:chExt cx="550053" cy="523099"/>
          </a:xfrm>
        </p:grpSpPr>
        <p:pic>
          <p:nvPicPr>
            <p:cNvPr id="9074" name="Picture 9073" descr="belisar_greatcourt.jpg"/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6767064" y="5964881"/>
              <a:ext cx="550053" cy="308029"/>
            </a:xfrm>
            <a:prstGeom prst="rect">
              <a:avLst/>
            </a:prstGeom>
          </p:spPr>
        </p:pic>
        <p:sp>
          <p:nvSpPr>
            <p:cNvPr id="9075" name="TextBox 9074"/>
            <p:cNvSpPr txBox="1"/>
            <p:nvPr/>
          </p:nvSpPr>
          <p:spPr>
            <a:xfrm>
              <a:off x="6767064" y="6272910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古城中庭
entrance</a:t>
              </a:r>
              <a:r>
                <a:rPr sz="617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41" name="belisar:altar"/>
          <p:cNvGrpSpPr/>
          <p:nvPr/>
        </p:nvGrpSpPr>
        <p:grpSpPr>
          <a:xfrm>
            <a:off x="7438128" y="5331772"/>
            <a:ext cx="550053" cy="523099"/>
            <a:chOff x="7438128" y="5331772"/>
            <a:chExt cx="550053" cy="523099"/>
          </a:xfrm>
        </p:grpSpPr>
        <p:pic>
          <p:nvPicPr>
            <p:cNvPr id="9076" name="Picture 9075" descr="belisar_oldaltar.jpg"/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7438128" y="5331772"/>
              <a:ext cx="550053" cy="308029"/>
            </a:xfrm>
            <a:prstGeom prst="rect">
              <a:avLst/>
            </a:prstGeom>
          </p:spPr>
        </p:pic>
        <p:sp>
          <p:nvSpPr>
            <p:cNvPr id="9077" name="TextBox 9076"/>
            <p:cNvSpPr txBox="1"/>
            <p:nvPr/>
          </p:nvSpPr>
          <p:spPr>
            <a:xfrm>
              <a:off x="7438128" y="5639801"/>
              <a:ext cx="550053" cy="2150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17"/>
                <a:t>古代祭壇
altar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65" name="Connector 9064"/>
          <p:cNvCxnSpPr>
            <a:stCxn id="9042" idx="0"/>
            <a:endCxn id="9044" idx="0"/>
          </p:cNvCxnSpPr>
          <p:nvPr/>
        </p:nvCxnSpPr>
        <p:spPr>
          <a:xfrm flipV="1">
            <a:off x="8521731" y="900005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4" name="Connector 9063"/>
          <p:cNvCxnSpPr>
            <a:stCxn id="9038" idx="0"/>
            <a:endCxn id="9042" idx="0"/>
          </p:cNvCxnSpPr>
          <p:nvPr/>
        </p:nvCxnSpPr>
        <p:spPr>
          <a:xfrm flipV="1">
            <a:off x="8521731" y="184967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3" name="Connector 9062"/>
          <p:cNvCxnSpPr>
            <a:stCxn id="9034" idx="0"/>
            <a:endCxn id="9040" idx="0"/>
          </p:cNvCxnSpPr>
          <p:nvPr/>
        </p:nvCxnSpPr>
        <p:spPr>
          <a:xfrm flipV="1">
            <a:off x="7515135" y="184967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2" name="Connector 9061"/>
          <p:cNvCxnSpPr>
            <a:stCxn id="9034" idx="0"/>
            <a:endCxn id="9038" idx="0"/>
          </p:cNvCxnSpPr>
          <p:nvPr/>
        </p:nvCxnSpPr>
        <p:spPr>
          <a:xfrm>
            <a:off x="7515135" y="2799335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1" name="Connector 9060"/>
          <p:cNvCxnSpPr>
            <a:stCxn id="9034" idx="0"/>
            <a:endCxn id="9036" idx="0"/>
          </p:cNvCxnSpPr>
          <p:nvPr/>
        </p:nvCxnSpPr>
        <p:spPr>
          <a:xfrm flipH="1">
            <a:off x="6508539" y="2799335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0" name="Connector 9059"/>
          <p:cNvCxnSpPr>
            <a:stCxn id="9032" idx="0"/>
            <a:endCxn id="9034" idx="0"/>
          </p:cNvCxnSpPr>
          <p:nvPr/>
        </p:nvCxnSpPr>
        <p:spPr>
          <a:xfrm flipV="1">
            <a:off x="7515135" y="2799335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9" name="Connector 9058"/>
          <p:cNvCxnSpPr>
            <a:stCxn id="9030" idx="0"/>
            <a:endCxn id="9032" idx="0"/>
          </p:cNvCxnSpPr>
          <p:nvPr/>
        </p:nvCxnSpPr>
        <p:spPr>
          <a:xfrm flipV="1">
            <a:off x="7515135" y="374900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8" name="Connector 9057"/>
          <p:cNvCxnSpPr>
            <a:stCxn id="9028" idx="0"/>
            <a:endCxn id="9030" idx="0"/>
          </p:cNvCxnSpPr>
          <p:nvPr/>
        </p:nvCxnSpPr>
        <p:spPr>
          <a:xfrm flipV="1">
            <a:off x="7515135" y="4698665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7" name="Connector 9056"/>
          <p:cNvCxnSpPr>
            <a:stCxn id="9024" idx="0"/>
            <a:endCxn id="9026" idx="0"/>
          </p:cNvCxnSpPr>
          <p:nvPr/>
        </p:nvCxnSpPr>
        <p:spPr>
          <a:xfrm flipV="1">
            <a:off x="5501943" y="184967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6" name="Connector 9055"/>
          <p:cNvCxnSpPr>
            <a:stCxn id="9020" idx="0"/>
            <a:endCxn id="9022" idx="0"/>
          </p:cNvCxnSpPr>
          <p:nvPr/>
        </p:nvCxnSpPr>
        <p:spPr>
          <a:xfrm flipV="1">
            <a:off x="4495347" y="184967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5" name="Connector 9054"/>
          <p:cNvCxnSpPr>
            <a:stCxn id="9016" idx="0"/>
            <a:endCxn id="9018" idx="0"/>
          </p:cNvCxnSpPr>
          <p:nvPr/>
        </p:nvCxnSpPr>
        <p:spPr>
          <a:xfrm>
            <a:off x="3488751" y="374900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4" name="Connector 9053"/>
          <p:cNvCxnSpPr>
            <a:stCxn id="9014" idx="0"/>
            <a:endCxn id="9024" idx="0"/>
          </p:cNvCxnSpPr>
          <p:nvPr/>
        </p:nvCxnSpPr>
        <p:spPr>
          <a:xfrm flipV="1">
            <a:off x="4495347" y="2799335"/>
            <a:ext cx="1006596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3" name="Connector 9052"/>
          <p:cNvCxnSpPr>
            <a:stCxn id="9014" idx="0"/>
            <a:endCxn id="9020" idx="0"/>
          </p:cNvCxnSpPr>
          <p:nvPr/>
        </p:nvCxnSpPr>
        <p:spPr>
          <a:xfrm flipV="1">
            <a:off x="4495347" y="2799335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2" name="Connector 9051"/>
          <p:cNvCxnSpPr>
            <a:stCxn id="9014" idx="0"/>
            <a:endCxn id="9016" idx="0"/>
          </p:cNvCxnSpPr>
          <p:nvPr/>
        </p:nvCxnSpPr>
        <p:spPr>
          <a:xfrm flipH="1">
            <a:off x="3488751" y="3749000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1" name="Connector 9050"/>
          <p:cNvCxnSpPr>
            <a:stCxn id="9012" idx="0"/>
            <a:endCxn id="9014" idx="0"/>
          </p:cNvCxnSpPr>
          <p:nvPr/>
        </p:nvCxnSpPr>
        <p:spPr>
          <a:xfrm flipV="1">
            <a:off x="4495347" y="374900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0" name="Connector 9049"/>
          <p:cNvCxnSpPr>
            <a:stCxn id="9008" idx="0"/>
            <a:endCxn id="9010" idx="0"/>
          </p:cNvCxnSpPr>
          <p:nvPr/>
        </p:nvCxnSpPr>
        <p:spPr>
          <a:xfrm flipV="1">
            <a:off x="5501943" y="3749000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stCxn id="9008" idx="0"/>
            <a:endCxn id="9012" idx="0"/>
          </p:cNvCxnSpPr>
          <p:nvPr/>
        </p:nvCxnSpPr>
        <p:spPr>
          <a:xfrm flipH="1">
            <a:off x="4495347" y="4698665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stCxn id="9006" idx="0"/>
            <a:endCxn id="9008" idx="0"/>
          </p:cNvCxnSpPr>
          <p:nvPr/>
        </p:nvCxnSpPr>
        <p:spPr>
          <a:xfrm flipV="1">
            <a:off x="5501943" y="4698665"/>
            <a:ext cx="0" cy="949665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7" name="Connector 9046"/>
          <p:cNvCxnSpPr>
            <a:stCxn id="3" idx="0"/>
            <a:endCxn id="9028" idx="0"/>
          </p:cNvCxnSpPr>
          <p:nvPr/>
        </p:nvCxnSpPr>
        <p:spPr>
          <a:xfrm>
            <a:off x="6508539" y="5648330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6" name="Connector 9045"/>
          <p:cNvCxnSpPr>
            <a:stCxn id="3" idx="0"/>
            <a:endCxn id="9006" idx="0"/>
          </p:cNvCxnSpPr>
          <p:nvPr/>
        </p:nvCxnSpPr>
        <p:spPr>
          <a:xfrm flipH="1">
            <a:off x="5501943" y="5648330"/>
            <a:ext cx="100659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木雅克神殿　（shinier_ruins）　21 格</a:t>
            </a:r>
          </a:p>
        </p:txBody>
      </p:sp>
      <p:grpSp>
        <p:nvGrpSpPr>
          <p:cNvPr id="9005" name="shinier_ruins:antechamber"/>
          <p:cNvGrpSpPr/>
          <p:nvPr/>
        </p:nvGrpSpPr>
        <p:grpSpPr>
          <a:xfrm>
            <a:off x="6096000" y="5648330"/>
            <a:ext cx="825079" cy="784650"/>
            <a:chOff x="6096000" y="5648330"/>
            <a:chExt cx="825079" cy="784650"/>
          </a:xfrm>
        </p:grpSpPr>
        <p:pic>
          <p:nvPicPr>
            <p:cNvPr id="3" name="Picture 2" descr="ruins_shinier_antechamber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5648330"/>
              <a:ext cx="825079" cy="462044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6096000" y="611037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前廳
antechamber</a:t>
              </a:r>
              <a:r>
                <a:rPr sz="729">
                  <a:solidFill>
                    <a:srgbClr val="C03020"/>
                  </a:solidFill>
                </a:rPr>
                <a:t>
入口／休息處／→@shinier_forest:ruins</a:t>
              </a:r>
            </a:p>
          </p:txBody>
        </p:sp>
      </p:grpSp>
      <p:grpSp>
        <p:nvGrpSpPr>
          <p:cNvPr id="9006" name="shinier_ruins:corridora"/>
          <p:cNvGrpSpPr/>
          <p:nvPr/>
        </p:nvGrpSpPr>
        <p:grpSpPr>
          <a:xfrm>
            <a:off x="5089404" y="5648330"/>
            <a:ext cx="825079" cy="784650"/>
            <a:chOff x="5089404" y="5648330"/>
            <a:chExt cx="825079" cy="784650"/>
          </a:xfrm>
        </p:grpSpPr>
        <p:pic>
          <p:nvPicPr>
            <p:cNvPr id="9006" name="Picture 9005" descr="ruins_shinier_corridora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89404" y="5648330"/>
              <a:ext cx="825079" cy="462044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089404" y="611037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長廊
corridora</a:t>
              </a:r>
            </a:p>
          </p:txBody>
        </p:sp>
      </p:grpSp>
      <p:grpSp>
        <p:nvGrpSpPr>
          <p:cNvPr id="9007" name="shinier_ruins:crossway"/>
          <p:cNvGrpSpPr/>
          <p:nvPr/>
        </p:nvGrpSpPr>
        <p:grpSpPr>
          <a:xfrm>
            <a:off x="5089404" y="4698665"/>
            <a:ext cx="825079" cy="784650"/>
            <a:chOff x="5089404" y="4698665"/>
            <a:chExt cx="825079" cy="784650"/>
          </a:xfrm>
        </p:grpSpPr>
        <p:pic>
          <p:nvPicPr>
            <p:cNvPr id="9008" name="Picture 9007" descr="ruins_shinier_crossway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89404" y="4698665"/>
              <a:ext cx="825079" cy="462044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5089404" y="516070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岔道
crossway</a:t>
              </a:r>
            </a:p>
          </p:txBody>
        </p:sp>
      </p:grpSp>
      <p:grpSp>
        <p:nvGrpSpPr>
          <p:cNvPr id="9008" name="shinier_ruins:well"/>
          <p:cNvGrpSpPr/>
          <p:nvPr/>
        </p:nvGrpSpPr>
        <p:grpSpPr>
          <a:xfrm>
            <a:off x="5089404" y="3749000"/>
            <a:ext cx="825079" cy="784650"/>
            <a:chOff x="5089404" y="3749000"/>
            <a:chExt cx="825079" cy="784650"/>
          </a:xfrm>
        </p:grpSpPr>
        <p:pic>
          <p:nvPicPr>
            <p:cNvPr id="9010" name="Picture 9009" descr="ruins_shinier_well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89404" y="3749000"/>
              <a:ext cx="825079" cy="462044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5089404" y="421104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圓井房
well</a:t>
              </a:r>
            </a:p>
          </p:txBody>
        </p:sp>
      </p:grpSp>
      <p:grpSp>
        <p:nvGrpSpPr>
          <p:cNvPr id="9009" name="shinier_ruins:stairup"/>
          <p:cNvGrpSpPr/>
          <p:nvPr/>
        </p:nvGrpSpPr>
        <p:grpSpPr>
          <a:xfrm>
            <a:off x="4082808" y="4698665"/>
            <a:ext cx="825079" cy="784650"/>
            <a:chOff x="4082808" y="4698665"/>
            <a:chExt cx="825079" cy="784650"/>
          </a:xfrm>
        </p:grpSpPr>
        <p:pic>
          <p:nvPicPr>
            <p:cNvPr id="9012" name="Picture 9011" descr="ruins_shinier_stairu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082808" y="4698665"/>
              <a:ext cx="825079" cy="462044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082808" y="516070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上行石階
stairup</a:t>
              </a:r>
            </a:p>
          </p:txBody>
        </p:sp>
      </p:grpSp>
      <p:grpSp>
        <p:nvGrpSpPr>
          <p:cNvPr id="9010" name="shinier_ruins:brazier"/>
          <p:cNvGrpSpPr/>
          <p:nvPr/>
        </p:nvGrpSpPr>
        <p:grpSpPr>
          <a:xfrm>
            <a:off x="4082808" y="3749000"/>
            <a:ext cx="825079" cy="784650"/>
            <a:chOff x="4082808" y="3749000"/>
            <a:chExt cx="825079" cy="784650"/>
          </a:xfrm>
        </p:grpSpPr>
        <p:pic>
          <p:nvPicPr>
            <p:cNvPr id="9014" name="Picture 9013" descr="ruins_shinier_brazier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82808" y="3749000"/>
              <a:ext cx="825079" cy="462044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4082808" y="421104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養息之間
brazier</a:t>
              </a:r>
            </a:p>
          </p:txBody>
        </p:sp>
      </p:grpSp>
      <p:grpSp>
        <p:nvGrpSpPr>
          <p:cNvPr id="9011" name="shinier_ruins:collapsed"/>
          <p:cNvGrpSpPr/>
          <p:nvPr/>
        </p:nvGrpSpPr>
        <p:grpSpPr>
          <a:xfrm>
            <a:off x="3076212" y="3749000"/>
            <a:ext cx="825079" cy="784650"/>
            <a:chOff x="3076212" y="3749000"/>
            <a:chExt cx="825079" cy="784650"/>
          </a:xfrm>
        </p:grpSpPr>
        <p:pic>
          <p:nvPicPr>
            <p:cNvPr id="9016" name="Picture 9015" descr="ruins_shinier_collapsed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76212" y="3749000"/>
              <a:ext cx="825079" cy="462044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3076212" y="421104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崩塌走道
collapsed</a:t>
              </a:r>
            </a:p>
          </p:txBody>
        </p:sp>
      </p:grpSp>
      <p:grpSp>
        <p:nvGrpSpPr>
          <p:cNvPr id="9012" name="shinier_ruins:mural"/>
          <p:cNvGrpSpPr/>
          <p:nvPr/>
        </p:nvGrpSpPr>
        <p:grpSpPr>
          <a:xfrm>
            <a:off x="3076212" y="4698665"/>
            <a:ext cx="825079" cy="784650"/>
            <a:chOff x="3076212" y="4698665"/>
            <a:chExt cx="825079" cy="784650"/>
          </a:xfrm>
        </p:grpSpPr>
        <p:pic>
          <p:nvPicPr>
            <p:cNvPr id="9018" name="Picture 9017" descr="ruins_shinier_mural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76212" y="4698665"/>
              <a:ext cx="825079" cy="462044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3076212" y="516070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壁畫廳
mural</a:t>
              </a:r>
            </a:p>
          </p:txBody>
        </p:sp>
      </p:grpSp>
      <p:grpSp>
        <p:nvGrpSpPr>
          <p:cNvPr id="9013" name="shinier_ruins:bridge"/>
          <p:cNvGrpSpPr/>
          <p:nvPr/>
        </p:nvGrpSpPr>
        <p:grpSpPr>
          <a:xfrm>
            <a:off x="4082808" y="2799335"/>
            <a:ext cx="825079" cy="784650"/>
            <a:chOff x="4082808" y="2799335"/>
            <a:chExt cx="825079" cy="784650"/>
          </a:xfrm>
        </p:grpSpPr>
        <p:pic>
          <p:nvPicPr>
            <p:cNvPr id="9020" name="Picture 9019" descr="ruins_shinier_bridge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082808" y="2799335"/>
              <a:ext cx="825079" cy="462044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4082808" y="326137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石橋
bridge</a:t>
              </a:r>
            </a:p>
          </p:txBody>
        </p:sp>
      </p:grpSp>
      <p:grpSp>
        <p:nvGrpSpPr>
          <p:cNvPr id="9014" name="shinier_ruins:deepaltar"/>
          <p:cNvGrpSpPr/>
          <p:nvPr/>
        </p:nvGrpSpPr>
        <p:grpSpPr>
          <a:xfrm>
            <a:off x="4082808" y="1849670"/>
            <a:ext cx="825079" cy="784650"/>
            <a:chOff x="4082808" y="1849670"/>
            <a:chExt cx="825079" cy="784650"/>
          </a:xfrm>
        </p:grpSpPr>
        <p:pic>
          <p:nvPicPr>
            <p:cNvPr id="9022" name="Picture 9021" descr="ruins_shinier_deepaltar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082808" y="1849670"/>
              <a:ext cx="825079" cy="462044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4082808" y="231171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深部祭壇
deepaltar</a:t>
              </a:r>
              <a:r>
                <a:rPr sz="729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15" name="shinier_ruins:colossus"/>
          <p:cNvGrpSpPr/>
          <p:nvPr/>
        </p:nvGrpSpPr>
        <p:grpSpPr>
          <a:xfrm>
            <a:off x="5089404" y="2799335"/>
            <a:ext cx="825079" cy="784650"/>
            <a:chOff x="5089404" y="2799335"/>
            <a:chExt cx="825079" cy="784650"/>
          </a:xfrm>
        </p:grpSpPr>
        <p:pic>
          <p:nvPicPr>
            <p:cNvPr id="9024" name="Picture 9023" descr="ruins_shinier_colossus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089404" y="2799335"/>
              <a:ext cx="825079" cy="462044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5089404" y="326137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巨像廳
colossus</a:t>
              </a:r>
            </a:p>
          </p:txBody>
        </p:sp>
      </p:grpSp>
      <p:grpSp>
        <p:nvGrpSpPr>
          <p:cNvPr id="9016" name="shinier_ruins:machine"/>
          <p:cNvGrpSpPr/>
          <p:nvPr/>
        </p:nvGrpSpPr>
        <p:grpSpPr>
          <a:xfrm>
            <a:off x="5089404" y="1849670"/>
            <a:ext cx="825079" cy="784650"/>
            <a:chOff x="5089404" y="1849670"/>
            <a:chExt cx="825079" cy="784650"/>
          </a:xfrm>
        </p:grpSpPr>
        <p:pic>
          <p:nvPicPr>
            <p:cNvPr id="9026" name="Picture 9025" descr="ruins_shinier_machine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089404" y="1849670"/>
              <a:ext cx="825079" cy="462044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5089404" y="231171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古代機械
machine</a:t>
              </a:r>
            </a:p>
          </p:txBody>
        </p:sp>
      </p:grpSp>
      <p:grpSp>
        <p:nvGrpSpPr>
          <p:cNvPr id="9017" name="shinier_ruins:corridorb"/>
          <p:cNvGrpSpPr/>
          <p:nvPr/>
        </p:nvGrpSpPr>
        <p:grpSpPr>
          <a:xfrm>
            <a:off x="7102596" y="5648330"/>
            <a:ext cx="825079" cy="784650"/>
            <a:chOff x="7102596" y="5648330"/>
            <a:chExt cx="825079" cy="784650"/>
          </a:xfrm>
        </p:grpSpPr>
        <p:pic>
          <p:nvPicPr>
            <p:cNvPr id="9028" name="Picture 9027" descr="ruins_shinier_corridorb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102596" y="5648330"/>
              <a:ext cx="825079" cy="462044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7102596" y="611037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拱門長廊
corridorb</a:t>
              </a:r>
            </a:p>
          </p:txBody>
        </p:sp>
      </p:grpSp>
      <p:grpSp>
        <p:nvGrpSpPr>
          <p:cNvPr id="9018" name="shinier_ruins:stairdeep"/>
          <p:cNvGrpSpPr/>
          <p:nvPr/>
        </p:nvGrpSpPr>
        <p:grpSpPr>
          <a:xfrm>
            <a:off x="7102596" y="4698665"/>
            <a:ext cx="825079" cy="784650"/>
            <a:chOff x="7102596" y="4698665"/>
            <a:chExt cx="825079" cy="784650"/>
          </a:xfrm>
        </p:grpSpPr>
        <p:pic>
          <p:nvPicPr>
            <p:cNvPr id="9030" name="Picture 9029" descr="ruins_shinier_stairdee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102596" y="4698665"/>
              <a:ext cx="825079" cy="462044"/>
            </a:xfrm>
            <a:prstGeom prst="rect">
              <a:avLst/>
            </a:prstGeom>
          </p:spPr>
        </p:pic>
        <p:sp>
          <p:nvSpPr>
            <p:cNvPr id="9031" name="TextBox 9030"/>
            <p:cNvSpPr txBox="1"/>
            <p:nvPr/>
          </p:nvSpPr>
          <p:spPr>
            <a:xfrm>
              <a:off x="7102596" y="516070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下行深階
stairdeep</a:t>
              </a:r>
            </a:p>
          </p:txBody>
        </p:sp>
      </p:grpSp>
      <p:grpSp>
        <p:nvGrpSpPr>
          <p:cNvPr id="9019" name="shinier_ruins:catacomb"/>
          <p:cNvGrpSpPr/>
          <p:nvPr/>
        </p:nvGrpSpPr>
        <p:grpSpPr>
          <a:xfrm>
            <a:off x="7102596" y="3749000"/>
            <a:ext cx="825079" cy="784650"/>
            <a:chOff x="7102596" y="3749000"/>
            <a:chExt cx="825079" cy="784650"/>
          </a:xfrm>
        </p:grpSpPr>
        <p:pic>
          <p:nvPicPr>
            <p:cNvPr id="9032" name="Picture 9031" descr="ruins_shinier_catacomb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102596" y="3749000"/>
              <a:ext cx="825079" cy="462044"/>
            </a:xfrm>
            <a:prstGeom prst="rect">
              <a:avLst/>
            </a:prstGeom>
          </p:spPr>
        </p:pic>
        <p:sp>
          <p:nvSpPr>
            <p:cNvPr id="9033" name="TextBox 9032"/>
            <p:cNvSpPr txBox="1"/>
            <p:nvPr/>
          </p:nvSpPr>
          <p:spPr>
            <a:xfrm>
              <a:off x="7102596" y="421104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墓道
catacomb</a:t>
              </a:r>
            </a:p>
          </p:txBody>
        </p:sp>
      </p:grpSp>
      <p:grpSp>
        <p:nvGrpSpPr>
          <p:cNvPr id="9020" name="shinier_ruins:hollow"/>
          <p:cNvGrpSpPr/>
          <p:nvPr/>
        </p:nvGrpSpPr>
        <p:grpSpPr>
          <a:xfrm>
            <a:off x="7102596" y="2799335"/>
            <a:ext cx="825079" cy="784650"/>
            <a:chOff x="7102596" y="2799335"/>
            <a:chExt cx="825079" cy="784650"/>
          </a:xfrm>
        </p:grpSpPr>
        <p:pic>
          <p:nvPicPr>
            <p:cNvPr id="9034" name="Picture 9033" descr="ruins_shinier_hollow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102596" y="2799335"/>
              <a:ext cx="825079" cy="462044"/>
            </a:xfrm>
            <a:prstGeom prst="rect">
              <a:avLst/>
            </a:prstGeom>
          </p:spPr>
        </p:pic>
        <p:sp>
          <p:nvSpPr>
            <p:cNvPr id="9035" name="TextBox 9034"/>
            <p:cNvSpPr txBox="1"/>
            <p:nvPr/>
          </p:nvSpPr>
          <p:spPr>
            <a:xfrm>
              <a:off x="7102596" y="326137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苔穴岔道
hollow</a:t>
              </a:r>
            </a:p>
          </p:txBody>
        </p:sp>
      </p:grpSp>
      <p:grpSp>
        <p:nvGrpSpPr>
          <p:cNvPr id="9021" name="shinier_ruins:prison"/>
          <p:cNvGrpSpPr/>
          <p:nvPr/>
        </p:nvGrpSpPr>
        <p:grpSpPr>
          <a:xfrm>
            <a:off x="6096000" y="2799335"/>
            <a:ext cx="825079" cy="784650"/>
            <a:chOff x="6096000" y="2799335"/>
            <a:chExt cx="825079" cy="784650"/>
          </a:xfrm>
        </p:grpSpPr>
        <p:pic>
          <p:nvPicPr>
            <p:cNvPr id="9036" name="Picture 9035" descr="ruins_shinier_prison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096000" y="2799335"/>
              <a:ext cx="825079" cy="462044"/>
            </a:xfrm>
            <a:prstGeom prst="rect">
              <a:avLst/>
            </a:prstGeom>
          </p:spPr>
        </p:pic>
        <p:sp>
          <p:nvSpPr>
            <p:cNvPr id="9037" name="TextBox 9036"/>
            <p:cNvSpPr txBox="1"/>
            <p:nvPr/>
          </p:nvSpPr>
          <p:spPr>
            <a:xfrm>
              <a:off x="6096000" y="326137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石牢區
prison</a:t>
              </a:r>
            </a:p>
          </p:txBody>
        </p:sp>
      </p:grpSp>
      <p:grpSp>
        <p:nvGrpSpPr>
          <p:cNvPr id="9022" name="shinier_ruins:mosschamber"/>
          <p:cNvGrpSpPr/>
          <p:nvPr/>
        </p:nvGrpSpPr>
        <p:grpSpPr>
          <a:xfrm>
            <a:off x="8109192" y="2799335"/>
            <a:ext cx="825079" cy="784650"/>
            <a:chOff x="8109192" y="2799335"/>
            <a:chExt cx="825079" cy="784650"/>
          </a:xfrm>
        </p:grpSpPr>
        <p:pic>
          <p:nvPicPr>
            <p:cNvPr id="9038" name="Picture 9037" descr="ruins_shinier_mosschamber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109192" y="2799335"/>
              <a:ext cx="825079" cy="462044"/>
            </a:xfrm>
            <a:prstGeom prst="rect">
              <a:avLst/>
            </a:prstGeom>
          </p:spPr>
        </p:pic>
        <p:sp>
          <p:nvSpPr>
            <p:cNvPr id="9039" name="TextBox 9038"/>
            <p:cNvSpPr txBox="1"/>
            <p:nvPr/>
          </p:nvSpPr>
          <p:spPr>
            <a:xfrm>
              <a:off x="8109192" y="326137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青苔密室
mosschamber</a:t>
              </a:r>
            </a:p>
          </p:txBody>
        </p:sp>
      </p:grpSp>
      <p:grpSp>
        <p:nvGrpSpPr>
          <p:cNvPr id="9023" name="shinier_ruins:deepspring"/>
          <p:cNvGrpSpPr/>
          <p:nvPr/>
        </p:nvGrpSpPr>
        <p:grpSpPr>
          <a:xfrm>
            <a:off x="7102596" y="1849670"/>
            <a:ext cx="825079" cy="784650"/>
            <a:chOff x="7102596" y="1849670"/>
            <a:chExt cx="825079" cy="784650"/>
          </a:xfrm>
        </p:grpSpPr>
        <p:pic>
          <p:nvPicPr>
            <p:cNvPr id="9040" name="Picture 9039" descr="ruins_shinier_deepspring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7102596" y="1849670"/>
              <a:ext cx="825079" cy="462044"/>
            </a:xfrm>
            <a:prstGeom prst="rect">
              <a:avLst/>
            </a:prstGeom>
          </p:spPr>
        </p:pic>
        <p:sp>
          <p:nvSpPr>
            <p:cNvPr id="9041" name="TextBox 9040"/>
            <p:cNvSpPr txBox="1"/>
            <p:nvPr/>
          </p:nvSpPr>
          <p:spPr>
            <a:xfrm>
              <a:off x="7102596" y="231171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命之泉
deepspring</a:t>
              </a:r>
              <a:r>
                <a:rPr sz="729">
                  <a:solidFill>
                    <a:srgbClr val="C03020"/>
                  </a:solidFill>
                </a:rPr>
                <a:t>
休息處</a:t>
              </a:r>
            </a:p>
          </p:txBody>
        </p:sp>
      </p:grpSp>
      <p:grpSp>
        <p:nvGrpSpPr>
          <p:cNvPr id="9024" name="shinier_ruins:rift"/>
          <p:cNvGrpSpPr/>
          <p:nvPr/>
        </p:nvGrpSpPr>
        <p:grpSpPr>
          <a:xfrm>
            <a:off x="8109192" y="1849670"/>
            <a:ext cx="825079" cy="784650"/>
            <a:chOff x="8109192" y="1849670"/>
            <a:chExt cx="825079" cy="784650"/>
          </a:xfrm>
        </p:grpSpPr>
        <p:pic>
          <p:nvPicPr>
            <p:cNvPr id="9042" name="Picture 9041" descr="ruins_shinier_rift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109192" y="1849670"/>
              <a:ext cx="825079" cy="462044"/>
            </a:xfrm>
            <a:prstGeom prst="rect">
              <a:avLst/>
            </a:prstGeom>
          </p:spPr>
        </p:pic>
        <p:sp>
          <p:nvSpPr>
            <p:cNvPr id="9043" name="TextBox 9042"/>
            <p:cNvSpPr txBox="1"/>
            <p:nvPr/>
          </p:nvSpPr>
          <p:spPr>
            <a:xfrm>
              <a:off x="8109192" y="2311714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地底裂隙
rift</a:t>
              </a:r>
            </a:p>
          </p:txBody>
        </p:sp>
      </p:grpSp>
      <p:grpSp>
        <p:nvGrpSpPr>
          <p:cNvPr id="9025" name="shinier_ruins:darkbridge"/>
          <p:cNvGrpSpPr/>
          <p:nvPr/>
        </p:nvGrpSpPr>
        <p:grpSpPr>
          <a:xfrm>
            <a:off x="8109192" y="900005"/>
            <a:ext cx="825079" cy="784650"/>
            <a:chOff x="8109192" y="900005"/>
            <a:chExt cx="825079" cy="784650"/>
          </a:xfrm>
        </p:grpSpPr>
        <p:pic>
          <p:nvPicPr>
            <p:cNvPr id="9044" name="Picture 9043" descr="ruins_shinier_darkbridge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8109192" y="900005"/>
              <a:ext cx="825079" cy="462044"/>
            </a:xfrm>
            <a:prstGeom prst="rect">
              <a:avLst/>
            </a:prstGeom>
          </p:spPr>
        </p:pic>
        <p:sp>
          <p:nvSpPr>
            <p:cNvPr id="9045" name="TextBox 9044"/>
            <p:cNvSpPr txBox="1"/>
            <p:nvPr/>
          </p:nvSpPr>
          <p:spPr>
            <a:xfrm>
              <a:off x="8109192" y="1362049"/>
              <a:ext cx="825079" cy="3226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29"/>
                <a:t>黑暗斷橋
darkbridge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50" name="Connector 9049"/>
          <p:cNvCxnSpPr>
            <a:stCxn id="9024" idx="0"/>
            <a:endCxn id="9030" idx="0"/>
          </p:cNvCxnSpPr>
          <p:nvPr/>
        </p:nvCxnSpPr>
        <p:spPr>
          <a:xfrm>
            <a:off x="781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stCxn id="9024" idx="0"/>
            <a:endCxn id="9028" idx="0"/>
          </p:cNvCxnSpPr>
          <p:nvPr/>
        </p:nvCxnSpPr>
        <p:spPr>
          <a:xfrm>
            <a:off x="781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stCxn id="9024" idx="0"/>
            <a:endCxn id="9026" idx="0"/>
          </p:cNvCxnSpPr>
          <p:nvPr/>
        </p:nvCxnSpPr>
        <p:spPr>
          <a:xfrm flipV="1">
            <a:off x="781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7" name="Connector 9046"/>
          <p:cNvCxnSpPr>
            <a:stCxn id="9022" idx="0"/>
            <a:endCxn id="9032" idx="0"/>
          </p:cNvCxnSpPr>
          <p:nvPr/>
        </p:nvCxnSpPr>
        <p:spPr>
          <a:xfrm>
            <a:off x="659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6" name="Connector 9045"/>
          <p:cNvCxnSpPr>
            <a:stCxn id="9022" idx="0"/>
            <a:endCxn id="9034" idx="0"/>
          </p:cNvCxnSpPr>
          <p:nvPr/>
        </p:nvCxnSpPr>
        <p:spPr>
          <a:xfrm flipV="1">
            <a:off x="6596000" y="1447000"/>
            <a:ext cx="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5" name="Connector 9044"/>
          <p:cNvCxnSpPr>
            <a:stCxn id="9022" idx="0"/>
            <a:endCxn id="9024" idx="0"/>
          </p:cNvCxnSpPr>
          <p:nvPr/>
        </p:nvCxnSpPr>
        <p:spPr>
          <a:xfrm>
            <a:off x="659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4" name="Connector 9043"/>
          <p:cNvCxnSpPr>
            <a:stCxn id="9014" idx="0"/>
            <a:endCxn id="9020" idx="0"/>
          </p:cNvCxnSpPr>
          <p:nvPr/>
        </p:nvCxnSpPr>
        <p:spPr>
          <a:xfrm>
            <a:off x="415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3" name="Connector 9042"/>
          <p:cNvCxnSpPr>
            <a:stCxn id="9014" idx="0"/>
            <a:endCxn id="9018" idx="0"/>
          </p:cNvCxnSpPr>
          <p:nvPr/>
        </p:nvCxnSpPr>
        <p:spPr>
          <a:xfrm flipH="1" flipV="1">
            <a:off x="293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2" name="Connector 9041"/>
          <p:cNvCxnSpPr>
            <a:stCxn id="9014" idx="0"/>
            <a:endCxn id="9016" idx="0"/>
          </p:cNvCxnSpPr>
          <p:nvPr/>
        </p:nvCxnSpPr>
        <p:spPr>
          <a:xfrm flipH="1">
            <a:off x="293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1" name="Connector 9040"/>
          <p:cNvCxnSpPr>
            <a:stCxn id="9006" idx="0"/>
            <a:endCxn id="9008" idx="0"/>
          </p:cNvCxnSpPr>
          <p:nvPr/>
        </p:nvCxnSpPr>
        <p:spPr>
          <a:xfrm flipV="1">
            <a:off x="5376000" y="1447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0" name="Connector 9039"/>
          <p:cNvCxnSpPr>
            <a:stCxn id="9006" idx="0"/>
            <a:endCxn id="9010" idx="0"/>
          </p:cNvCxnSpPr>
          <p:nvPr/>
        </p:nvCxnSpPr>
        <p:spPr>
          <a:xfrm>
            <a:off x="537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9" name="Connector 9038"/>
          <p:cNvCxnSpPr>
            <a:stCxn id="9006" idx="0"/>
            <a:endCxn id="9012" idx="0"/>
          </p:cNvCxnSpPr>
          <p:nvPr/>
        </p:nvCxnSpPr>
        <p:spPr>
          <a:xfrm flipH="1">
            <a:off x="415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8" name="Connector 9037"/>
          <p:cNvCxnSpPr>
            <a:stCxn id="3" idx="0"/>
            <a:endCxn id="9022" idx="0"/>
          </p:cNvCxnSpPr>
          <p:nvPr/>
        </p:nvCxnSpPr>
        <p:spPr>
          <a:xfrm>
            <a:off x="537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3" idx="0"/>
            <a:endCxn id="9014" idx="0"/>
          </p:cNvCxnSpPr>
          <p:nvPr/>
        </p:nvCxnSpPr>
        <p:spPr>
          <a:xfrm flipH="1">
            <a:off x="415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3" idx="0"/>
            <a:endCxn id="9006" idx="0"/>
          </p:cNvCxnSpPr>
          <p:nvPr/>
        </p:nvCxnSpPr>
        <p:spPr>
          <a:xfrm flipV="1">
            <a:off x="537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雪都瓦恩霍姆　（ravnsdal）　16 格</a:t>
            </a:r>
          </a:p>
        </p:txBody>
      </p:sp>
      <p:grpSp>
        <p:nvGrpSpPr>
          <p:cNvPr id="9005" name="ravnsdal:square"/>
          <p:cNvGrpSpPr/>
          <p:nvPr/>
        </p:nvGrpSpPr>
        <p:grpSpPr>
          <a:xfrm>
            <a:off x="4876000" y="3749000"/>
            <a:ext cx="1000000" cy="951000"/>
            <a:chOff x="4876000" y="3749000"/>
            <a:chExt cx="1000000" cy="951000"/>
          </a:xfrm>
        </p:grpSpPr>
        <p:pic>
          <p:nvPicPr>
            <p:cNvPr id="3" name="Picture 2" descr="varn_squar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6000" y="3749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487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港口廣場
square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ravnsdal:midtown"/>
          <p:cNvGrpSpPr/>
          <p:nvPr/>
        </p:nvGrpSpPr>
        <p:grpSpPr>
          <a:xfrm>
            <a:off x="4876000" y="2598000"/>
            <a:ext cx="1000000" cy="951000"/>
            <a:chOff x="4876000" y="2598000"/>
            <a:chExt cx="1000000" cy="951000"/>
          </a:xfrm>
        </p:grpSpPr>
        <p:pic>
          <p:nvPicPr>
            <p:cNvPr id="9006" name="Picture 9005" descr="varn_midtown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76000" y="2598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487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中心區
midtown</a:t>
              </a:r>
            </a:p>
          </p:txBody>
        </p:sp>
      </p:grpSp>
      <p:grpSp>
        <p:nvGrpSpPr>
          <p:cNvPr id="9007" name="ravnsdal:library"/>
          <p:cNvGrpSpPr/>
          <p:nvPr/>
        </p:nvGrpSpPr>
        <p:grpSpPr>
          <a:xfrm>
            <a:off x="4876000" y="1447000"/>
            <a:ext cx="1000000" cy="951000"/>
            <a:chOff x="4876000" y="1447000"/>
            <a:chExt cx="1000000" cy="951000"/>
          </a:xfrm>
        </p:grpSpPr>
        <p:pic>
          <p:nvPicPr>
            <p:cNvPr id="9008" name="Picture 9007" descr="varn_library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6000" y="1447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487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圖書館
library</a:t>
              </a:r>
            </a:p>
          </p:txBody>
        </p:sp>
      </p:grpSp>
      <p:grpSp>
        <p:nvGrpSpPr>
          <p:cNvPr id="9008" name="ravnsdal:church"/>
          <p:cNvGrpSpPr/>
          <p:nvPr/>
        </p:nvGrpSpPr>
        <p:grpSpPr>
          <a:xfrm>
            <a:off x="6096000" y="2598000"/>
            <a:ext cx="1000000" cy="951000"/>
            <a:chOff x="6096000" y="2598000"/>
            <a:chExt cx="1000000" cy="951000"/>
          </a:xfrm>
        </p:grpSpPr>
        <p:pic>
          <p:nvPicPr>
            <p:cNvPr id="9010" name="Picture 9009" descr="varn_midtown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609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大教堂
church</a:t>
              </a:r>
            </a:p>
          </p:txBody>
        </p:sp>
      </p:grpSp>
      <p:grpSp>
        <p:nvGrpSpPr>
          <p:cNvPr id="9009" name="ravnsdal:lookout"/>
          <p:cNvGrpSpPr/>
          <p:nvPr/>
        </p:nvGrpSpPr>
        <p:grpSpPr>
          <a:xfrm>
            <a:off x="3656000" y="2598000"/>
            <a:ext cx="1000000" cy="951000"/>
            <a:chOff x="3656000" y="2598000"/>
            <a:chExt cx="1000000" cy="951000"/>
          </a:xfrm>
        </p:grpSpPr>
        <p:pic>
          <p:nvPicPr>
            <p:cNvPr id="9012" name="Picture 9011" descr="varn_lookout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56000" y="2598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365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瞭望台
lookout</a:t>
              </a:r>
            </a:p>
          </p:txBody>
        </p:sp>
      </p:grpSp>
      <p:grpSp>
        <p:nvGrpSpPr>
          <p:cNvPr id="9010" name="ravnsdal:oldtown"/>
          <p:cNvGrpSpPr/>
          <p:nvPr/>
        </p:nvGrpSpPr>
        <p:grpSpPr>
          <a:xfrm>
            <a:off x="3656000" y="3749000"/>
            <a:ext cx="1000000" cy="951000"/>
            <a:chOff x="3656000" y="3749000"/>
            <a:chExt cx="1000000" cy="951000"/>
          </a:xfrm>
        </p:grpSpPr>
        <p:pic>
          <p:nvPicPr>
            <p:cNvPr id="9014" name="Picture 9013" descr="varn_oldtown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6000" y="3749000"/>
              <a:ext cx="1000000" cy="560000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365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舊街區
oldtown</a:t>
              </a:r>
            </a:p>
          </p:txBody>
        </p:sp>
      </p:grpSp>
      <p:grpSp>
        <p:nvGrpSpPr>
          <p:cNvPr id="9011" name="ravnsdal:gunstore"/>
          <p:cNvGrpSpPr/>
          <p:nvPr/>
        </p:nvGrpSpPr>
        <p:grpSpPr>
          <a:xfrm>
            <a:off x="2436000" y="3749000"/>
            <a:ext cx="1000000" cy="951000"/>
            <a:chOff x="2436000" y="3749000"/>
            <a:chExt cx="1000000" cy="951000"/>
          </a:xfrm>
        </p:grpSpPr>
        <p:pic>
          <p:nvPicPr>
            <p:cNvPr id="9016" name="Picture 9015" descr="varn_firearm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36000" y="3749000"/>
              <a:ext cx="1000000" cy="560000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243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武器店
gunstore</a:t>
              </a:r>
            </a:p>
          </p:txBody>
        </p:sp>
      </p:grpSp>
      <p:grpSp>
        <p:nvGrpSpPr>
          <p:cNvPr id="9012" name="ravnsdal:station"/>
          <p:cNvGrpSpPr/>
          <p:nvPr/>
        </p:nvGrpSpPr>
        <p:grpSpPr>
          <a:xfrm>
            <a:off x="2436000" y="1447000"/>
            <a:ext cx="1000000" cy="951000"/>
            <a:chOff x="2436000" y="1447000"/>
            <a:chExt cx="1000000" cy="951000"/>
          </a:xfrm>
        </p:grpSpPr>
        <p:pic>
          <p:nvPicPr>
            <p:cNvPr id="9018" name="Picture 9017" descr="varn_station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36000" y="1447000"/>
              <a:ext cx="1000000" cy="560000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243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火車站
station</a:t>
              </a:r>
            </a:p>
          </p:txBody>
        </p:sp>
      </p:grpSp>
      <p:grpSp>
        <p:nvGrpSpPr>
          <p:cNvPr id="9013" name="ravnsdal:guild"/>
          <p:cNvGrpSpPr/>
          <p:nvPr/>
        </p:nvGrpSpPr>
        <p:grpSpPr>
          <a:xfrm>
            <a:off x="3656000" y="4900000"/>
            <a:ext cx="1000000" cy="951000"/>
            <a:chOff x="3656000" y="4900000"/>
            <a:chExt cx="1000000" cy="951000"/>
          </a:xfrm>
        </p:grpSpPr>
        <p:pic>
          <p:nvPicPr>
            <p:cNvPr id="9020" name="Picture 9019" descr="varn_guild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56000" y="4900000"/>
              <a:ext cx="1000000" cy="560000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365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賞金獵人公會
guild</a:t>
              </a:r>
            </a:p>
          </p:txBody>
        </p:sp>
      </p:grpSp>
      <p:grpSp>
        <p:nvGrpSpPr>
          <p:cNvPr id="9014" name="ravnsdal:uptown"/>
          <p:cNvGrpSpPr/>
          <p:nvPr/>
        </p:nvGrpSpPr>
        <p:grpSpPr>
          <a:xfrm>
            <a:off x="6096000" y="3749000"/>
            <a:ext cx="1000000" cy="951000"/>
            <a:chOff x="6096000" y="3749000"/>
            <a:chExt cx="1000000" cy="951000"/>
          </a:xfrm>
        </p:grpSpPr>
        <p:pic>
          <p:nvPicPr>
            <p:cNvPr id="9022" name="Picture 9021" descr="varn_uptown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96000" y="3749000"/>
              <a:ext cx="1000000" cy="560000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09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上街區
uptown</a:t>
              </a:r>
            </a:p>
          </p:txBody>
        </p:sp>
      </p:grpSp>
      <p:grpSp>
        <p:nvGrpSpPr>
          <p:cNvPr id="9015" name="ravnsdal:tavern"/>
          <p:cNvGrpSpPr/>
          <p:nvPr/>
        </p:nvGrpSpPr>
        <p:grpSpPr>
          <a:xfrm>
            <a:off x="7316000" y="3749000"/>
            <a:ext cx="1000000" cy="951000"/>
            <a:chOff x="7316000" y="3749000"/>
            <a:chExt cx="1000000" cy="951000"/>
          </a:xfrm>
        </p:grpSpPr>
        <p:pic>
          <p:nvPicPr>
            <p:cNvPr id="9024" name="Picture 9023" descr="varn_dining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316000" y="3749000"/>
              <a:ext cx="1000000" cy="560000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731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餐飲街
tavern</a:t>
              </a:r>
            </a:p>
          </p:txBody>
        </p:sp>
      </p:grpSp>
      <p:grpSp>
        <p:nvGrpSpPr>
          <p:cNvPr id="9016" name="ravnsdal:bar"/>
          <p:cNvGrpSpPr/>
          <p:nvPr/>
        </p:nvGrpSpPr>
        <p:grpSpPr>
          <a:xfrm>
            <a:off x="7316000" y="2598000"/>
            <a:ext cx="1000000" cy="951000"/>
            <a:chOff x="7316000" y="2598000"/>
            <a:chExt cx="1000000" cy="951000"/>
          </a:xfrm>
        </p:grpSpPr>
        <p:pic>
          <p:nvPicPr>
            <p:cNvPr id="9026" name="Picture 9025" descr="varn_bistro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316000" y="2598000"/>
              <a:ext cx="1000000" cy="560000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731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餐酒館
bar</a:t>
              </a:r>
            </a:p>
          </p:txBody>
        </p:sp>
      </p:grpSp>
      <p:grpSp>
        <p:nvGrpSpPr>
          <p:cNvPr id="9017" name="ravnsdal:cafe"/>
          <p:cNvGrpSpPr/>
          <p:nvPr/>
        </p:nvGrpSpPr>
        <p:grpSpPr>
          <a:xfrm>
            <a:off x="8536000" y="3749000"/>
            <a:ext cx="1000000" cy="951000"/>
            <a:chOff x="8536000" y="3749000"/>
            <a:chExt cx="1000000" cy="951000"/>
          </a:xfrm>
        </p:grpSpPr>
        <p:pic>
          <p:nvPicPr>
            <p:cNvPr id="9028" name="Picture 9027" descr="varn_cafe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536000" y="3749000"/>
              <a:ext cx="1000000" cy="560000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853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咖啡廳
cafe</a:t>
              </a:r>
            </a:p>
          </p:txBody>
        </p:sp>
      </p:grpSp>
      <p:grpSp>
        <p:nvGrpSpPr>
          <p:cNvPr id="9018" name="ravnsdal:dessert"/>
          <p:cNvGrpSpPr/>
          <p:nvPr/>
        </p:nvGrpSpPr>
        <p:grpSpPr>
          <a:xfrm>
            <a:off x="7316000" y="4900000"/>
            <a:ext cx="1000000" cy="951000"/>
            <a:chOff x="7316000" y="4900000"/>
            <a:chExt cx="1000000" cy="951000"/>
          </a:xfrm>
        </p:grpSpPr>
        <p:pic>
          <p:nvPicPr>
            <p:cNvPr id="9030" name="Picture 9029" descr="varn_dessert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316000" y="4900000"/>
              <a:ext cx="1000000" cy="560000"/>
            </a:xfrm>
            <a:prstGeom prst="rect">
              <a:avLst/>
            </a:prstGeom>
          </p:spPr>
        </p:pic>
        <p:sp>
          <p:nvSpPr>
            <p:cNvPr id="9031" name="TextBox 9030"/>
            <p:cNvSpPr txBox="1"/>
            <p:nvPr/>
          </p:nvSpPr>
          <p:spPr>
            <a:xfrm>
              <a:off x="731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甜品店
dessert</a:t>
              </a:r>
            </a:p>
          </p:txBody>
        </p:sp>
      </p:grpSp>
      <p:grpSp>
        <p:nvGrpSpPr>
          <p:cNvPr id="9019" name="ravnsdal:grocery"/>
          <p:cNvGrpSpPr/>
          <p:nvPr/>
        </p:nvGrpSpPr>
        <p:grpSpPr>
          <a:xfrm>
            <a:off x="6096000" y="4900000"/>
            <a:ext cx="1000000" cy="951000"/>
            <a:chOff x="6096000" y="4900000"/>
            <a:chExt cx="1000000" cy="951000"/>
          </a:xfrm>
        </p:grpSpPr>
        <p:pic>
          <p:nvPicPr>
            <p:cNvPr id="9032" name="Picture 9031" descr="varn_grocerie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096000" y="4900000"/>
              <a:ext cx="1000000" cy="560000"/>
            </a:xfrm>
            <a:prstGeom prst="rect">
              <a:avLst/>
            </a:prstGeom>
          </p:spPr>
        </p:pic>
        <p:sp>
          <p:nvSpPr>
            <p:cNvPr id="9033" name="TextBox 9032"/>
            <p:cNvSpPr txBox="1"/>
            <p:nvPr/>
          </p:nvSpPr>
          <p:spPr>
            <a:xfrm>
              <a:off x="609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雜貨舖
grocery</a:t>
              </a:r>
            </a:p>
          </p:txBody>
        </p:sp>
      </p:grpSp>
      <p:grpSp>
        <p:nvGrpSpPr>
          <p:cNvPr id="9020" name="ravnsdal:inn"/>
          <p:cNvGrpSpPr/>
          <p:nvPr/>
        </p:nvGrpSpPr>
        <p:grpSpPr>
          <a:xfrm>
            <a:off x="6096000" y="1447000"/>
            <a:ext cx="1000000" cy="951000"/>
            <a:chOff x="6096000" y="1447000"/>
            <a:chExt cx="1000000" cy="951000"/>
          </a:xfrm>
        </p:grpSpPr>
        <p:pic>
          <p:nvPicPr>
            <p:cNvPr id="9034" name="Picture 9033" descr="varn_hotel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096000" y="1447000"/>
              <a:ext cx="1000000" cy="560000"/>
            </a:xfrm>
            <a:prstGeom prst="rect">
              <a:avLst/>
            </a:prstGeom>
          </p:spPr>
        </p:pic>
        <p:sp>
          <p:nvSpPr>
            <p:cNvPr id="9035" name="TextBox 9034"/>
            <p:cNvSpPr txBox="1"/>
            <p:nvPr/>
          </p:nvSpPr>
          <p:spPr>
            <a:xfrm>
              <a:off x="609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旅店
inn</a:t>
              </a:r>
              <a:r>
                <a:rPr sz="800">
                  <a:solidFill>
                    <a:srgbClr val="C03020"/>
                  </a:solidFill>
                </a:rPr>
                <a:t>
旅店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50" name="Connector 9049"/>
          <p:cNvCxnSpPr>
            <a:stCxn id="9024" idx="0"/>
            <a:endCxn id="9030" idx="0"/>
          </p:cNvCxnSpPr>
          <p:nvPr/>
        </p:nvCxnSpPr>
        <p:spPr>
          <a:xfrm>
            <a:off x="781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stCxn id="9024" idx="0"/>
            <a:endCxn id="9028" idx="0"/>
          </p:cNvCxnSpPr>
          <p:nvPr/>
        </p:nvCxnSpPr>
        <p:spPr>
          <a:xfrm>
            <a:off x="781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stCxn id="9024" idx="0"/>
            <a:endCxn id="9026" idx="0"/>
          </p:cNvCxnSpPr>
          <p:nvPr/>
        </p:nvCxnSpPr>
        <p:spPr>
          <a:xfrm flipV="1">
            <a:off x="781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7" name="Connector 9046"/>
          <p:cNvCxnSpPr>
            <a:stCxn id="9022" idx="0"/>
            <a:endCxn id="9032" idx="0"/>
          </p:cNvCxnSpPr>
          <p:nvPr/>
        </p:nvCxnSpPr>
        <p:spPr>
          <a:xfrm>
            <a:off x="659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6" name="Connector 9045"/>
          <p:cNvCxnSpPr>
            <a:stCxn id="9022" idx="0"/>
            <a:endCxn id="9034" idx="0"/>
          </p:cNvCxnSpPr>
          <p:nvPr/>
        </p:nvCxnSpPr>
        <p:spPr>
          <a:xfrm flipV="1">
            <a:off x="6596000" y="1447000"/>
            <a:ext cx="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5" name="Connector 9044"/>
          <p:cNvCxnSpPr>
            <a:stCxn id="9022" idx="0"/>
            <a:endCxn id="9024" idx="0"/>
          </p:cNvCxnSpPr>
          <p:nvPr/>
        </p:nvCxnSpPr>
        <p:spPr>
          <a:xfrm>
            <a:off x="659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4" name="Connector 9043"/>
          <p:cNvCxnSpPr>
            <a:stCxn id="9014" idx="0"/>
            <a:endCxn id="9020" idx="0"/>
          </p:cNvCxnSpPr>
          <p:nvPr/>
        </p:nvCxnSpPr>
        <p:spPr>
          <a:xfrm>
            <a:off x="415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3" name="Connector 9042"/>
          <p:cNvCxnSpPr>
            <a:stCxn id="9014" idx="0"/>
            <a:endCxn id="9018" idx="0"/>
          </p:cNvCxnSpPr>
          <p:nvPr/>
        </p:nvCxnSpPr>
        <p:spPr>
          <a:xfrm flipH="1" flipV="1">
            <a:off x="293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2" name="Connector 9041"/>
          <p:cNvCxnSpPr>
            <a:stCxn id="9014" idx="0"/>
            <a:endCxn id="9016" idx="0"/>
          </p:cNvCxnSpPr>
          <p:nvPr/>
        </p:nvCxnSpPr>
        <p:spPr>
          <a:xfrm flipH="1">
            <a:off x="293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1" name="Connector 9040"/>
          <p:cNvCxnSpPr>
            <a:stCxn id="9006" idx="0"/>
            <a:endCxn id="9012" idx="0"/>
          </p:cNvCxnSpPr>
          <p:nvPr/>
        </p:nvCxnSpPr>
        <p:spPr>
          <a:xfrm flipV="1">
            <a:off x="5376000" y="1447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0" name="Connector 9039"/>
          <p:cNvCxnSpPr>
            <a:stCxn id="9006" idx="0"/>
            <a:endCxn id="9008" idx="0"/>
          </p:cNvCxnSpPr>
          <p:nvPr/>
        </p:nvCxnSpPr>
        <p:spPr>
          <a:xfrm>
            <a:off x="537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9" name="Connector 9038"/>
          <p:cNvCxnSpPr>
            <a:stCxn id="9006" idx="0"/>
            <a:endCxn id="9010" idx="0"/>
          </p:cNvCxnSpPr>
          <p:nvPr/>
        </p:nvCxnSpPr>
        <p:spPr>
          <a:xfrm flipH="1">
            <a:off x="415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8" name="Connector 9037"/>
          <p:cNvCxnSpPr>
            <a:stCxn id="3" idx="0"/>
            <a:endCxn id="9022" idx="0"/>
          </p:cNvCxnSpPr>
          <p:nvPr/>
        </p:nvCxnSpPr>
        <p:spPr>
          <a:xfrm>
            <a:off x="537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3" idx="0"/>
            <a:endCxn id="9014" idx="0"/>
          </p:cNvCxnSpPr>
          <p:nvPr/>
        </p:nvCxnSpPr>
        <p:spPr>
          <a:xfrm flipH="1">
            <a:off x="415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3" idx="0"/>
            <a:endCxn id="9006" idx="0"/>
          </p:cNvCxnSpPr>
          <p:nvPr/>
        </p:nvCxnSpPr>
        <p:spPr>
          <a:xfrm flipV="1">
            <a:off x="537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東方泊地　（eastport）　16 格</a:t>
            </a:r>
          </a:p>
        </p:txBody>
      </p:sp>
      <p:grpSp>
        <p:nvGrpSpPr>
          <p:cNvPr id="9005" name="eastport:square"/>
          <p:cNvGrpSpPr/>
          <p:nvPr/>
        </p:nvGrpSpPr>
        <p:grpSpPr>
          <a:xfrm>
            <a:off x="4876000" y="3749000"/>
            <a:ext cx="1000000" cy="951000"/>
            <a:chOff x="4876000" y="3749000"/>
            <a:chExt cx="1000000" cy="951000"/>
          </a:xfrm>
        </p:grpSpPr>
        <p:pic>
          <p:nvPicPr>
            <p:cNvPr id="3" name="Picture 2" descr="east_squar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6000" y="3749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487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港口廣場
square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eastport:midtown"/>
          <p:cNvGrpSpPr/>
          <p:nvPr/>
        </p:nvGrpSpPr>
        <p:grpSpPr>
          <a:xfrm>
            <a:off x="4876000" y="2598000"/>
            <a:ext cx="1000000" cy="951000"/>
            <a:chOff x="4876000" y="2598000"/>
            <a:chExt cx="1000000" cy="951000"/>
          </a:xfrm>
        </p:grpSpPr>
        <p:pic>
          <p:nvPicPr>
            <p:cNvPr id="9006" name="Picture 9005" descr="east_midtown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76000" y="2598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487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中心區
midtown</a:t>
              </a:r>
            </a:p>
          </p:txBody>
        </p:sp>
      </p:grpSp>
      <p:grpSp>
        <p:nvGrpSpPr>
          <p:cNvPr id="9007" name="eastport:church"/>
          <p:cNvGrpSpPr/>
          <p:nvPr/>
        </p:nvGrpSpPr>
        <p:grpSpPr>
          <a:xfrm>
            <a:off x="6096000" y="2598000"/>
            <a:ext cx="1000000" cy="951000"/>
            <a:chOff x="6096000" y="2598000"/>
            <a:chExt cx="1000000" cy="951000"/>
          </a:xfrm>
        </p:grpSpPr>
        <p:pic>
          <p:nvPicPr>
            <p:cNvPr id="9008" name="Picture 9007" descr="east_church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2598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609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主教座堂
church</a:t>
              </a:r>
            </a:p>
          </p:txBody>
        </p:sp>
      </p:grpSp>
      <p:grpSp>
        <p:nvGrpSpPr>
          <p:cNvPr id="9008" name="eastport:cityhall"/>
          <p:cNvGrpSpPr/>
          <p:nvPr/>
        </p:nvGrpSpPr>
        <p:grpSpPr>
          <a:xfrm>
            <a:off x="3656000" y="2598000"/>
            <a:ext cx="1000000" cy="951000"/>
            <a:chOff x="3656000" y="2598000"/>
            <a:chExt cx="1000000" cy="951000"/>
          </a:xfrm>
        </p:grpSpPr>
        <p:pic>
          <p:nvPicPr>
            <p:cNvPr id="9010" name="Picture 9009" descr="east_customs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5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365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海關署
cityhall</a:t>
              </a:r>
            </a:p>
          </p:txBody>
        </p:sp>
      </p:grpSp>
      <p:grpSp>
        <p:nvGrpSpPr>
          <p:cNvPr id="9009" name="eastport:university"/>
          <p:cNvGrpSpPr/>
          <p:nvPr/>
        </p:nvGrpSpPr>
        <p:grpSpPr>
          <a:xfrm>
            <a:off x="4876000" y="1447000"/>
            <a:ext cx="1000000" cy="951000"/>
            <a:chOff x="4876000" y="1447000"/>
            <a:chExt cx="1000000" cy="951000"/>
          </a:xfrm>
        </p:grpSpPr>
        <p:pic>
          <p:nvPicPr>
            <p:cNvPr id="9012" name="Picture 9011" descr="east_university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76000" y="1447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87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大學
university</a:t>
              </a:r>
            </a:p>
          </p:txBody>
        </p:sp>
      </p:grpSp>
      <p:grpSp>
        <p:nvGrpSpPr>
          <p:cNvPr id="9010" name="eastport:oldtown"/>
          <p:cNvGrpSpPr/>
          <p:nvPr/>
        </p:nvGrpSpPr>
        <p:grpSpPr>
          <a:xfrm>
            <a:off x="3656000" y="3749000"/>
            <a:ext cx="1000000" cy="951000"/>
            <a:chOff x="3656000" y="3749000"/>
            <a:chExt cx="1000000" cy="951000"/>
          </a:xfrm>
        </p:grpSpPr>
        <p:pic>
          <p:nvPicPr>
            <p:cNvPr id="9014" name="Picture 9013" descr="east_oldtown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56000" y="3749000"/>
              <a:ext cx="1000000" cy="560000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365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舊城區
oldtown</a:t>
              </a:r>
            </a:p>
          </p:txBody>
        </p:sp>
      </p:grpSp>
      <p:grpSp>
        <p:nvGrpSpPr>
          <p:cNvPr id="9011" name="eastport:gunstore"/>
          <p:cNvGrpSpPr/>
          <p:nvPr/>
        </p:nvGrpSpPr>
        <p:grpSpPr>
          <a:xfrm>
            <a:off x="2436000" y="3749000"/>
            <a:ext cx="1000000" cy="951000"/>
            <a:chOff x="2436000" y="3749000"/>
            <a:chExt cx="1000000" cy="951000"/>
          </a:xfrm>
        </p:grpSpPr>
        <p:pic>
          <p:nvPicPr>
            <p:cNvPr id="9016" name="Picture 9015" descr="east_firearm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36000" y="3749000"/>
              <a:ext cx="1000000" cy="560000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243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武器店
gunstore</a:t>
              </a:r>
            </a:p>
          </p:txBody>
        </p:sp>
      </p:grpSp>
      <p:grpSp>
        <p:nvGrpSpPr>
          <p:cNvPr id="9012" name="eastport:dock"/>
          <p:cNvGrpSpPr/>
          <p:nvPr/>
        </p:nvGrpSpPr>
        <p:grpSpPr>
          <a:xfrm>
            <a:off x="2436000" y="1447000"/>
            <a:ext cx="1000000" cy="951000"/>
            <a:chOff x="2436000" y="1447000"/>
            <a:chExt cx="1000000" cy="951000"/>
          </a:xfrm>
        </p:grpSpPr>
        <p:pic>
          <p:nvPicPr>
            <p:cNvPr id="9018" name="Picture 9017" descr="east_southgate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436000" y="1447000"/>
              <a:ext cx="1000000" cy="560000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243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南門驛站
dock</a:t>
              </a:r>
              <a:r>
                <a:rPr sz="800">
                  <a:solidFill>
                    <a:srgbClr val="C03020"/>
                  </a:solidFill>
                </a:rPr>
                <a:t>
→@plainsroad</a:t>
              </a:r>
            </a:p>
          </p:txBody>
        </p:sp>
      </p:grpSp>
      <p:grpSp>
        <p:nvGrpSpPr>
          <p:cNvPr id="9013" name="eastport:guild"/>
          <p:cNvGrpSpPr/>
          <p:nvPr/>
        </p:nvGrpSpPr>
        <p:grpSpPr>
          <a:xfrm>
            <a:off x="3656000" y="4900000"/>
            <a:ext cx="1000000" cy="951000"/>
            <a:chOff x="3656000" y="4900000"/>
            <a:chExt cx="1000000" cy="951000"/>
          </a:xfrm>
        </p:grpSpPr>
        <p:pic>
          <p:nvPicPr>
            <p:cNvPr id="9020" name="Picture 9019" descr="east_guild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656000" y="4900000"/>
              <a:ext cx="1000000" cy="560000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365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賞金獵人公會
guild</a:t>
              </a:r>
            </a:p>
          </p:txBody>
        </p:sp>
      </p:grpSp>
      <p:grpSp>
        <p:nvGrpSpPr>
          <p:cNvPr id="9014" name="eastport:uptown"/>
          <p:cNvGrpSpPr/>
          <p:nvPr/>
        </p:nvGrpSpPr>
        <p:grpSpPr>
          <a:xfrm>
            <a:off x="6096000" y="3749000"/>
            <a:ext cx="1000000" cy="951000"/>
            <a:chOff x="6096000" y="3749000"/>
            <a:chExt cx="1000000" cy="951000"/>
          </a:xfrm>
        </p:grpSpPr>
        <p:pic>
          <p:nvPicPr>
            <p:cNvPr id="9022" name="Picture 9021" descr="east_uptown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096000" y="3749000"/>
              <a:ext cx="1000000" cy="560000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09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上城區
uptown</a:t>
              </a:r>
            </a:p>
          </p:txBody>
        </p:sp>
      </p:grpSp>
      <p:grpSp>
        <p:nvGrpSpPr>
          <p:cNvPr id="9015" name="eastport:tavern"/>
          <p:cNvGrpSpPr/>
          <p:nvPr/>
        </p:nvGrpSpPr>
        <p:grpSpPr>
          <a:xfrm>
            <a:off x="7316000" y="3749000"/>
            <a:ext cx="1000000" cy="951000"/>
            <a:chOff x="7316000" y="3749000"/>
            <a:chExt cx="1000000" cy="951000"/>
          </a:xfrm>
        </p:grpSpPr>
        <p:pic>
          <p:nvPicPr>
            <p:cNvPr id="9024" name="Picture 9023" descr="east_dining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316000" y="3749000"/>
              <a:ext cx="1000000" cy="560000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731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餐飲街
tavern</a:t>
              </a:r>
            </a:p>
          </p:txBody>
        </p:sp>
      </p:grpSp>
      <p:grpSp>
        <p:nvGrpSpPr>
          <p:cNvPr id="9016" name="eastport:restaurant"/>
          <p:cNvGrpSpPr/>
          <p:nvPr/>
        </p:nvGrpSpPr>
        <p:grpSpPr>
          <a:xfrm>
            <a:off x="7316000" y="2598000"/>
            <a:ext cx="1000000" cy="951000"/>
            <a:chOff x="7316000" y="2598000"/>
            <a:chExt cx="1000000" cy="951000"/>
          </a:xfrm>
        </p:grpSpPr>
        <p:pic>
          <p:nvPicPr>
            <p:cNvPr id="9026" name="Picture 9025" descr="east_restaurant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16000" y="2598000"/>
              <a:ext cx="1000000" cy="560000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731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餐廳
restaurant</a:t>
              </a:r>
            </a:p>
          </p:txBody>
        </p:sp>
      </p:grpSp>
      <p:grpSp>
        <p:nvGrpSpPr>
          <p:cNvPr id="9017" name="eastport:cafe"/>
          <p:cNvGrpSpPr/>
          <p:nvPr/>
        </p:nvGrpSpPr>
        <p:grpSpPr>
          <a:xfrm>
            <a:off x="8536000" y="3749000"/>
            <a:ext cx="1000000" cy="951000"/>
            <a:chOff x="8536000" y="3749000"/>
            <a:chExt cx="1000000" cy="951000"/>
          </a:xfrm>
        </p:grpSpPr>
        <p:pic>
          <p:nvPicPr>
            <p:cNvPr id="9028" name="Picture 9027" descr="east_cafe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536000" y="3749000"/>
              <a:ext cx="1000000" cy="560000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853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咖啡廳
cafe</a:t>
              </a:r>
            </a:p>
          </p:txBody>
        </p:sp>
      </p:grpSp>
      <p:grpSp>
        <p:nvGrpSpPr>
          <p:cNvPr id="9018" name="eastport:dessert"/>
          <p:cNvGrpSpPr/>
          <p:nvPr/>
        </p:nvGrpSpPr>
        <p:grpSpPr>
          <a:xfrm>
            <a:off x="7316000" y="4900000"/>
            <a:ext cx="1000000" cy="951000"/>
            <a:chOff x="7316000" y="4900000"/>
            <a:chExt cx="1000000" cy="951000"/>
          </a:xfrm>
        </p:grpSpPr>
        <p:pic>
          <p:nvPicPr>
            <p:cNvPr id="9030" name="Picture 9029" descr="east_dessert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316000" y="4900000"/>
              <a:ext cx="1000000" cy="560000"/>
            </a:xfrm>
            <a:prstGeom prst="rect">
              <a:avLst/>
            </a:prstGeom>
          </p:spPr>
        </p:pic>
        <p:sp>
          <p:nvSpPr>
            <p:cNvPr id="9031" name="TextBox 9030"/>
            <p:cNvSpPr txBox="1"/>
            <p:nvPr/>
          </p:nvSpPr>
          <p:spPr>
            <a:xfrm>
              <a:off x="731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甜品店
dessert</a:t>
              </a:r>
            </a:p>
          </p:txBody>
        </p:sp>
      </p:grpSp>
      <p:grpSp>
        <p:nvGrpSpPr>
          <p:cNvPr id="9019" name="eastport:grocery"/>
          <p:cNvGrpSpPr/>
          <p:nvPr/>
        </p:nvGrpSpPr>
        <p:grpSpPr>
          <a:xfrm>
            <a:off x="6096000" y="4900000"/>
            <a:ext cx="1000000" cy="951000"/>
            <a:chOff x="6096000" y="4900000"/>
            <a:chExt cx="1000000" cy="951000"/>
          </a:xfrm>
        </p:grpSpPr>
        <p:pic>
          <p:nvPicPr>
            <p:cNvPr id="9032" name="Picture 9031" descr="east_grocerie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096000" y="4900000"/>
              <a:ext cx="1000000" cy="560000"/>
            </a:xfrm>
            <a:prstGeom prst="rect">
              <a:avLst/>
            </a:prstGeom>
          </p:spPr>
        </p:pic>
        <p:sp>
          <p:nvSpPr>
            <p:cNvPr id="9033" name="TextBox 9032"/>
            <p:cNvSpPr txBox="1"/>
            <p:nvPr/>
          </p:nvSpPr>
          <p:spPr>
            <a:xfrm>
              <a:off x="609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雜貨舖
grocery</a:t>
              </a:r>
            </a:p>
          </p:txBody>
        </p:sp>
      </p:grpSp>
      <p:grpSp>
        <p:nvGrpSpPr>
          <p:cNvPr id="9020" name="eastport:inn"/>
          <p:cNvGrpSpPr/>
          <p:nvPr/>
        </p:nvGrpSpPr>
        <p:grpSpPr>
          <a:xfrm>
            <a:off x="6096000" y="1447000"/>
            <a:ext cx="1000000" cy="951000"/>
            <a:chOff x="6096000" y="1447000"/>
            <a:chExt cx="1000000" cy="951000"/>
          </a:xfrm>
        </p:grpSpPr>
        <p:pic>
          <p:nvPicPr>
            <p:cNvPr id="9034" name="Picture 9033" descr="east_hotel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096000" y="1447000"/>
              <a:ext cx="1000000" cy="560000"/>
            </a:xfrm>
            <a:prstGeom prst="rect">
              <a:avLst/>
            </a:prstGeom>
          </p:spPr>
        </p:pic>
        <p:sp>
          <p:nvSpPr>
            <p:cNvPr id="9035" name="TextBox 9034"/>
            <p:cNvSpPr txBox="1"/>
            <p:nvPr/>
          </p:nvSpPr>
          <p:spPr>
            <a:xfrm>
              <a:off x="609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旅店
inn</a:t>
              </a:r>
              <a:r>
                <a:rPr sz="800">
                  <a:solidFill>
                    <a:srgbClr val="C03020"/>
                  </a:solidFill>
                </a:rPr>
                <a:t>
旅店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41" name="Connector 9040"/>
          <p:cNvCxnSpPr>
            <a:stCxn id="9012" idx="0"/>
            <a:endCxn id="9024" idx="0"/>
          </p:cNvCxnSpPr>
          <p:nvPr/>
        </p:nvCxnSpPr>
        <p:spPr>
          <a:xfrm flipV="1">
            <a:off x="5124947" y="1869824"/>
            <a:ext cx="2787492" cy="2909472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0" name="Connector 9039"/>
          <p:cNvCxnSpPr>
            <a:stCxn id="9012" idx="0"/>
            <a:endCxn id="9028" idx="0"/>
          </p:cNvCxnSpPr>
          <p:nvPr/>
        </p:nvCxnSpPr>
        <p:spPr>
          <a:xfrm flipV="1">
            <a:off x="5124947" y="900000"/>
            <a:ext cx="3716656" cy="387929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9" name="Connector 9038"/>
          <p:cNvCxnSpPr>
            <a:stCxn id="9012" idx="0"/>
            <a:endCxn id="9026" idx="0"/>
          </p:cNvCxnSpPr>
          <p:nvPr/>
        </p:nvCxnSpPr>
        <p:spPr>
          <a:xfrm flipV="1">
            <a:off x="5124947" y="1384912"/>
            <a:ext cx="3252074" cy="3394384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8" name="Connector 9037"/>
          <p:cNvCxnSpPr>
            <a:stCxn id="9010" idx="0"/>
            <a:endCxn id="9022" idx="0"/>
          </p:cNvCxnSpPr>
          <p:nvPr/>
        </p:nvCxnSpPr>
        <p:spPr>
          <a:xfrm flipV="1">
            <a:off x="4660365" y="2354736"/>
            <a:ext cx="2787492" cy="2909472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9010" idx="0"/>
            <a:endCxn id="9020" idx="0"/>
          </p:cNvCxnSpPr>
          <p:nvPr/>
        </p:nvCxnSpPr>
        <p:spPr>
          <a:xfrm flipV="1">
            <a:off x="4660365" y="2839648"/>
            <a:ext cx="2322910" cy="242456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9010" idx="0"/>
            <a:endCxn id="9018" idx="0"/>
          </p:cNvCxnSpPr>
          <p:nvPr/>
        </p:nvCxnSpPr>
        <p:spPr>
          <a:xfrm flipV="1">
            <a:off x="4660365" y="3324560"/>
            <a:ext cx="1858328" cy="1939648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5" name="Connector 9034"/>
          <p:cNvCxnSpPr>
            <a:stCxn id="9006" idx="0"/>
            <a:endCxn id="9016" idx="0"/>
          </p:cNvCxnSpPr>
          <p:nvPr/>
        </p:nvCxnSpPr>
        <p:spPr>
          <a:xfrm flipV="1">
            <a:off x="4195783" y="3809472"/>
            <a:ext cx="1858328" cy="1939648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4" name="Connector 9033"/>
          <p:cNvCxnSpPr>
            <a:stCxn id="9006" idx="0"/>
            <a:endCxn id="9014" idx="0"/>
          </p:cNvCxnSpPr>
          <p:nvPr/>
        </p:nvCxnSpPr>
        <p:spPr>
          <a:xfrm flipV="1">
            <a:off x="4195783" y="4294384"/>
            <a:ext cx="1393746" cy="145473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3" name="Connector 9032"/>
          <p:cNvCxnSpPr>
            <a:stCxn id="9006" idx="0"/>
            <a:endCxn id="9008" idx="0"/>
          </p:cNvCxnSpPr>
          <p:nvPr/>
        </p:nvCxnSpPr>
        <p:spPr>
          <a:xfrm flipH="1">
            <a:off x="3266619" y="5749120"/>
            <a:ext cx="929164" cy="969824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2" name="Connector 9031"/>
          <p:cNvCxnSpPr>
            <a:stCxn id="3" idx="0"/>
            <a:endCxn id="9012" idx="0"/>
          </p:cNvCxnSpPr>
          <p:nvPr/>
        </p:nvCxnSpPr>
        <p:spPr>
          <a:xfrm flipV="1">
            <a:off x="3731201" y="4779296"/>
            <a:ext cx="1393746" cy="1454736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3" idx="0"/>
            <a:endCxn id="9006" idx="0"/>
          </p:cNvCxnSpPr>
          <p:nvPr/>
        </p:nvCxnSpPr>
        <p:spPr>
          <a:xfrm flipV="1">
            <a:off x="3731201" y="5749120"/>
            <a:ext cx="464582" cy="484912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3" idx="0"/>
            <a:endCxn id="9010" idx="0"/>
          </p:cNvCxnSpPr>
          <p:nvPr/>
        </p:nvCxnSpPr>
        <p:spPr>
          <a:xfrm flipV="1">
            <a:off x="3731201" y="5264208"/>
            <a:ext cx="929164" cy="969824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北方泊地　（northport）　13 格</a:t>
            </a:r>
          </a:p>
        </p:txBody>
      </p:sp>
      <p:grpSp>
        <p:nvGrpSpPr>
          <p:cNvPr id="9005" name="northport:entrance"/>
          <p:cNvGrpSpPr/>
          <p:nvPr/>
        </p:nvGrpSpPr>
        <p:grpSpPr>
          <a:xfrm>
            <a:off x="3540799" y="6234032"/>
            <a:ext cx="380805" cy="408751"/>
            <a:chOff x="3540799" y="6234032"/>
            <a:chExt cx="380805" cy="408751"/>
          </a:xfrm>
        </p:grpSpPr>
        <p:pic>
          <p:nvPicPr>
            <p:cNvPr id="3" name="Picture 2" descr="northport_square_bf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40799" y="6234032"/>
              <a:ext cx="380805" cy="213251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3540799" y="6447283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碼頭大道
entrance</a:t>
              </a:r>
            </a:p>
          </p:txBody>
        </p:sp>
      </p:grpSp>
      <p:grpSp>
        <p:nvGrpSpPr>
          <p:cNvPr id="9006" name="northport:west"/>
          <p:cNvGrpSpPr/>
          <p:nvPr/>
        </p:nvGrpSpPr>
        <p:grpSpPr>
          <a:xfrm>
            <a:off x="4005381" y="5749120"/>
            <a:ext cx="380805" cy="408751"/>
            <a:chOff x="4005381" y="5749120"/>
            <a:chExt cx="380805" cy="408751"/>
          </a:xfrm>
        </p:grpSpPr>
        <p:pic>
          <p:nvPicPr>
            <p:cNvPr id="9006" name="Picture 9005" descr="northport_west_bf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381" y="5749120"/>
              <a:ext cx="380805" cy="213251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4005381" y="5962371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西側
west</a:t>
              </a:r>
            </a:p>
          </p:txBody>
        </p:sp>
      </p:grpSp>
      <p:grpSp>
        <p:nvGrpSpPr>
          <p:cNvPr id="9007" name="northport:port"/>
          <p:cNvGrpSpPr/>
          <p:nvPr/>
        </p:nvGrpSpPr>
        <p:grpSpPr>
          <a:xfrm>
            <a:off x="3076217" y="6718944"/>
            <a:ext cx="380805" cy="408751"/>
            <a:chOff x="3076217" y="6718944"/>
            <a:chExt cx="380805" cy="408751"/>
          </a:xfrm>
        </p:grpSpPr>
        <p:pic>
          <p:nvPicPr>
            <p:cNvPr id="9008" name="Picture 9007" descr="northport_port_bf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76217" y="6718944"/>
              <a:ext cx="380805" cy="213251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3076217" y="6932195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碼頭
port</a:t>
              </a:r>
              <a:r>
                <a:rPr sz="55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8" name="northport:north"/>
          <p:cNvGrpSpPr/>
          <p:nvPr/>
        </p:nvGrpSpPr>
        <p:grpSpPr>
          <a:xfrm>
            <a:off x="4469963" y="5264208"/>
            <a:ext cx="380805" cy="408751"/>
            <a:chOff x="4469963" y="5264208"/>
            <a:chExt cx="380805" cy="408751"/>
          </a:xfrm>
        </p:grpSpPr>
        <p:pic>
          <p:nvPicPr>
            <p:cNvPr id="9010" name="Picture 9009" descr="northport_north_bf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69963" y="5264208"/>
              <a:ext cx="380805" cy="213251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469963" y="5477459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北側
north</a:t>
              </a:r>
            </a:p>
          </p:txBody>
        </p:sp>
      </p:grpSp>
      <p:grpSp>
        <p:nvGrpSpPr>
          <p:cNvPr id="9009" name="northport:east"/>
          <p:cNvGrpSpPr/>
          <p:nvPr/>
        </p:nvGrpSpPr>
        <p:grpSpPr>
          <a:xfrm>
            <a:off x="4934545" y="4779296"/>
            <a:ext cx="380805" cy="408751"/>
            <a:chOff x="4934545" y="4779296"/>
            <a:chExt cx="380805" cy="408751"/>
          </a:xfrm>
        </p:grpSpPr>
        <p:pic>
          <p:nvPicPr>
            <p:cNvPr id="9012" name="Picture 9011" descr="northport_east_bf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34545" y="4779296"/>
              <a:ext cx="380805" cy="213251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934545" y="4992547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東側
east</a:t>
              </a:r>
            </a:p>
          </p:txBody>
        </p:sp>
      </p:grpSp>
      <p:grpSp>
        <p:nvGrpSpPr>
          <p:cNvPr id="9010" name="northport:gunstore"/>
          <p:cNvGrpSpPr/>
          <p:nvPr/>
        </p:nvGrpSpPr>
        <p:grpSpPr>
          <a:xfrm>
            <a:off x="5399127" y="4294384"/>
            <a:ext cx="380805" cy="408751"/>
            <a:chOff x="5399127" y="4294384"/>
            <a:chExt cx="380805" cy="408751"/>
          </a:xfrm>
        </p:grpSpPr>
        <p:pic>
          <p:nvPicPr>
            <p:cNvPr id="9014" name="Picture 9013" descr="northport_gunstore_bf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99127" y="4294384"/>
              <a:ext cx="380805" cy="213251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5399127" y="4507635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武器店
gunstore</a:t>
              </a:r>
            </a:p>
          </p:txBody>
        </p:sp>
      </p:grpSp>
      <p:grpSp>
        <p:nvGrpSpPr>
          <p:cNvPr id="9011" name="northport:guild"/>
          <p:cNvGrpSpPr/>
          <p:nvPr/>
        </p:nvGrpSpPr>
        <p:grpSpPr>
          <a:xfrm>
            <a:off x="5863709" y="3809472"/>
            <a:ext cx="380805" cy="408751"/>
            <a:chOff x="5863709" y="3809472"/>
            <a:chExt cx="380805" cy="408751"/>
          </a:xfrm>
        </p:grpSpPr>
        <p:pic>
          <p:nvPicPr>
            <p:cNvPr id="9016" name="Picture 9015" descr="northport_guild_bf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63709" y="3809472"/>
              <a:ext cx="380805" cy="213251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5863709" y="4022723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賞金獵人公會
guild</a:t>
              </a:r>
            </a:p>
          </p:txBody>
        </p:sp>
      </p:grpSp>
      <p:grpSp>
        <p:nvGrpSpPr>
          <p:cNvPr id="9012" name="northport:cityhall"/>
          <p:cNvGrpSpPr/>
          <p:nvPr/>
        </p:nvGrpSpPr>
        <p:grpSpPr>
          <a:xfrm>
            <a:off x="6328291" y="3324560"/>
            <a:ext cx="380805" cy="408751"/>
            <a:chOff x="6328291" y="3324560"/>
            <a:chExt cx="380805" cy="408751"/>
          </a:xfrm>
        </p:grpSpPr>
        <p:pic>
          <p:nvPicPr>
            <p:cNvPr id="9018" name="Picture 9017" descr="northport_cityhall_bf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8291" y="3324560"/>
              <a:ext cx="380805" cy="213251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6328291" y="3537811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市鎮中心
cityhall</a:t>
              </a:r>
            </a:p>
          </p:txBody>
        </p:sp>
      </p:grpSp>
      <p:grpSp>
        <p:nvGrpSpPr>
          <p:cNvPr id="9013" name="northport:church"/>
          <p:cNvGrpSpPr/>
          <p:nvPr/>
        </p:nvGrpSpPr>
        <p:grpSpPr>
          <a:xfrm>
            <a:off x="6792873" y="2839648"/>
            <a:ext cx="380805" cy="408751"/>
            <a:chOff x="6792873" y="2839648"/>
            <a:chExt cx="380805" cy="408751"/>
          </a:xfrm>
        </p:grpSpPr>
        <p:pic>
          <p:nvPicPr>
            <p:cNvPr id="9020" name="Picture 9019" descr="northport_church_bf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92873" y="2839648"/>
              <a:ext cx="380805" cy="213251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6792873" y="3052899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教堂
church</a:t>
              </a:r>
            </a:p>
          </p:txBody>
        </p:sp>
      </p:grpSp>
      <p:grpSp>
        <p:nvGrpSpPr>
          <p:cNvPr id="9014" name="northport:cemetery"/>
          <p:cNvGrpSpPr/>
          <p:nvPr/>
        </p:nvGrpSpPr>
        <p:grpSpPr>
          <a:xfrm>
            <a:off x="7257455" y="2354736"/>
            <a:ext cx="380805" cy="408751"/>
            <a:chOff x="7257455" y="2354736"/>
            <a:chExt cx="380805" cy="408751"/>
          </a:xfrm>
        </p:grpSpPr>
        <p:pic>
          <p:nvPicPr>
            <p:cNvPr id="9022" name="Picture 9021" descr="northport_cemetery_bf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57455" y="2354736"/>
              <a:ext cx="380805" cy="213251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7257455" y="2567987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墓地
cemetery</a:t>
              </a:r>
            </a:p>
          </p:txBody>
        </p:sp>
      </p:grpSp>
      <p:grpSp>
        <p:nvGrpSpPr>
          <p:cNvPr id="9015" name="northport:grocery"/>
          <p:cNvGrpSpPr/>
          <p:nvPr/>
        </p:nvGrpSpPr>
        <p:grpSpPr>
          <a:xfrm>
            <a:off x="7722037" y="1869824"/>
            <a:ext cx="380805" cy="408751"/>
            <a:chOff x="7722037" y="1869824"/>
            <a:chExt cx="380805" cy="408751"/>
          </a:xfrm>
        </p:grpSpPr>
        <p:pic>
          <p:nvPicPr>
            <p:cNvPr id="9024" name="Picture 9023" descr="northport_grocery_bf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722037" y="1869824"/>
              <a:ext cx="380805" cy="213251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7722037" y="2083075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雜貨街
grocery</a:t>
              </a:r>
            </a:p>
          </p:txBody>
        </p:sp>
      </p:grpSp>
      <p:grpSp>
        <p:nvGrpSpPr>
          <p:cNvPr id="9016" name="northport:tavern"/>
          <p:cNvGrpSpPr/>
          <p:nvPr/>
        </p:nvGrpSpPr>
        <p:grpSpPr>
          <a:xfrm>
            <a:off x="8186619" y="1384912"/>
            <a:ext cx="380805" cy="408751"/>
            <a:chOff x="8186619" y="1384912"/>
            <a:chExt cx="380805" cy="408751"/>
          </a:xfrm>
        </p:grpSpPr>
        <p:pic>
          <p:nvPicPr>
            <p:cNvPr id="9026" name="Picture 9025" descr="northport_tavern_bf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86619" y="1384912"/>
              <a:ext cx="380805" cy="213251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8186619" y="1598163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餐飲街
tavern</a:t>
              </a:r>
            </a:p>
          </p:txBody>
        </p:sp>
      </p:grpSp>
      <p:grpSp>
        <p:nvGrpSpPr>
          <p:cNvPr id="9017" name="northport:inn"/>
          <p:cNvGrpSpPr/>
          <p:nvPr/>
        </p:nvGrpSpPr>
        <p:grpSpPr>
          <a:xfrm>
            <a:off x="8651201" y="900000"/>
            <a:ext cx="380805" cy="408751"/>
            <a:chOff x="8651201" y="900000"/>
            <a:chExt cx="380805" cy="408751"/>
          </a:xfrm>
        </p:grpSpPr>
        <p:pic>
          <p:nvPicPr>
            <p:cNvPr id="9028" name="Picture 9027" descr="northport_hotel_bf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51201" y="900000"/>
              <a:ext cx="380805" cy="213251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8651201" y="1113251"/>
              <a:ext cx="380805" cy="1955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649"/>
                <a:t>旅店
inn</a:t>
              </a:r>
              <a:r>
                <a:rPr sz="550">
                  <a:solidFill>
                    <a:srgbClr val="C03020"/>
                  </a:solidFill>
                </a:rPr>
                <a:t>
旅店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41" name="Connector 9040"/>
          <p:cNvCxnSpPr>
            <a:stCxn id="9010" idx="0"/>
            <a:endCxn id="9026" idx="0"/>
          </p:cNvCxnSpPr>
          <p:nvPr/>
        </p:nvCxnSpPr>
        <p:spPr>
          <a:xfrm>
            <a:off x="720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0" name="Connector 9039"/>
          <p:cNvCxnSpPr>
            <a:stCxn id="9010" idx="0"/>
            <a:endCxn id="9028" idx="0"/>
          </p:cNvCxnSpPr>
          <p:nvPr/>
        </p:nvCxnSpPr>
        <p:spPr>
          <a:xfrm>
            <a:off x="720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9" name="Connector 9038"/>
          <p:cNvCxnSpPr>
            <a:stCxn id="9010" idx="0"/>
            <a:endCxn id="9024" idx="0"/>
          </p:cNvCxnSpPr>
          <p:nvPr/>
        </p:nvCxnSpPr>
        <p:spPr>
          <a:xfrm flipV="1">
            <a:off x="7206000" y="1447000"/>
            <a:ext cx="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8" name="Connector 9037"/>
          <p:cNvCxnSpPr>
            <a:stCxn id="9008" idx="0"/>
            <a:endCxn id="9022" idx="0"/>
          </p:cNvCxnSpPr>
          <p:nvPr/>
        </p:nvCxnSpPr>
        <p:spPr>
          <a:xfrm>
            <a:off x="476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9008" idx="0"/>
            <a:endCxn id="9020" idx="0"/>
          </p:cNvCxnSpPr>
          <p:nvPr/>
        </p:nvCxnSpPr>
        <p:spPr>
          <a:xfrm flipH="1">
            <a:off x="354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9008" idx="0"/>
            <a:endCxn id="9018" idx="0"/>
          </p:cNvCxnSpPr>
          <p:nvPr/>
        </p:nvCxnSpPr>
        <p:spPr>
          <a:xfrm flipH="1" flipV="1">
            <a:off x="354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5" name="Connector 9034"/>
          <p:cNvCxnSpPr>
            <a:stCxn id="9006" idx="0"/>
            <a:endCxn id="9016" idx="0"/>
          </p:cNvCxnSpPr>
          <p:nvPr/>
        </p:nvCxnSpPr>
        <p:spPr>
          <a:xfrm>
            <a:off x="598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4" name="Connector 9033"/>
          <p:cNvCxnSpPr>
            <a:stCxn id="9006" idx="0"/>
            <a:endCxn id="9014" idx="0"/>
          </p:cNvCxnSpPr>
          <p:nvPr/>
        </p:nvCxnSpPr>
        <p:spPr>
          <a:xfrm flipH="1">
            <a:off x="476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3" name="Connector 9032"/>
          <p:cNvCxnSpPr>
            <a:stCxn id="9006" idx="0"/>
            <a:endCxn id="9012" idx="0"/>
          </p:cNvCxnSpPr>
          <p:nvPr/>
        </p:nvCxnSpPr>
        <p:spPr>
          <a:xfrm flipV="1">
            <a:off x="5986000" y="1447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2" name="Connector 9031"/>
          <p:cNvCxnSpPr>
            <a:stCxn id="3" idx="0"/>
            <a:endCxn id="9010" idx="0"/>
          </p:cNvCxnSpPr>
          <p:nvPr/>
        </p:nvCxnSpPr>
        <p:spPr>
          <a:xfrm>
            <a:off x="598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3" idx="0"/>
            <a:endCxn id="9008" idx="0"/>
          </p:cNvCxnSpPr>
          <p:nvPr/>
        </p:nvCxnSpPr>
        <p:spPr>
          <a:xfrm flipH="1">
            <a:off x="476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3" idx="0"/>
            <a:endCxn id="9006" idx="0"/>
          </p:cNvCxnSpPr>
          <p:nvPr/>
        </p:nvCxnSpPr>
        <p:spPr>
          <a:xfrm flipV="1">
            <a:off x="598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夏爾村　（shinier）　13 格</a:t>
            </a:r>
          </a:p>
        </p:txBody>
      </p:sp>
      <p:grpSp>
        <p:nvGrpSpPr>
          <p:cNvPr id="9005" name="shinier:plaza"/>
          <p:cNvGrpSpPr/>
          <p:nvPr/>
        </p:nvGrpSpPr>
        <p:grpSpPr>
          <a:xfrm>
            <a:off x="5486000" y="3749000"/>
            <a:ext cx="1000000" cy="951000"/>
            <a:chOff x="5486000" y="3749000"/>
            <a:chExt cx="1000000" cy="951000"/>
          </a:xfrm>
        </p:grpSpPr>
        <p:pic>
          <p:nvPicPr>
            <p:cNvPr id="3" name="Picture 2" descr="shinier_plaza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86000" y="3749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48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剝製廣場
plaza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shinier:north"/>
          <p:cNvGrpSpPr/>
          <p:nvPr/>
        </p:nvGrpSpPr>
        <p:grpSpPr>
          <a:xfrm>
            <a:off x="5486000" y="2598000"/>
            <a:ext cx="1000000" cy="951000"/>
            <a:chOff x="5486000" y="2598000"/>
            <a:chExt cx="1000000" cy="951000"/>
          </a:xfrm>
        </p:grpSpPr>
        <p:pic>
          <p:nvPicPr>
            <p:cNvPr id="9006" name="Picture 9005" descr="shinier_north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86000" y="2598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48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北側
north</a:t>
              </a:r>
            </a:p>
          </p:txBody>
        </p:sp>
      </p:grpSp>
      <p:grpSp>
        <p:nvGrpSpPr>
          <p:cNvPr id="9007" name="shinier:west"/>
          <p:cNvGrpSpPr/>
          <p:nvPr/>
        </p:nvGrpSpPr>
        <p:grpSpPr>
          <a:xfrm>
            <a:off x="4266000" y="3749000"/>
            <a:ext cx="1000000" cy="951000"/>
            <a:chOff x="4266000" y="3749000"/>
            <a:chExt cx="1000000" cy="951000"/>
          </a:xfrm>
        </p:grpSpPr>
        <p:pic>
          <p:nvPicPr>
            <p:cNvPr id="9008" name="Picture 9007" descr="shinier_west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66000" y="3749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426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西側
west</a:t>
              </a:r>
            </a:p>
          </p:txBody>
        </p:sp>
      </p:grpSp>
      <p:grpSp>
        <p:nvGrpSpPr>
          <p:cNvPr id="9008" name="shinier:east"/>
          <p:cNvGrpSpPr/>
          <p:nvPr/>
        </p:nvGrpSpPr>
        <p:grpSpPr>
          <a:xfrm>
            <a:off x="6706000" y="3749000"/>
            <a:ext cx="1000000" cy="951000"/>
            <a:chOff x="6706000" y="3749000"/>
            <a:chExt cx="1000000" cy="951000"/>
          </a:xfrm>
        </p:grpSpPr>
        <p:pic>
          <p:nvPicPr>
            <p:cNvPr id="9010" name="Picture 9009" descr="shinier_east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06000" y="3749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670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東側
east</a:t>
              </a:r>
            </a:p>
          </p:txBody>
        </p:sp>
      </p:grpSp>
      <p:grpSp>
        <p:nvGrpSpPr>
          <p:cNvPr id="9009" name="shinier:lakeside"/>
          <p:cNvGrpSpPr/>
          <p:nvPr/>
        </p:nvGrpSpPr>
        <p:grpSpPr>
          <a:xfrm>
            <a:off x="5486000" y="1447000"/>
            <a:ext cx="1000000" cy="951000"/>
            <a:chOff x="5486000" y="1447000"/>
            <a:chExt cx="1000000" cy="951000"/>
          </a:xfrm>
        </p:grpSpPr>
        <p:pic>
          <p:nvPicPr>
            <p:cNvPr id="9012" name="Picture 9011" descr="shinier_lakeside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86000" y="1447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548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湖畔
lakeside</a:t>
              </a:r>
            </a:p>
          </p:txBody>
        </p:sp>
      </p:grpSp>
      <p:grpSp>
        <p:nvGrpSpPr>
          <p:cNvPr id="9010" name="shinier:chief"/>
          <p:cNvGrpSpPr/>
          <p:nvPr/>
        </p:nvGrpSpPr>
        <p:grpSpPr>
          <a:xfrm>
            <a:off x="4266000" y="2598000"/>
            <a:ext cx="1000000" cy="951000"/>
            <a:chOff x="4266000" y="2598000"/>
            <a:chExt cx="1000000" cy="951000"/>
          </a:xfrm>
        </p:grpSpPr>
        <p:pic>
          <p:nvPicPr>
            <p:cNvPr id="9014" name="Picture 9013" descr="shinier_chiefhouse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66000" y="2598000"/>
              <a:ext cx="1000000" cy="560000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426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村長的家
chief</a:t>
              </a:r>
            </a:p>
          </p:txBody>
        </p:sp>
      </p:grpSp>
      <p:grpSp>
        <p:nvGrpSpPr>
          <p:cNvPr id="9011" name="shinier:altar"/>
          <p:cNvGrpSpPr/>
          <p:nvPr/>
        </p:nvGrpSpPr>
        <p:grpSpPr>
          <a:xfrm>
            <a:off x="6706000" y="2598000"/>
            <a:ext cx="1000000" cy="951000"/>
            <a:chOff x="6706000" y="2598000"/>
            <a:chExt cx="1000000" cy="951000"/>
          </a:xfrm>
        </p:grpSpPr>
        <p:pic>
          <p:nvPicPr>
            <p:cNvPr id="9016" name="Picture 9015" descr="shinier_altar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706000" y="2598000"/>
              <a:ext cx="1000000" cy="560000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670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祭壇
altar</a:t>
              </a:r>
            </a:p>
          </p:txBody>
        </p:sp>
      </p:grpSp>
      <p:grpSp>
        <p:nvGrpSpPr>
          <p:cNvPr id="9012" name="shinier:wild"/>
          <p:cNvGrpSpPr/>
          <p:nvPr/>
        </p:nvGrpSpPr>
        <p:grpSpPr>
          <a:xfrm>
            <a:off x="3046000" y="1447000"/>
            <a:ext cx="1000000" cy="951000"/>
            <a:chOff x="3046000" y="1447000"/>
            <a:chExt cx="1000000" cy="951000"/>
          </a:xfrm>
        </p:grpSpPr>
        <p:pic>
          <p:nvPicPr>
            <p:cNvPr id="9018" name="Picture 9017" descr="shinier_wilds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46000" y="1447000"/>
              <a:ext cx="1000000" cy="560000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304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野外
wild</a:t>
              </a:r>
              <a:r>
                <a:rPr sz="800">
                  <a:solidFill>
                    <a:srgbClr val="C03020"/>
                  </a:solidFill>
                </a:rPr>
                <a:t>
→@shinier_forest</a:t>
              </a:r>
            </a:p>
          </p:txBody>
        </p:sp>
      </p:grpSp>
      <p:grpSp>
        <p:nvGrpSpPr>
          <p:cNvPr id="9013" name="shinier:workshop"/>
          <p:cNvGrpSpPr/>
          <p:nvPr/>
        </p:nvGrpSpPr>
        <p:grpSpPr>
          <a:xfrm>
            <a:off x="3046000" y="3749000"/>
            <a:ext cx="1000000" cy="951000"/>
            <a:chOff x="3046000" y="3749000"/>
            <a:chExt cx="1000000" cy="951000"/>
          </a:xfrm>
        </p:grpSpPr>
        <p:pic>
          <p:nvPicPr>
            <p:cNvPr id="9020" name="Picture 9019" descr="shinier_worksho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046000" y="3749000"/>
              <a:ext cx="1000000" cy="560000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304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工坊
workshop</a:t>
              </a:r>
            </a:p>
          </p:txBody>
        </p:sp>
      </p:grpSp>
      <p:grpSp>
        <p:nvGrpSpPr>
          <p:cNvPr id="9014" name="shinier:hunter"/>
          <p:cNvGrpSpPr/>
          <p:nvPr/>
        </p:nvGrpSpPr>
        <p:grpSpPr>
          <a:xfrm>
            <a:off x="4266000" y="4900000"/>
            <a:ext cx="1000000" cy="951000"/>
            <a:chOff x="4266000" y="4900000"/>
            <a:chExt cx="1000000" cy="951000"/>
          </a:xfrm>
        </p:grpSpPr>
        <p:pic>
          <p:nvPicPr>
            <p:cNvPr id="9022" name="Picture 9021" descr="shinier_huntercabin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266000" y="4900000"/>
              <a:ext cx="1000000" cy="560000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426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獵人小屋
hunter</a:t>
              </a:r>
            </a:p>
          </p:txBody>
        </p:sp>
      </p:grpSp>
      <p:grpSp>
        <p:nvGrpSpPr>
          <p:cNvPr id="9015" name="shinier:sorahome"/>
          <p:cNvGrpSpPr/>
          <p:nvPr/>
        </p:nvGrpSpPr>
        <p:grpSpPr>
          <a:xfrm>
            <a:off x="6706000" y="1447000"/>
            <a:ext cx="1000000" cy="951000"/>
            <a:chOff x="6706000" y="1447000"/>
            <a:chExt cx="1000000" cy="951000"/>
          </a:xfrm>
        </p:grpSpPr>
        <p:pic>
          <p:nvPicPr>
            <p:cNvPr id="9024" name="Picture 9023" descr="shinier_soranahouse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06000" y="1447000"/>
              <a:ext cx="1000000" cy="560000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670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索菈娜的家
sorahome</a:t>
              </a:r>
              <a:r>
                <a:rPr sz="800">
                  <a:solidFill>
                    <a:srgbClr val="C03020"/>
                  </a:solidFill>
                </a:rPr>
                <a:t>
旅店</a:t>
              </a:r>
            </a:p>
          </p:txBody>
        </p:sp>
      </p:grpSp>
      <p:grpSp>
        <p:nvGrpSpPr>
          <p:cNvPr id="9016" name="shinier:grocery"/>
          <p:cNvGrpSpPr/>
          <p:nvPr/>
        </p:nvGrpSpPr>
        <p:grpSpPr>
          <a:xfrm>
            <a:off x="6706000" y="4900000"/>
            <a:ext cx="1000000" cy="951000"/>
            <a:chOff x="6706000" y="4900000"/>
            <a:chExt cx="1000000" cy="951000"/>
          </a:xfrm>
        </p:grpSpPr>
        <p:pic>
          <p:nvPicPr>
            <p:cNvPr id="9026" name="Picture 9025" descr="shinier_grocery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6000" y="4900000"/>
              <a:ext cx="1000000" cy="560000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670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雜貨街
grocery</a:t>
              </a:r>
            </a:p>
          </p:txBody>
        </p:sp>
      </p:grpSp>
      <p:grpSp>
        <p:nvGrpSpPr>
          <p:cNvPr id="9017" name="shinier:restaurant"/>
          <p:cNvGrpSpPr/>
          <p:nvPr/>
        </p:nvGrpSpPr>
        <p:grpSpPr>
          <a:xfrm>
            <a:off x="7926000" y="3749000"/>
            <a:ext cx="1000000" cy="951000"/>
            <a:chOff x="7926000" y="3749000"/>
            <a:chExt cx="1000000" cy="951000"/>
          </a:xfrm>
        </p:grpSpPr>
        <p:pic>
          <p:nvPicPr>
            <p:cNvPr id="9028" name="Picture 9027" descr="shinier_restaurant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926000" y="3749000"/>
              <a:ext cx="1000000" cy="560000"/>
            </a:xfrm>
            <a:prstGeom prst="rect">
              <a:avLst/>
            </a:prstGeom>
          </p:spPr>
        </p:pic>
        <p:sp>
          <p:nvSpPr>
            <p:cNvPr id="9029" name="TextBox 9028"/>
            <p:cNvSpPr txBox="1"/>
            <p:nvPr/>
          </p:nvSpPr>
          <p:spPr>
            <a:xfrm>
              <a:off x="792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餐廳
restaurant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38" name="Connector 9037"/>
          <p:cNvCxnSpPr>
            <a:stCxn id="9024" idx="0"/>
            <a:endCxn id="9022" idx="0"/>
          </p:cNvCxnSpPr>
          <p:nvPr/>
        </p:nvCxnSpPr>
        <p:spPr>
          <a:xfrm>
            <a:off x="720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9024" idx="0"/>
            <a:endCxn id="9026" idx="0"/>
          </p:cNvCxnSpPr>
          <p:nvPr/>
        </p:nvCxnSpPr>
        <p:spPr>
          <a:xfrm flipH="1" flipV="1">
            <a:off x="598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9024" idx="0"/>
            <a:endCxn id="9020" idx="0"/>
          </p:cNvCxnSpPr>
          <p:nvPr/>
        </p:nvCxnSpPr>
        <p:spPr>
          <a:xfrm>
            <a:off x="720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5" name="Connector 9034"/>
          <p:cNvCxnSpPr>
            <a:stCxn id="9012" idx="0"/>
            <a:endCxn id="9018" idx="0"/>
          </p:cNvCxnSpPr>
          <p:nvPr/>
        </p:nvCxnSpPr>
        <p:spPr>
          <a:xfrm>
            <a:off x="476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4" name="Connector 9033"/>
          <p:cNvCxnSpPr>
            <a:stCxn id="9012" idx="0"/>
            <a:endCxn id="9016" idx="0"/>
          </p:cNvCxnSpPr>
          <p:nvPr/>
        </p:nvCxnSpPr>
        <p:spPr>
          <a:xfrm flipH="1" flipV="1">
            <a:off x="354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3" name="Connector 9032"/>
          <p:cNvCxnSpPr>
            <a:stCxn id="9012" idx="0"/>
            <a:endCxn id="9014" idx="0"/>
          </p:cNvCxnSpPr>
          <p:nvPr/>
        </p:nvCxnSpPr>
        <p:spPr>
          <a:xfrm flipH="1">
            <a:off x="354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2" name="Connector 9031"/>
          <p:cNvCxnSpPr>
            <a:stCxn id="9006" idx="0"/>
            <a:endCxn id="9008" idx="0"/>
          </p:cNvCxnSpPr>
          <p:nvPr/>
        </p:nvCxnSpPr>
        <p:spPr>
          <a:xfrm>
            <a:off x="598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9006" idx="0"/>
            <a:endCxn id="9010" idx="0"/>
          </p:cNvCxnSpPr>
          <p:nvPr/>
        </p:nvCxnSpPr>
        <p:spPr>
          <a:xfrm flipH="1">
            <a:off x="476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3" idx="0"/>
            <a:endCxn id="9024" idx="0"/>
          </p:cNvCxnSpPr>
          <p:nvPr/>
        </p:nvCxnSpPr>
        <p:spPr>
          <a:xfrm>
            <a:off x="598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9" name="Connector 9028"/>
          <p:cNvCxnSpPr>
            <a:stCxn id="3" idx="0"/>
            <a:endCxn id="9012" idx="0"/>
          </p:cNvCxnSpPr>
          <p:nvPr/>
        </p:nvCxnSpPr>
        <p:spPr>
          <a:xfrm flipH="1">
            <a:off x="476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8" name="Connector 9027"/>
          <p:cNvCxnSpPr>
            <a:stCxn id="3" idx="0"/>
            <a:endCxn id="9006" idx="0"/>
          </p:cNvCxnSpPr>
          <p:nvPr/>
        </p:nvCxnSpPr>
        <p:spPr>
          <a:xfrm flipV="1">
            <a:off x="598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帝都　（capital）　12 格</a:t>
            </a:r>
          </a:p>
        </p:txBody>
      </p:sp>
      <p:grpSp>
        <p:nvGrpSpPr>
          <p:cNvPr id="9005" name="capital:square"/>
          <p:cNvGrpSpPr/>
          <p:nvPr/>
        </p:nvGrpSpPr>
        <p:grpSpPr>
          <a:xfrm>
            <a:off x="5486000" y="3749000"/>
            <a:ext cx="1000000" cy="951000"/>
            <a:chOff x="5486000" y="3749000"/>
            <a:chExt cx="1000000" cy="951000"/>
          </a:xfrm>
        </p:grpSpPr>
        <p:pic>
          <p:nvPicPr>
            <p:cNvPr id="3" name="Picture 2" descr="capital_squar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86000" y="3749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48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攝政王廣場
square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capital:midtown"/>
          <p:cNvGrpSpPr/>
          <p:nvPr/>
        </p:nvGrpSpPr>
        <p:grpSpPr>
          <a:xfrm>
            <a:off x="5486000" y="2598000"/>
            <a:ext cx="1000000" cy="951000"/>
            <a:chOff x="5486000" y="2598000"/>
            <a:chExt cx="1000000" cy="951000"/>
          </a:xfrm>
        </p:grpSpPr>
        <p:pic>
          <p:nvPicPr>
            <p:cNvPr id="9006" name="Picture 9005" descr="capital_midtown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86000" y="2598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48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中心區
midtown</a:t>
              </a:r>
            </a:p>
          </p:txBody>
        </p:sp>
      </p:grpSp>
      <p:grpSp>
        <p:nvGrpSpPr>
          <p:cNvPr id="9007" name="capital:church"/>
          <p:cNvGrpSpPr/>
          <p:nvPr/>
        </p:nvGrpSpPr>
        <p:grpSpPr>
          <a:xfrm>
            <a:off x="6706000" y="2598000"/>
            <a:ext cx="1000000" cy="951000"/>
            <a:chOff x="6706000" y="2598000"/>
            <a:chExt cx="1000000" cy="951000"/>
          </a:xfrm>
        </p:grpSpPr>
        <p:pic>
          <p:nvPicPr>
            <p:cNvPr id="9008" name="Picture 9007" descr="capital_church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06000" y="2598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670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大教堂
church</a:t>
              </a:r>
            </a:p>
          </p:txBody>
        </p:sp>
      </p:grpSp>
      <p:grpSp>
        <p:nvGrpSpPr>
          <p:cNvPr id="9008" name="capital:cityhall"/>
          <p:cNvGrpSpPr/>
          <p:nvPr/>
        </p:nvGrpSpPr>
        <p:grpSpPr>
          <a:xfrm>
            <a:off x="4266000" y="2598000"/>
            <a:ext cx="1000000" cy="951000"/>
            <a:chOff x="4266000" y="2598000"/>
            <a:chExt cx="1000000" cy="951000"/>
          </a:xfrm>
        </p:grpSpPr>
        <p:pic>
          <p:nvPicPr>
            <p:cNvPr id="9010" name="Picture 9009" descr="capital_cityhall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26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行政廳
cityhall</a:t>
              </a:r>
            </a:p>
          </p:txBody>
        </p:sp>
      </p:grpSp>
      <p:grpSp>
        <p:nvGrpSpPr>
          <p:cNvPr id="9009" name="capital:oldtown"/>
          <p:cNvGrpSpPr/>
          <p:nvPr/>
        </p:nvGrpSpPr>
        <p:grpSpPr>
          <a:xfrm>
            <a:off x="4266000" y="3749000"/>
            <a:ext cx="1000000" cy="951000"/>
            <a:chOff x="4266000" y="3749000"/>
            <a:chExt cx="1000000" cy="951000"/>
          </a:xfrm>
        </p:grpSpPr>
        <p:pic>
          <p:nvPicPr>
            <p:cNvPr id="9012" name="Picture 9011" descr="capital_downtown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66000" y="3749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26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舊街區
oldtown</a:t>
              </a:r>
            </a:p>
          </p:txBody>
        </p:sp>
      </p:grpSp>
      <p:grpSp>
        <p:nvGrpSpPr>
          <p:cNvPr id="9010" name="capital:gunstore"/>
          <p:cNvGrpSpPr/>
          <p:nvPr/>
        </p:nvGrpSpPr>
        <p:grpSpPr>
          <a:xfrm>
            <a:off x="3046000" y="3749000"/>
            <a:ext cx="1000000" cy="951000"/>
            <a:chOff x="3046000" y="3749000"/>
            <a:chExt cx="1000000" cy="951000"/>
          </a:xfrm>
        </p:grpSpPr>
        <p:pic>
          <p:nvPicPr>
            <p:cNvPr id="9014" name="Picture 9013" descr="capital_firearm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46000" y="3749000"/>
              <a:ext cx="1000000" cy="560000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304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武器店
gunstore</a:t>
              </a:r>
            </a:p>
          </p:txBody>
        </p:sp>
      </p:grpSp>
      <p:grpSp>
        <p:nvGrpSpPr>
          <p:cNvPr id="9011" name="capital:dock"/>
          <p:cNvGrpSpPr/>
          <p:nvPr/>
        </p:nvGrpSpPr>
        <p:grpSpPr>
          <a:xfrm>
            <a:off x="3046000" y="1447000"/>
            <a:ext cx="1000000" cy="951000"/>
            <a:chOff x="3046000" y="1447000"/>
            <a:chExt cx="1000000" cy="951000"/>
          </a:xfrm>
        </p:grpSpPr>
        <p:pic>
          <p:nvPicPr>
            <p:cNvPr id="9016" name="Picture 9015" descr="capital_dock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46000" y="1447000"/>
              <a:ext cx="1000000" cy="560000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304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船塢
dock</a:t>
              </a:r>
            </a:p>
          </p:txBody>
        </p:sp>
      </p:grpSp>
      <p:grpSp>
        <p:nvGrpSpPr>
          <p:cNvPr id="9012" name="capital:guild"/>
          <p:cNvGrpSpPr/>
          <p:nvPr/>
        </p:nvGrpSpPr>
        <p:grpSpPr>
          <a:xfrm>
            <a:off x="4266000" y="4900000"/>
            <a:ext cx="1000000" cy="951000"/>
            <a:chOff x="4266000" y="4900000"/>
            <a:chExt cx="1000000" cy="951000"/>
          </a:xfrm>
        </p:grpSpPr>
        <p:pic>
          <p:nvPicPr>
            <p:cNvPr id="9018" name="Picture 9017" descr="captal_guild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266000" y="4900000"/>
              <a:ext cx="1000000" cy="560000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426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賞金獵人公會
guild</a:t>
              </a:r>
            </a:p>
          </p:txBody>
        </p:sp>
      </p:grpSp>
      <p:grpSp>
        <p:nvGrpSpPr>
          <p:cNvPr id="9013" name="capital:tavern"/>
          <p:cNvGrpSpPr/>
          <p:nvPr/>
        </p:nvGrpSpPr>
        <p:grpSpPr>
          <a:xfrm>
            <a:off x="7926000" y="3749000"/>
            <a:ext cx="1000000" cy="951000"/>
            <a:chOff x="7926000" y="3749000"/>
            <a:chExt cx="1000000" cy="951000"/>
          </a:xfrm>
        </p:grpSpPr>
        <p:pic>
          <p:nvPicPr>
            <p:cNvPr id="9020" name="Picture 9019" descr="capital_bistro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26000" y="3749000"/>
              <a:ext cx="1000000" cy="560000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792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餐飲街
tavern</a:t>
              </a:r>
            </a:p>
          </p:txBody>
        </p:sp>
      </p:grpSp>
      <p:grpSp>
        <p:nvGrpSpPr>
          <p:cNvPr id="9014" name="capital:grocery"/>
          <p:cNvGrpSpPr/>
          <p:nvPr/>
        </p:nvGrpSpPr>
        <p:grpSpPr>
          <a:xfrm>
            <a:off x="6706000" y="4900000"/>
            <a:ext cx="1000000" cy="951000"/>
            <a:chOff x="6706000" y="4900000"/>
            <a:chExt cx="1000000" cy="951000"/>
          </a:xfrm>
        </p:grpSpPr>
        <p:pic>
          <p:nvPicPr>
            <p:cNvPr id="9022" name="Picture 9021" descr="capital_grocerie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706000" y="4900000"/>
              <a:ext cx="1000000" cy="560000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70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雜貨舖
grocery</a:t>
              </a:r>
            </a:p>
          </p:txBody>
        </p:sp>
      </p:grpSp>
      <p:grpSp>
        <p:nvGrpSpPr>
          <p:cNvPr id="9015" name="capital:uptown"/>
          <p:cNvGrpSpPr/>
          <p:nvPr/>
        </p:nvGrpSpPr>
        <p:grpSpPr>
          <a:xfrm>
            <a:off x="6706000" y="3749000"/>
            <a:ext cx="1000000" cy="951000"/>
            <a:chOff x="6706000" y="3749000"/>
            <a:chExt cx="1000000" cy="951000"/>
          </a:xfrm>
        </p:grpSpPr>
        <p:pic>
          <p:nvPicPr>
            <p:cNvPr id="9024" name="Picture 9023" descr="capital_uptown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06000" y="3749000"/>
              <a:ext cx="1000000" cy="560000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670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上街區
uptown</a:t>
              </a:r>
            </a:p>
          </p:txBody>
        </p:sp>
      </p:grpSp>
      <p:grpSp>
        <p:nvGrpSpPr>
          <p:cNvPr id="9016" name="capital:inn"/>
          <p:cNvGrpSpPr/>
          <p:nvPr/>
        </p:nvGrpSpPr>
        <p:grpSpPr>
          <a:xfrm>
            <a:off x="5486000" y="1447000"/>
            <a:ext cx="1000000" cy="951000"/>
            <a:chOff x="5486000" y="1447000"/>
            <a:chExt cx="1000000" cy="951000"/>
          </a:xfrm>
        </p:grpSpPr>
        <p:pic>
          <p:nvPicPr>
            <p:cNvPr id="9026" name="Picture 9025" descr="capital_hotel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486000" y="1447000"/>
              <a:ext cx="1000000" cy="560000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548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旅店
inn</a:t>
              </a:r>
              <a:r>
                <a:rPr sz="800">
                  <a:solidFill>
                    <a:srgbClr val="C03020"/>
                  </a:solidFill>
                </a:rPr>
                <a:t>
旅店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38" name="Connector 9037"/>
          <p:cNvCxnSpPr>
            <a:stCxn id="9020" idx="0"/>
            <a:endCxn id="9024" idx="0"/>
          </p:cNvCxnSpPr>
          <p:nvPr/>
        </p:nvCxnSpPr>
        <p:spPr>
          <a:xfrm>
            <a:off x="720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7" name="Connector 9036"/>
          <p:cNvCxnSpPr>
            <a:stCxn id="9020" idx="0"/>
            <a:endCxn id="9026" idx="0"/>
          </p:cNvCxnSpPr>
          <p:nvPr/>
        </p:nvCxnSpPr>
        <p:spPr>
          <a:xfrm flipH="1" flipV="1">
            <a:off x="598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6" name="Connector 9035"/>
          <p:cNvCxnSpPr>
            <a:stCxn id="9020" idx="0"/>
            <a:endCxn id="9022" idx="0"/>
          </p:cNvCxnSpPr>
          <p:nvPr/>
        </p:nvCxnSpPr>
        <p:spPr>
          <a:xfrm>
            <a:off x="720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5" name="Connector 9034"/>
          <p:cNvCxnSpPr>
            <a:stCxn id="9012" idx="0"/>
            <a:endCxn id="9018" idx="0"/>
          </p:cNvCxnSpPr>
          <p:nvPr/>
        </p:nvCxnSpPr>
        <p:spPr>
          <a:xfrm>
            <a:off x="476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4" name="Connector 9033"/>
          <p:cNvCxnSpPr>
            <a:stCxn id="9012" idx="0"/>
            <a:endCxn id="9016" idx="0"/>
          </p:cNvCxnSpPr>
          <p:nvPr/>
        </p:nvCxnSpPr>
        <p:spPr>
          <a:xfrm flipH="1" flipV="1">
            <a:off x="3546000" y="1447000"/>
            <a:ext cx="1220000" cy="2302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3" name="Connector 9032"/>
          <p:cNvCxnSpPr>
            <a:stCxn id="9012" idx="0"/>
            <a:endCxn id="9014" idx="0"/>
          </p:cNvCxnSpPr>
          <p:nvPr/>
        </p:nvCxnSpPr>
        <p:spPr>
          <a:xfrm flipH="1">
            <a:off x="354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2" name="Connector 9031"/>
          <p:cNvCxnSpPr>
            <a:stCxn id="9006" idx="0"/>
            <a:endCxn id="9008" idx="0"/>
          </p:cNvCxnSpPr>
          <p:nvPr/>
        </p:nvCxnSpPr>
        <p:spPr>
          <a:xfrm>
            <a:off x="598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9006" idx="0"/>
            <a:endCxn id="9010" idx="0"/>
          </p:cNvCxnSpPr>
          <p:nvPr/>
        </p:nvCxnSpPr>
        <p:spPr>
          <a:xfrm flipH="1">
            <a:off x="476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3" idx="0"/>
            <a:endCxn id="9020" idx="0"/>
          </p:cNvCxnSpPr>
          <p:nvPr/>
        </p:nvCxnSpPr>
        <p:spPr>
          <a:xfrm>
            <a:off x="598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9" name="Connector 9028"/>
          <p:cNvCxnSpPr>
            <a:stCxn id="3" idx="0"/>
            <a:endCxn id="9012" idx="0"/>
          </p:cNvCxnSpPr>
          <p:nvPr/>
        </p:nvCxnSpPr>
        <p:spPr>
          <a:xfrm flipH="1">
            <a:off x="4766000" y="3749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8" name="Connector 9027"/>
          <p:cNvCxnSpPr>
            <a:stCxn id="3" idx="0"/>
            <a:endCxn id="9006" idx="0"/>
          </p:cNvCxnSpPr>
          <p:nvPr/>
        </p:nvCxnSpPr>
        <p:spPr>
          <a:xfrm flipV="1">
            <a:off x="598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聖索菲亞城　（santasofia）　12 格</a:t>
            </a:r>
          </a:p>
        </p:txBody>
      </p:sp>
      <p:grpSp>
        <p:nvGrpSpPr>
          <p:cNvPr id="9005" name="santasofia:square"/>
          <p:cNvGrpSpPr/>
          <p:nvPr/>
        </p:nvGrpSpPr>
        <p:grpSpPr>
          <a:xfrm>
            <a:off x="5486000" y="3749000"/>
            <a:ext cx="1000000" cy="951000"/>
            <a:chOff x="5486000" y="3749000"/>
            <a:chExt cx="1000000" cy="951000"/>
          </a:xfrm>
        </p:grpSpPr>
        <p:pic>
          <p:nvPicPr>
            <p:cNvPr id="3" name="Picture 2" descr="sofia_squar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86000" y="3749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48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主廣場
square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santasofia:midtown"/>
          <p:cNvGrpSpPr/>
          <p:nvPr/>
        </p:nvGrpSpPr>
        <p:grpSpPr>
          <a:xfrm>
            <a:off x="5486000" y="2598000"/>
            <a:ext cx="1000000" cy="951000"/>
            <a:chOff x="5486000" y="2598000"/>
            <a:chExt cx="1000000" cy="951000"/>
          </a:xfrm>
        </p:grpSpPr>
        <p:pic>
          <p:nvPicPr>
            <p:cNvPr id="9006" name="Picture 9005" descr="sofia_midtown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86000" y="2598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48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中心區
midtown</a:t>
              </a:r>
            </a:p>
          </p:txBody>
        </p:sp>
      </p:grpSp>
      <p:grpSp>
        <p:nvGrpSpPr>
          <p:cNvPr id="9007" name="santasofia:church"/>
          <p:cNvGrpSpPr/>
          <p:nvPr/>
        </p:nvGrpSpPr>
        <p:grpSpPr>
          <a:xfrm>
            <a:off x="6706000" y="2598000"/>
            <a:ext cx="1000000" cy="951000"/>
            <a:chOff x="6706000" y="2598000"/>
            <a:chExt cx="1000000" cy="951000"/>
          </a:xfrm>
        </p:grpSpPr>
        <p:pic>
          <p:nvPicPr>
            <p:cNvPr id="9008" name="Picture 9007" descr="sofia_church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06000" y="2598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670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大教堂
church</a:t>
              </a:r>
            </a:p>
          </p:txBody>
        </p:sp>
      </p:grpSp>
      <p:grpSp>
        <p:nvGrpSpPr>
          <p:cNvPr id="9008" name="santasofia:cityhall"/>
          <p:cNvGrpSpPr/>
          <p:nvPr/>
        </p:nvGrpSpPr>
        <p:grpSpPr>
          <a:xfrm>
            <a:off x="4266000" y="2598000"/>
            <a:ext cx="1000000" cy="951000"/>
            <a:chOff x="4266000" y="2598000"/>
            <a:chExt cx="1000000" cy="951000"/>
          </a:xfrm>
        </p:grpSpPr>
        <p:pic>
          <p:nvPicPr>
            <p:cNvPr id="9010" name="Picture 9009" descr="sofia_cityhall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26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市政廳
cityhall</a:t>
              </a:r>
            </a:p>
          </p:txBody>
        </p:sp>
      </p:grpSp>
      <p:grpSp>
        <p:nvGrpSpPr>
          <p:cNvPr id="9009" name="santasofia:oldtown"/>
          <p:cNvGrpSpPr/>
          <p:nvPr/>
        </p:nvGrpSpPr>
        <p:grpSpPr>
          <a:xfrm>
            <a:off x="4266000" y="3749000"/>
            <a:ext cx="1000000" cy="951000"/>
            <a:chOff x="4266000" y="3749000"/>
            <a:chExt cx="1000000" cy="951000"/>
          </a:xfrm>
        </p:grpSpPr>
        <p:pic>
          <p:nvPicPr>
            <p:cNvPr id="9012" name="Picture 9011" descr="sofia_downtown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66000" y="3749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26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舊街區
oldtown</a:t>
              </a:r>
            </a:p>
          </p:txBody>
        </p:sp>
      </p:grpSp>
      <p:grpSp>
        <p:nvGrpSpPr>
          <p:cNvPr id="9010" name="santasofia:gunstore"/>
          <p:cNvGrpSpPr/>
          <p:nvPr/>
        </p:nvGrpSpPr>
        <p:grpSpPr>
          <a:xfrm>
            <a:off x="3046000" y="3749000"/>
            <a:ext cx="1000000" cy="951000"/>
            <a:chOff x="3046000" y="3749000"/>
            <a:chExt cx="1000000" cy="951000"/>
          </a:xfrm>
        </p:grpSpPr>
        <p:pic>
          <p:nvPicPr>
            <p:cNvPr id="9014" name="Picture 9013" descr="sofia_firearm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46000" y="3749000"/>
              <a:ext cx="1000000" cy="560000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304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武器店
gunstore</a:t>
              </a:r>
            </a:p>
          </p:txBody>
        </p:sp>
      </p:grpSp>
      <p:grpSp>
        <p:nvGrpSpPr>
          <p:cNvPr id="9011" name="santasofia:dock"/>
          <p:cNvGrpSpPr/>
          <p:nvPr/>
        </p:nvGrpSpPr>
        <p:grpSpPr>
          <a:xfrm>
            <a:off x="3046000" y="1447000"/>
            <a:ext cx="1000000" cy="951000"/>
            <a:chOff x="3046000" y="1447000"/>
            <a:chExt cx="1000000" cy="951000"/>
          </a:xfrm>
        </p:grpSpPr>
        <p:pic>
          <p:nvPicPr>
            <p:cNvPr id="9016" name="Picture 9015" descr="sofia_dock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46000" y="1447000"/>
              <a:ext cx="1000000" cy="560000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304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船塢
dock</a:t>
              </a:r>
            </a:p>
          </p:txBody>
        </p:sp>
      </p:grpSp>
      <p:grpSp>
        <p:nvGrpSpPr>
          <p:cNvPr id="9012" name="santasofia:guild"/>
          <p:cNvGrpSpPr/>
          <p:nvPr/>
        </p:nvGrpSpPr>
        <p:grpSpPr>
          <a:xfrm>
            <a:off x="4266000" y="4900000"/>
            <a:ext cx="1000000" cy="951000"/>
            <a:chOff x="4266000" y="4900000"/>
            <a:chExt cx="1000000" cy="951000"/>
          </a:xfrm>
        </p:grpSpPr>
        <p:pic>
          <p:nvPicPr>
            <p:cNvPr id="9018" name="Picture 9017" descr="sofia_guild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266000" y="4900000"/>
              <a:ext cx="1000000" cy="560000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426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賞金獵人公會
guild</a:t>
              </a:r>
            </a:p>
          </p:txBody>
        </p:sp>
      </p:grpSp>
      <p:grpSp>
        <p:nvGrpSpPr>
          <p:cNvPr id="9013" name="santasofia:uptown"/>
          <p:cNvGrpSpPr/>
          <p:nvPr/>
        </p:nvGrpSpPr>
        <p:grpSpPr>
          <a:xfrm>
            <a:off x="6706000" y="3749000"/>
            <a:ext cx="1000000" cy="951000"/>
            <a:chOff x="6706000" y="3749000"/>
            <a:chExt cx="1000000" cy="951000"/>
          </a:xfrm>
        </p:grpSpPr>
        <p:pic>
          <p:nvPicPr>
            <p:cNvPr id="9020" name="Picture 9019" descr="sofia_uptown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06000" y="3749000"/>
              <a:ext cx="1000000" cy="560000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670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上街區
uptown</a:t>
              </a:r>
            </a:p>
          </p:txBody>
        </p:sp>
      </p:grpSp>
      <p:grpSp>
        <p:nvGrpSpPr>
          <p:cNvPr id="9014" name="santasofia:tavern"/>
          <p:cNvGrpSpPr/>
          <p:nvPr/>
        </p:nvGrpSpPr>
        <p:grpSpPr>
          <a:xfrm>
            <a:off x="7926000" y="3749000"/>
            <a:ext cx="1000000" cy="951000"/>
            <a:chOff x="7926000" y="3749000"/>
            <a:chExt cx="1000000" cy="951000"/>
          </a:xfrm>
        </p:grpSpPr>
        <p:pic>
          <p:nvPicPr>
            <p:cNvPr id="9022" name="Picture 9021" descr="sofia_bistro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26000" y="3749000"/>
              <a:ext cx="1000000" cy="560000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792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餐飲街
tavern</a:t>
              </a:r>
            </a:p>
          </p:txBody>
        </p:sp>
      </p:grpSp>
      <p:grpSp>
        <p:nvGrpSpPr>
          <p:cNvPr id="9015" name="santasofia:grocery"/>
          <p:cNvGrpSpPr/>
          <p:nvPr/>
        </p:nvGrpSpPr>
        <p:grpSpPr>
          <a:xfrm>
            <a:off x="6706000" y="4900000"/>
            <a:ext cx="1000000" cy="951000"/>
            <a:chOff x="6706000" y="4900000"/>
            <a:chExt cx="1000000" cy="951000"/>
          </a:xfrm>
        </p:grpSpPr>
        <p:pic>
          <p:nvPicPr>
            <p:cNvPr id="9024" name="Picture 9023" descr="sofia_grocerie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06000" y="4900000"/>
              <a:ext cx="1000000" cy="560000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670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雜貨舖
grocery</a:t>
              </a:r>
            </a:p>
          </p:txBody>
        </p:sp>
      </p:grpSp>
      <p:grpSp>
        <p:nvGrpSpPr>
          <p:cNvPr id="9016" name="santasofia:inn"/>
          <p:cNvGrpSpPr/>
          <p:nvPr/>
        </p:nvGrpSpPr>
        <p:grpSpPr>
          <a:xfrm>
            <a:off x="5486000" y="1447000"/>
            <a:ext cx="1000000" cy="951000"/>
            <a:chOff x="5486000" y="1447000"/>
            <a:chExt cx="1000000" cy="951000"/>
          </a:xfrm>
        </p:grpSpPr>
        <p:pic>
          <p:nvPicPr>
            <p:cNvPr id="9026" name="Picture 9025" descr="sofia_hotel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486000" y="1447000"/>
              <a:ext cx="1000000" cy="560000"/>
            </a:xfrm>
            <a:prstGeom prst="rect">
              <a:avLst/>
            </a:prstGeom>
          </p:spPr>
        </p:pic>
        <p:sp>
          <p:nvSpPr>
            <p:cNvPr id="9027" name="TextBox 9026"/>
            <p:cNvSpPr txBox="1"/>
            <p:nvPr/>
          </p:nvSpPr>
          <p:spPr>
            <a:xfrm>
              <a:off x="548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旅店
inn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35" name="Connector 9034"/>
          <p:cNvCxnSpPr>
            <a:stCxn id="9022" idx="0"/>
            <a:endCxn id="9024" idx="0"/>
          </p:cNvCxnSpPr>
          <p:nvPr/>
        </p:nvCxnSpPr>
        <p:spPr>
          <a:xfrm flipV="1">
            <a:off x="5586808" y="900003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4" name="Connector 9033"/>
          <p:cNvCxnSpPr>
            <a:stCxn id="9020" idx="0"/>
            <a:endCxn id="9022" idx="0"/>
          </p:cNvCxnSpPr>
          <p:nvPr/>
        </p:nvCxnSpPr>
        <p:spPr>
          <a:xfrm flipV="1">
            <a:off x="5586808" y="1714002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3" name="Connector 9032"/>
          <p:cNvCxnSpPr>
            <a:stCxn id="9016" idx="0"/>
            <a:endCxn id="9020" idx="0"/>
          </p:cNvCxnSpPr>
          <p:nvPr/>
        </p:nvCxnSpPr>
        <p:spPr>
          <a:xfrm flipV="1">
            <a:off x="5586808" y="2528001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2" name="Connector 9031"/>
          <p:cNvCxnSpPr>
            <a:stCxn id="9014" idx="0"/>
            <a:endCxn id="9012" idx="0"/>
          </p:cNvCxnSpPr>
          <p:nvPr/>
        </p:nvCxnSpPr>
        <p:spPr>
          <a:xfrm>
            <a:off x="6449605" y="4155999"/>
            <a:ext cx="862797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9014" idx="0"/>
            <a:endCxn id="9018" idx="0"/>
          </p:cNvCxnSpPr>
          <p:nvPr/>
        </p:nvCxnSpPr>
        <p:spPr>
          <a:xfrm flipV="1">
            <a:off x="6449605" y="3342000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9010" idx="0"/>
            <a:endCxn id="9014" idx="0"/>
          </p:cNvCxnSpPr>
          <p:nvPr/>
        </p:nvCxnSpPr>
        <p:spPr>
          <a:xfrm>
            <a:off x="5586808" y="4155999"/>
            <a:ext cx="862797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9" name="Connector 9028"/>
          <p:cNvCxnSpPr>
            <a:stCxn id="9010" idx="0"/>
            <a:endCxn id="9016" idx="0"/>
          </p:cNvCxnSpPr>
          <p:nvPr/>
        </p:nvCxnSpPr>
        <p:spPr>
          <a:xfrm flipV="1">
            <a:off x="5586808" y="3342000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8" name="Connector 9027"/>
          <p:cNvCxnSpPr>
            <a:stCxn id="9006" idx="0"/>
            <a:endCxn id="9008" idx="0"/>
          </p:cNvCxnSpPr>
          <p:nvPr/>
        </p:nvCxnSpPr>
        <p:spPr>
          <a:xfrm flipH="1">
            <a:off x="4724011" y="4969998"/>
            <a:ext cx="862797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7" name="Connector 9026"/>
          <p:cNvCxnSpPr>
            <a:stCxn id="9006" idx="0"/>
            <a:endCxn id="9010" idx="0"/>
          </p:cNvCxnSpPr>
          <p:nvPr/>
        </p:nvCxnSpPr>
        <p:spPr>
          <a:xfrm flipV="1">
            <a:off x="5586808" y="4155999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6" name="Connector 9025"/>
          <p:cNvCxnSpPr>
            <a:stCxn id="3" idx="0"/>
            <a:endCxn id="9006" idx="0"/>
          </p:cNvCxnSpPr>
          <p:nvPr/>
        </p:nvCxnSpPr>
        <p:spPr>
          <a:xfrm flipV="1">
            <a:off x="5586808" y="4969998"/>
            <a:ext cx="0" cy="8139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平原古道　（plainsroad）　11 格</a:t>
            </a:r>
          </a:p>
        </p:txBody>
      </p:sp>
      <p:grpSp>
        <p:nvGrpSpPr>
          <p:cNvPr id="9005" name="plainsroad:entry"/>
          <p:cNvGrpSpPr/>
          <p:nvPr/>
        </p:nvGrpSpPr>
        <p:grpSpPr>
          <a:xfrm>
            <a:off x="5233203" y="5783997"/>
            <a:ext cx="707211" cy="672557"/>
            <a:chOff x="5233203" y="5783997"/>
            <a:chExt cx="707211" cy="672557"/>
          </a:xfrm>
        </p:grpSpPr>
        <p:pic>
          <p:nvPicPr>
            <p:cNvPr id="3" name="Picture 2" descr="plains_entry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3203" y="5783997"/>
              <a:ext cx="707211" cy="396038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233203" y="6180035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道口
entry</a:t>
              </a:r>
              <a:r>
                <a:rPr sz="681">
                  <a:solidFill>
                    <a:srgbClr val="C03020"/>
                  </a:solidFill>
                </a:rPr>
                <a:t>
入口／休息處／→@eastport:dock</a:t>
              </a:r>
            </a:p>
          </p:txBody>
        </p:sp>
      </p:grpSp>
      <p:grpSp>
        <p:nvGrpSpPr>
          <p:cNvPr id="9006" name="plainsroad:stone"/>
          <p:cNvGrpSpPr/>
          <p:nvPr/>
        </p:nvGrpSpPr>
        <p:grpSpPr>
          <a:xfrm>
            <a:off x="5233203" y="4969998"/>
            <a:ext cx="707211" cy="672557"/>
            <a:chOff x="5233203" y="4969998"/>
            <a:chExt cx="707211" cy="672557"/>
          </a:xfrm>
        </p:grpSpPr>
        <p:pic>
          <p:nvPicPr>
            <p:cNvPr id="9006" name="Picture 9005" descr="plains_stone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33203" y="4969998"/>
              <a:ext cx="707211" cy="396038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233203" y="5366036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里程碑
stone</a:t>
              </a:r>
            </a:p>
          </p:txBody>
        </p:sp>
      </p:grpSp>
      <p:grpSp>
        <p:nvGrpSpPr>
          <p:cNvPr id="9007" name="plainsroad:beacon"/>
          <p:cNvGrpSpPr/>
          <p:nvPr/>
        </p:nvGrpSpPr>
        <p:grpSpPr>
          <a:xfrm>
            <a:off x="4370406" y="4969998"/>
            <a:ext cx="707211" cy="672557"/>
            <a:chOff x="4370406" y="4969998"/>
            <a:chExt cx="707211" cy="672557"/>
          </a:xfrm>
        </p:grpSpPr>
        <p:pic>
          <p:nvPicPr>
            <p:cNvPr id="9008" name="Picture 9007" descr="plains_beacon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0406" y="4969998"/>
              <a:ext cx="707211" cy="396038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4370406" y="5366036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烽燧臺
beacon</a:t>
              </a:r>
            </a:p>
          </p:txBody>
        </p:sp>
      </p:grpSp>
      <p:grpSp>
        <p:nvGrpSpPr>
          <p:cNvPr id="9008" name="plainsroad:sea"/>
          <p:cNvGrpSpPr/>
          <p:nvPr/>
        </p:nvGrpSpPr>
        <p:grpSpPr>
          <a:xfrm>
            <a:off x="5233203" y="4155999"/>
            <a:ext cx="707211" cy="672557"/>
            <a:chOff x="5233203" y="4155999"/>
            <a:chExt cx="707211" cy="672557"/>
          </a:xfrm>
        </p:grpSpPr>
        <p:pic>
          <p:nvPicPr>
            <p:cNvPr id="9010" name="Picture 9009" descr="plains_sea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33203" y="4155999"/>
              <a:ext cx="707211" cy="396038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5233203" y="4552037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草海
sea</a:t>
              </a:r>
            </a:p>
          </p:txBody>
        </p:sp>
      </p:grpSp>
      <p:grpSp>
        <p:nvGrpSpPr>
          <p:cNvPr id="9009" name="plainsroad:well"/>
          <p:cNvGrpSpPr/>
          <p:nvPr/>
        </p:nvGrpSpPr>
        <p:grpSpPr>
          <a:xfrm>
            <a:off x="6958797" y="4155999"/>
            <a:ext cx="707211" cy="672557"/>
            <a:chOff x="6958797" y="4155999"/>
            <a:chExt cx="707211" cy="672557"/>
          </a:xfrm>
        </p:grpSpPr>
        <p:pic>
          <p:nvPicPr>
            <p:cNvPr id="9012" name="Picture 9011" descr="plains_well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58797" y="4155999"/>
              <a:ext cx="707211" cy="396038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6958797" y="4552037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古井驛
well</a:t>
              </a:r>
            </a:p>
          </p:txBody>
        </p:sp>
      </p:grpSp>
      <p:grpSp>
        <p:nvGrpSpPr>
          <p:cNvPr id="9010" name="plainsroad:cairn"/>
          <p:cNvGrpSpPr/>
          <p:nvPr/>
        </p:nvGrpSpPr>
        <p:grpSpPr>
          <a:xfrm>
            <a:off x="6096000" y="4155999"/>
            <a:ext cx="707211" cy="672557"/>
            <a:chOff x="6096000" y="4155999"/>
            <a:chExt cx="707211" cy="672557"/>
          </a:xfrm>
        </p:grpSpPr>
        <p:pic>
          <p:nvPicPr>
            <p:cNvPr id="9014" name="Picture 9013" descr="plains_cairn_day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096000" y="4155999"/>
              <a:ext cx="707211" cy="396038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6096000" y="4552037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石塚群
cairn</a:t>
              </a:r>
            </a:p>
          </p:txBody>
        </p:sp>
      </p:grpSp>
      <p:grpSp>
        <p:nvGrpSpPr>
          <p:cNvPr id="9011" name="plainsroad:scree"/>
          <p:cNvGrpSpPr/>
          <p:nvPr/>
        </p:nvGrpSpPr>
        <p:grpSpPr>
          <a:xfrm>
            <a:off x="5233203" y="3342000"/>
            <a:ext cx="707211" cy="672557"/>
            <a:chOff x="5233203" y="3342000"/>
            <a:chExt cx="707211" cy="672557"/>
          </a:xfrm>
        </p:grpSpPr>
        <p:pic>
          <p:nvPicPr>
            <p:cNvPr id="9016" name="Picture 9015" descr="plains_scree_day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33203" y="3342000"/>
              <a:ext cx="707211" cy="396038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5233203" y="3738038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碎石坡
scree</a:t>
              </a:r>
            </a:p>
          </p:txBody>
        </p:sp>
      </p:grpSp>
      <p:grpSp>
        <p:nvGrpSpPr>
          <p:cNvPr id="9012" name="plainsroad:deadwood"/>
          <p:cNvGrpSpPr/>
          <p:nvPr/>
        </p:nvGrpSpPr>
        <p:grpSpPr>
          <a:xfrm>
            <a:off x="6096000" y="3342000"/>
            <a:ext cx="707211" cy="672557"/>
            <a:chOff x="6096000" y="3342000"/>
            <a:chExt cx="707211" cy="672557"/>
          </a:xfrm>
        </p:grpSpPr>
        <p:pic>
          <p:nvPicPr>
            <p:cNvPr id="9018" name="Picture 9017" descr="plains_deadwood_day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096000" y="3342000"/>
              <a:ext cx="707211" cy="396038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6096000" y="3738038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枯木林
deadwood</a:t>
              </a:r>
            </a:p>
          </p:txBody>
        </p:sp>
      </p:grpSp>
      <p:grpSp>
        <p:nvGrpSpPr>
          <p:cNvPr id="9013" name="plainsroad:windrock"/>
          <p:cNvGrpSpPr/>
          <p:nvPr/>
        </p:nvGrpSpPr>
        <p:grpSpPr>
          <a:xfrm>
            <a:off x="5233203" y="2528001"/>
            <a:ext cx="707211" cy="672557"/>
            <a:chOff x="5233203" y="2528001"/>
            <a:chExt cx="707211" cy="672557"/>
          </a:xfrm>
        </p:grpSpPr>
        <p:pic>
          <p:nvPicPr>
            <p:cNvPr id="9020" name="Picture 9019" descr="plains_windrock_day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33203" y="2528001"/>
              <a:ext cx="707211" cy="396038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5233203" y="2924039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風蝕岩
windrock</a:t>
              </a:r>
            </a:p>
          </p:txBody>
        </p:sp>
      </p:grpSp>
      <p:grpSp>
        <p:nvGrpSpPr>
          <p:cNvPr id="9014" name="plainsroad:gorge"/>
          <p:cNvGrpSpPr/>
          <p:nvPr/>
        </p:nvGrpSpPr>
        <p:grpSpPr>
          <a:xfrm>
            <a:off x="5233203" y="1714002"/>
            <a:ext cx="707211" cy="672557"/>
            <a:chOff x="5233203" y="1714002"/>
            <a:chExt cx="707211" cy="672557"/>
          </a:xfrm>
        </p:grpSpPr>
        <p:pic>
          <p:nvPicPr>
            <p:cNvPr id="9022" name="Picture 9021" descr="plains_gorge_day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233203" y="1714002"/>
              <a:ext cx="707211" cy="396038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5233203" y="2110040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狹窄溪谷
gorge</a:t>
              </a:r>
            </a:p>
          </p:txBody>
        </p:sp>
      </p:grpSp>
      <p:grpSp>
        <p:nvGrpSpPr>
          <p:cNvPr id="9015" name="plainsroad:ravine"/>
          <p:cNvGrpSpPr/>
          <p:nvPr/>
        </p:nvGrpSpPr>
        <p:grpSpPr>
          <a:xfrm>
            <a:off x="5233203" y="900003"/>
            <a:ext cx="707211" cy="672557"/>
            <a:chOff x="5233203" y="900003"/>
            <a:chExt cx="707211" cy="672557"/>
          </a:xfrm>
        </p:grpSpPr>
        <p:pic>
          <p:nvPicPr>
            <p:cNvPr id="9024" name="Picture 9023" descr="belisar_exterior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233203" y="900003"/>
              <a:ext cx="707211" cy="396038"/>
            </a:xfrm>
            <a:prstGeom prst="rect">
              <a:avLst/>
            </a:prstGeom>
          </p:spPr>
        </p:pic>
        <p:sp>
          <p:nvSpPr>
            <p:cNvPr id="9025" name="TextBox 9024"/>
            <p:cNvSpPr txBox="1"/>
            <p:nvPr/>
          </p:nvSpPr>
          <p:spPr>
            <a:xfrm>
              <a:off x="5233203" y="1296041"/>
              <a:ext cx="707211" cy="2765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781"/>
                <a:t>城外
ravine</a:t>
              </a:r>
              <a:r>
                <a:rPr sz="681">
                  <a:solidFill>
                    <a:srgbClr val="C03020"/>
                  </a:solidFill>
                </a:rPr>
                <a:t>
休息處／→@belisar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32" name="Connector 9031"/>
          <p:cNvCxnSpPr>
            <a:stCxn id="9020" idx="0"/>
            <a:endCxn id="9022" idx="0"/>
          </p:cNvCxnSpPr>
          <p:nvPr/>
        </p:nvCxnSpPr>
        <p:spPr>
          <a:xfrm flipV="1">
            <a:off x="6591047" y="900002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9018" idx="0"/>
            <a:endCxn id="9020" idx="0"/>
          </p:cNvCxnSpPr>
          <p:nvPr/>
        </p:nvCxnSpPr>
        <p:spPr>
          <a:xfrm>
            <a:off x="5383131" y="2039601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9014" idx="0"/>
            <a:endCxn id="9016" idx="0"/>
          </p:cNvCxnSpPr>
          <p:nvPr/>
        </p:nvCxnSpPr>
        <p:spPr>
          <a:xfrm flipH="1">
            <a:off x="4175215" y="3179200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9" name="Connector 9028"/>
          <p:cNvCxnSpPr>
            <a:stCxn id="9014" idx="0"/>
            <a:endCxn id="9018" idx="0"/>
          </p:cNvCxnSpPr>
          <p:nvPr/>
        </p:nvCxnSpPr>
        <p:spPr>
          <a:xfrm flipV="1">
            <a:off x="5383131" y="2039601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8" name="Connector 9027"/>
          <p:cNvCxnSpPr>
            <a:stCxn id="9010" idx="0"/>
            <a:endCxn id="9012" idx="0"/>
          </p:cNvCxnSpPr>
          <p:nvPr/>
        </p:nvCxnSpPr>
        <p:spPr>
          <a:xfrm flipH="1">
            <a:off x="4175215" y="4318799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7" name="Connector 9026"/>
          <p:cNvCxnSpPr>
            <a:stCxn id="9010" idx="0"/>
            <a:endCxn id="9014" idx="0"/>
          </p:cNvCxnSpPr>
          <p:nvPr/>
        </p:nvCxnSpPr>
        <p:spPr>
          <a:xfrm flipV="1">
            <a:off x="5383131" y="3179200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6" name="Connector 9025"/>
          <p:cNvCxnSpPr>
            <a:stCxn id="9006" idx="0"/>
            <a:endCxn id="9008" idx="0"/>
          </p:cNvCxnSpPr>
          <p:nvPr/>
        </p:nvCxnSpPr>
        <p:spPr>
          <a:xfrm>
            <a:off x="6591047" y="4318799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5" name="Connector 9024"/>
          <p:cNvCxnSpPr>
            <a:stCxn id="9006" idx="0"/>
            <a:endCxn id="9010" idx="0"/>
          </p:cNvCxnSpPr>
          <p:nvPr/>
        </p:nvCxnSpPr>
        <p:spPr>
          <a:xfrm flipH="1">
            <a:off x="5383131" y="4318799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4" name="Connector 9023"/>
          <p:cNvCxnSpPr>
            <a:stCxn id="3" idx="0"/>
            <a:endCxn id="9006" idx="0"/>
          </p:cNvCxnSpPr>
          <p:nvPr/>
        </p:nvCxnSpPr>
        <p:spPr>
          <a:xfrm flipV="1">
            <a:off x="6591047" y="4318799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夏爾森林　（shinier_forest）　10 格</a:t>
            </a:r>
          </a:p>
        </p:txBody>
      </p:sp>
      <p:grpSp>
        <p:nvGrpSpPr>
          <p:cNvPr id="9005" name="shinier_forest:entry"/>
          <p:cNvGrpSpPr/>
          <p:nvPr/>
        </p:nvGrpSpPr>
        <p:grpSpPr>
          <a:xfrm>
            <a:off x="6096000" y="5458398"/>
            <a:ext cx="990095" cy="941580"/>
            <a:chOff x="6096000" y="5458398"/>
            <a:chExt cx="990095" cy="941580"/>
          </a:xfrm>
        </p:grpSpPr>
        <p:pic>
          <p:nvPicPr>
            <p:cNvPr id="3" name="Picture 2" descr="forest_entry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5458398"/>
              <a:ext cx="990095" cy="554453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6096000" y="6012851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森林入口
entry</a:t>
              </a:r>
              <a:r>
                <a:rPr sz="795">
                  <a:solidFill>
                    <a:srgbClr val="C03020"/>
                  </a:solidFill>
                </a:rPr>
                <a:t>
入口／休息處／→@shinier:wild</a:t>
              </a:r>
            </a:p>
          </p:txBody>
        </p:sp>
      </p:grpSp>
      <p:grpSp>
        <p:nvGrpSpPr>
          <p:cNvPr id="9006" name="shinier_forest:glade"/>
          <p:cNvGrpSpPr/>
          <p:nvPr/>
        </p:nvGrpSpPr>
        <p:grpSpPr>
          <a:xfrm>
            <a:off x="6096000" y="4318799"/>
            <a:ext cx="990095" cy="941580"/>
            <a:chOff x="6096000" y="4318799"/>
            <a:chExt cx="990095" cy="941580"/>
          </a:xfrm>
        </p:grpSpPr>
        <p:pic>
          <p:nvPicPr>
            <p:cNvPr id="9006" name="Picture 9005" descr="forest_glade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4318799"/>
              <a:ext cx="990095" cy="554453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6096000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林間空地
glade</a:t>
              </a:r>
            </a:p>
          </p:txBody>
        </p:sp>
      </p:grpSp>
      <p:grpSp>
        <p:nvGrpSpPr>
          <p:cNvPr id="9007" name="shinier_forest:nest"/>
          <p:cNvGrpSpPr/>
          <p:nvPr/>
        </p:nvGrpSpPr>
        <p:grpSpPr>
          <a:xfrm>
            <a:off x="7303916" y="4318799"/>
            <a:ext cx="990095" cy="941580"/>
            <a:chOff x="7303916" y="4318799"/>
            <a:chExt cx="990095" cy="941580"/>
          </a:xfrm>
        </p:grpSpPr>
        <p:pic>
          <p:nvPicPr>
            <p:cNvPr id="9008" name="Picture 9007" descr="forest_nest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03916" y="4318799"/>
              <a:ext cx="990095" cy="554453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7303916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獸巢
nest</a:t>
              </a:r>
            </a:p>
          </p:txBody>
        </p:sp>
      </p:grpSp>
      <p:grpSp>
        <p:nvGrpSpPr>
          <p:cNvPr id="9008" name="shinier_forest:shoal"/>
          <p:cNvGrpSpPr/>
          <p:nvPr/>
        </p:nvGrpSpPr>
        <p:grpSpPr>
          <a:xfrm>
            <a:off x="4888084" y="4318799"/>
            <a:ext cx="990095" cy="941580"/>
            <a:chOff x="4888084" y="4318799"/>
            <a:chExt cx="990095" cy="941580"/>
          </a:xfrm>
        </p:grpSpPr>
        <p:pic>
          <p:nvPicPr>
            <p:cNvPr id="9010" name="Picture 9009" descr="forest_shoal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88084" y="4318799"/>
              <a:ext cx="990095" cy="554453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888084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淺灘
shoal</a:t>
              </a:r>
            </a:p>
          </p:txBody>
        </p:sp>
      </p:grpSp>
      <p:grpSp>
        <p:nvGrpSpPr>
          <p:cNvPr id="9009" name="shinier_forest:valley"/>
          <p:cNvGrpSpPr/>
          <p:nvPr/>
        </p:nvGrpSpPr>
        <p:grpSpPr>
          <a:xfrm>
            <a:off x="3680168" y="4318799"/>
            <a:ext cx="990095" cy="941580"/>
            <a:chOff x="3680168" y="4318799"/>
            <a:chExt cx="990095" cy="941580"/>
          </a:xfrm>
        </p:grpSpPr>
        <p:pic>
          <p:nvPicPr>
            <p:cNvPr id="9012" name="Picture 9011" descr="forest_valley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80168" y="4318799"/>
              <a:ext cx="990095" cy="554453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3680168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河谷
valley</a:t>
              </a:r>
            </a:p>
          </p:txBody>
        </p:sp>
      </p:grpSp>
      <p:grpSp>
        <p:nvGrpSpPr>
          <p:cNvPr id="9010" name="shinier_forest:trail"/>
          <p:cNvGrpSpPr/>
          <p:nvPr/>
        </p:nvGrpSpPr>
        <p:grpSpPr>
          <a:xfrm>
            <a:off x="4888084" y="3179200"/>
            <a:ext cx="990095" cy="941580"/>
            <a:chOff x="4888084" y="3179200"/>
            <a:chExt cx="990095" cy="941580"/>
          </a:xfrm>
        </p:grpSpPr>
        <p:pic>
          <p:nvPicPr>
            <p:cNvPr id="9014" name="Picture 9013" descr="forest_trail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88084" y="3179200"/>
              <a:ext cx="990095" cy="554453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4888084" y="3733653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舊獵道
trail</a:t>
              </a:r>
            </a:p>
          </p:txBody>
        </p:sp>
      </p:grpSp>
      <p:grpSp>
        <p:nvGrpSpPr>
          <p:cNvPr id="9011" name="shinier_forest:cave"/>
          <p:cNvGrpSpPr/>
          <p:nvPr/>
        </p:nvGrpSpPr>
        <p:grpSpPr>
          <a:xfrm>
            <a:off x="3680168" y="3179200"/>
            <a:ext cx="990095" cy="941580"/>
            <a:chOff x="3680168" y="3179200"/>
            <a:chExt cx="990095" cy="941580"/>
          </a:xfrm>
        </p:grpSpPr>
        <p:pic>
          <p:nvPicPr>
            <p:cNvPr id="9016" name="Picture 9015" descr="forest_cave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680168" y="3179200"/>
              <a:ext cx="990095" cy="554453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3680168" y="3733653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岩窟
cave</a:t>
              </a:r>
            </a:p>
          </p:txBody>
        </p:sp>
      </p:grpSp>
      <p:grpSp>
        <p:nvGrpSpPr>
          <p:cNvPr id="9012" name="shinier_forest:high"/>
          <p:cNvGrpSpPr/>
          <p:nvPr/>
        </p:nvGrpSpPr>
        <p:grpSpPr>
          <a:xfrm>
            <a:off x="4888084" y="2039601"/>
            <a:ext cx="990095" cy="941580"/>
            <a:chOff x="4888084" y="2039601"/>
            <a:chExt cx="990095" cy="941580"/>
          </a:xfrm>
        </p:grpSpPr>
        <p:pic>
          <p:nvPicPr>
            <p:cNvPr id="9018" name="Picture 9017" descr="forest_highland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888084" y="2039601"/>
              <a:ext cx="990095" cy="554453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4888084" y="2594054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高地
high</a:t>
              </a:r>
            </a:p>
          </p:txBody>
        </p:sp>
      </p:grpSp>
      <p:grpSp>
        <p:nvGrpSpPr>
          <p:cNvPr id="9013" name="shinier_forest:cliff"/>
          <p:cNvGrpSpPr/>
          <p:nvPr/>
        </p:nvGrpSpPr>
        <p:grpSpPr>
          <a:xfrm>
            <a:off x="6096000" y="2039601"/>
            <a:ext cx="990095" cy="941580"/>
            <a:chOff x="6096000" y="2039601"/>
            <a:chExt cx="990095" cy="941580"/>
          </a:xfrm>
        </p:grpSpPr>
        <p:pic>
          <p:nvPicPr>
            <p:cNvPr id="9020" name="Picture 9019" descr="forest_cliff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96000" y="2039601"/>
              <a:ext cx="990095" cy="554453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6096000" y="2594054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斷崖邊
cliff</a:t>
              </a:r>
            </a:p>
          </p:txBody>
        </p:sp>
      </p:grpSp>
      <p:grpSp>
        <p:nvGrpSpPr>
          <p:cNvPr id="9014" name="shinier_forest:ruins"/>
          <p:cNvGrpSpPr/>
          <p:nvPr/>
        </p:nvGrpSpPr>
        <p:grpSpPr>
          <a:xfrm>
            <a:off x="6096000" y="900002"/>
            <a:ext cx="990095" cy="941580"/>
            <a:chOff x="6096000" y="900002"/>
            <a:chExt cx="990095" cy="941580"/>
          </a:xfrm>
        </p:grpSpPr>
        <p:pic>
          <p:nvPicPr>
            <p:cNvPr id="9022" name="Picture 9021" descr="ruins_shinier_entrance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096000" y="900002"/>
              <a:ext cx="990095" cy="554453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6096000" y="1454455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遺蹟入口
ruins</a:t>
              </a:r>
              <a:r>
                <a:rPr sz="795">
                  <a:solidFill>
                    <a:srgbClr val="C03020"/>
                  </a:solidFill>
                </a:rPr>
                <a:t>
休息處／→@shinier_ruins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32" name="Connector 9031"/>
          <p:cNvCxnSpPr>
            <a:stCxn id="9018" idx="0"/>
            <a:endCxn id="9020" idx="0"/>
          </p:cNvCxnSpPr>
          <p:nvPr/>
        </p:nvCxnSpPr>
        <p:spPr>
          <a:xfrm>
            <a:off x="5987089" y="2039601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1" name="Connector 9030"/>
          <p:cNvCxnSpPr>
            <a:stCxn id="9018" idx="0"/>
            <a:endCxn id="9022" idx="0"/>
          </p:cNvCxnSpPr>
          <p:nvPr/>
        </p:nvCxnSpPr>
        <p:spPr>
          <a:xfrm flipV="1">
            <a:off x="5987089" y="900002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0" name="Connector 9029"/>
          <p:cNvCxnSpPr>
            <a:stCxn id="9014" idx="0"/>
            <a:endCxn id="9016" idx="0"/>
          </p:cNvCxnSpPr>
          <p:nvPr/>
        </p:nvCxnSpPr>
        <p:spPr>
          <a:xfrm>
            <a:off x="5987089" y="3179200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9" name="Connector 9028"/>
          <p:cNvCxnSpPr>
            <a:stCxn id="9014" idx="0"/>
            <a:endCxn id="9018" idx="0"/>
          </p:cNvCxnSpPr>
          <p:nvPr/>
        </p:nvCxnSpPr>
        <p:spPr>
          <a:xfrm flipV="1">
            <a:off x="5987089" y="2039601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8" name="Connector 9027"/>
          <p:cNvCxnSpPr>
            <a:stCxn id="9010" idx="0"/>
            <a:endCxn id="9012" idx="0"/>
          </p:cNvCxnSpPr>
          <p:nvPr/>
        </p:nvCxnSpPr>
        <p:spPr>
          <a:xfrm flipV="1">
            <a:off x="4779173" y="2039601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7" name="Connector 9026"/>
          <p:cNvCxnSpPr>
            <a:stCxn id="9008" idx="0"/>
            <a:endCxn id="9010" idx="0"/>
          </p:cNvCxnSpPr>
          <p:nvPr/>
        </p:nvCxnSpPr>
        <p:spPr>
          <a:xfrm flipV="1">
            <a:off x="4779173" y="3179200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6" name="Connector 9025"/>
          <p:cNvCxnSpPr>
            <a:stCxn id="9006" idx="0"/>
            <a:endCxn id="9008" idx="0"/>
          </p:cNvCxnSpPr>
          <p:nvPr/>
        </p:nvCxnSpPr>
        <p:spPr>
          <a:xfrm flipH="1">
            <a:off x="4779173" y="4318799"/>
            <a:ext cx="1207916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5" name="Connector 9024"/>
          <p:cNvCxnSpPr>
            <a:stCxn id="9006" idx="0"/>
            <a:endCxn id="9014" idx="0"/>
          </p:cNvCxnSpPr>
          <p:nvPr/>
        </p:nvCxnSpPr>
        <p:spPr>
          <a:xfrm flipV="1">
            <a:off x="5987089" y="3179200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4" name="Connector 9023"/>
          <p:cNvCxnSpPr>
            <a:stCxn id="3" idx="0"/>
            <a:endCxn id="9006" idx="0"/>
          </p:cNvCxnSpPr>
          <p:nvPr/>
        </p:nvCxnSpPr>
        <p:spPr>
          <a:xfrm flipV="1">
            <a:off x="5987089" y="4318799"/>
            <a:ext cx="0" cy="1139599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鏡湖　（lake）　10 格</a:t>
            </a:r>
          </a:p>
        </p:txBody>
      </p:sp>
      <p:grpSp>
        <p:nvGrpSpPr>
          <p:cNvPr id="9005" name="lake:inlet"/>
          <p:cNvGrpSpPr/>
          <p:nvPr/>
        </p:nvGrpSpPr>
        <p:grpSpPr>
          <a:xfrm>
            <a:off x="5492042" y="5458398"/>
            <a:ext cx="990095" cy="941580"/>
            <a:chOff x="5492042" y="5458398"/>
            <a:chExt cx="990095" cy="941580"/>
          </a:xfrm>
        </p:grpSpPr>
        <p:pic>
          <p:nvPicPr>
            <p:cNvPr id="3" name="Picture 2" descr="lake_inlet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2042" y="5458398"/>
              <a:ext cx="990095" cy="554453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5492042" y="6012851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山口
inlet</a:t>
              </a:r>
              <a:r>
                <a:rPr sz="795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lake:shingle"/>
          <p:cNvGrpSpPr/>
          <p:nvPr/>
        </p:nvGrpSpPr>
        <p:grpSpPr>
          <a:xfrm>
            <a:off x="5492042" y="4318799"/>
            <a:ext cx="990095" cy="941580"/>
            <a:chOff x="5492042" y="4318799"/>
            <a:chExt cx="990095" cy="941580"/>
          </a:xfrm>
        </p:grpSpPr>
        <p:pic>
          <p:nvPicPr>
            <p:cNvPr id="9006" name="Picture 9005" descr="lake_shingle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042" y="4318799"/>
              <a:ext cx="990095" cy="554453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5492042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碎石灘
shingle</a:t>
              </a:r>
            </a:p>
          </p:txBody>
        </p:sp>
      </p:grpSp>
      <p:grpSp>
        <p:nvGrpSpPr>
          <p:cNvPr id="9007" name="lake:fallbase"/>
          <p:cNvGrpSpPr/>
          <p:nvPr/>
        </p:nvGrpSpPr>
        <p:grpSpPr>
          <a:xfrm>
            <a:off x="4284126" y="4318799"/>
            <a:ext cx="990095" cy="941580"/>
            <a:chOff x="4284126" y="4318799"/>
            <a:chExt cx="990095" cy="941580"/>
          </a:xfrm>
        </p:grpSpPr>
        <p:pic>
          <p:nvPicPr>
            <p:cNvPr id="9008" name="Picture 9007" descr="lake_fallbase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84126" y="4318799"/>
              <a:ext cx="990095" cy="554453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4284126" y="4873252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瀑布底
fallbase</a:t>
              </a:r>
            </a:p>
          </p:txBody>
        </p:sp>
      </p:grpSp>
      <p:grpSp>
        <p:nvGrpSpPr>
          <p:cNvPr id="9008" name="lake:cave"/>
          <p:cNvGrpSpPr/>
          <p:nvPr/>
        </p:nvGrpSpPr>
        <p:grpSpPr>
          <a:xfrm>
            <a:off x="4284126" y="3179200"/>
            <a:ext cx="990095" cy="941580"/>
            <a:chOff x="4284126" y="3179200"/>
            <a:chExt cx="990095" cy="941580"/>
          </a:xfrm>
        </p:grpSpPr>
        <p:pic>
          <p:nvPicPr>
            <p:cNvPr id="9010" name="Picture 9009" descr="lake_cave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84126" y="3179200"/>
              <a:ext cx="990095" cy="554453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284126" y="3733653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水蝕洞
cave</a:t>
              </a:r>
            </a:p>
          </p:txBody>
        </p:sp>
      </p:grpSp>
      <p:grpSp>
        <p:nvGrpSpPr>
          <p:cNvPr id="9009" name="lake:grove"/>
          <p:cNvGrpSpPr/>
          <p:nvPr/>
        </p:nvGrpSpPr>
        <p:grpSpPr>
          <a:xfrm>
            <a:off x="4284126" y="2039601"/>
            <a:ext cx="990095" cy="941580"/>
            <a:chOff x="4284126" y="2039601"/>
            <a:chExt cx="990095" cy="941580"/>
          </a:xfrm>
        </p:grpSpPr>
        <p:pic>
          <p:nvPicPr>
            <p:cNvPr id="9012" name="Picture 9011" descr="lake_grove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84126" y="2039601"/>
              <a:ext cx="990095" cy="554453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284126" y="2594054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石碑林
grove</a:t>
              </a:r>
            </a:p>
          </p:txBody>
        </p:sp>
      </p:grpSp>
      <p:grpSp>
        <p:nvGrpSpPr>
          <p:cNvPr id="9010" name="lake:eastshore"/>
          <p:cNvGrpSpPr/>
          <p:nvPr/>
        </p:nvGrpSpPr>
        <p:grpSpPr>
          <a:xfrm>
            <a:off x="5492042" y="3179200"/>
            <a:ext cx="990095" cy="941580"/>
            <a:chOff x="5492042" y="3179200"/>
            <a:chExt cx="990095" cy="941580"/>
          </a:xfrm>
        </p:grpSpPr>
        <p:pic>
          <p:nvPicPr>
            <p:cNvPr id="9014" name="Picture 9013" descr="lake_eastshore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92042" y="3179200"/>
              <a:ext cx="990095" cy="554453"/>
            </a:xfrm>
            <a:prstGeom prst="rect">
              <a:avLst/>
            </a:prstGeom>
          </p:spPr>
        </p:pic>
        <p:sp>
          <p:nvSpPr>
            <p:cNvPr id="9015" name="TextBox 9014"/>
            <p:cNvSpPr txBox="1"/>
            <p:nvPr/>
          </p:nvSpPr>
          <p:spPr>
            <a:xfrm>
              <a:off x="5492042" y="3733653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東岸
eastshore</a:t>
              </a:r>
            </a:p>
          </p:txBody>
        </p:sp>
      </p:grpSp>
      <p:grpSp>
        <p:nvGrpSpPr>
          <p:cNvPr id="9011" name="lake:deadfall"/>
          <p:cNvGrpSpPr/>
          <p:nvPr/>
        </p:nvGrpSpPr>
        <p:grpSpPr>
          <a:xfrm>
            <a:off x="6699958" y="3179200"/>
            <a:ext cx="990095" cy="941580"/>
            <a:chOff x="6699958" y="3179200"/>
            <a:chExt cx="990095" cy="941580"/>
          </a:xfrm>
        </p:grpSpPr>
        <p:pic>
          <p:nvPicPr>
            <p:cNvPr id="9016" name="Picture 9015" descr="lake_deadfall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699958" y="3179200"/>
              <a:ext cx="990095" cy="554453"/>
            </a:xfrm>
            <a:prstGeom prst="rect">
              <a:avLst/>
            </a:prstGeom>
          </p:spPr>
        </p:pic>
        <p:sp>
          <p:nvSpPr>
            <p:cNvPr id="9017" name="TextBox 9016"/>
            <p:cNvSpPr txBox="1"/>
            <p:nvPr/>
          </p:nvSpPr>
          <p:spPr>
            <a:xfrm>
              <a:off x="6699958" y="3733653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倒木灣
deadfall</a:t>
              </a:r>
            </a:p>
          </p:txBody>
        </p:sp>
      </p:grpSp>
      <p:grpSp>
        <p:nvGrpSpPr>
          <p:cNvPr id="9012" name="lake:northshore"/>
          <p:cNvGrpSpPr/>
          <p:nvPr/>
        </p:nvGrpSpPr>
        <p:grpSpPr>
          <a:xfrm>
            <a:off x="5492042" y="2039601"/>
            <a:ext cx="990095" cy="941580"/>
            <a:chOff x="5492042" y="2039601"/>
            <a:chExt cx="990095" cy="941580"/>
          </a:xfrm>
        </p:grpSpPr>
        <p:pic>
          <p:nvPicPr>
            <p:cNvPr id="9018" name="Picture 9017" descr="lake_northshore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92042" y="2039601"/>
              <a:ext cx="990095" cy="554453"/>
            </a:xfrm>
            <a:prstGeom prst="rect">
              <a:avLst/>
            </a:prstGeom>
          </p:spPr>
        </p:pic>
        <p:sp>
          <p:nvSpPr>
            <p:cNvPr id="9019" name="TextBox 9018"/>
            <p:cNvSpPr txBox="1"/>
            <p:nvPr/>
          </p:nvSpPr>
          <p:spPr>
            <a:xfrm>
              <a:off x="5492042" y="2594054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北岸
northshore</a:t>
              </a:r>
            </a:p>
          </p:txBody>
        </p:sp>
      </p:grpSp>
      <p:grpSp>
        <p:nvGrpSpPr>
          <p:cNvPr id="9013" name="lake:boathouse"/>
          <p:cNvGrpSpPr/>
          <p:nvPr/>
        </p:nvGrpSpPr>
        <p:grpSpPr>
          <a:xfrm>
            <a:off x="6699958" y="2039601"/>
            <a:ext cx="990095" cy="941580"/>
            <a:chOff x="6699958" y="2039601"/>
            <a:chExt cx="990095" cy="941580"/>
          </a:xfrm>
        </p:grpSpPr>
        <p:pic>
          <p:nvPicPr>
            <p:cNvPr id="9020" name="Picture 9019" descr="lake_boathouse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699958" y="2039601"/>
              <a:ext cx="990095" cy="554453"/>
            </a:xfrm>
            <a:prstGeom prst="rect">
              <a:avLst/>
            </a:prstGeom>
          </p:spPr>
        </p:pic>
        <p:sp>
          <p:nvSpPr>
            <p:cNvPr id="9021" name="TextBox 9020"/>
            <p:cNvSpPr txBox="1"/>
            <p:nvPr/>
          </p:nvSpPr>
          <p:spPr>
            <a:xfrm>
              <a:off x="6699958" y="2594054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廢船屋
boathouse</a:t>
              </a:r>
            </a:p>
          </p:txBody>
        </p:sp>
      </p:grpSp>
      <p:grpSp>
        <p:nvGrpSpPr>
          <p:cNvPr id="9014" name="lake:causeway"/>
          <p:cNvGrpSpPr/>
          <p:nvPr/>
        </p:nvGrpSpPr>
        <p:grpSpPr>
          <a:xfrm>
            <a:off x="5492042" y="900002"/>
            <a:ext cx="990095" cy="941580"/>
            <a:chOff x="5492042" y="900002"/>
            <a:chExt cx="990095" cy="941580"/>
          </a:xfrm>
        </p:grpSpPr>
        <p:pic>
          <p:nvPicPr>
            <p:cNvPr id="9022" name="Picture 9021" descr="lake_causeway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492042" y="900002"/>
              <a:ext cx="990095" cy="554453"/>
            </a:xfrm>
            <a:prstGeom prst="rect">
              <a:avLst/>
            </a:prstGeom>
          </p:spPr>
        </p:pic>
        <p:sp>
          <p:nvSpPr>
            <p:cNvPr id="9023" name="TextBox 9022"/>
            <p:cNvSpPr txBox="1"/>
            <p:nvPr/>
          </p:nvSpPr>
          <p:spPr>
            <a:xfrm>
              <a:off x="5492042" y="1454455"/>
              <a:ext cx="990095" cy="387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895"/>
                <a:t>湖心石堤
causeway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17" name="Connector 9016"/>
          <p:cNvCxnSpPr>
            <a:stCxn id="9008" idx="0"/>
            <a:endCxn id="9010" idx="0"/>
          </p:cNvCxnSpPr>
          <p:nvPr/>
        </p:nvCxnSpPr>
        <p:spPr>
          <a:xfrm>
            <a:off x="537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6" name="Connector 9015"/>
          <p:cNvCxnSpPr>
            <a:stCxn id="9008" idx="0"/>
            <a:endCxn id="9012" idx="0"/>
          </p:cNvCxnSpPr>
          <p:nvPr/>
        </p:nvCxnSpPr>
        <p:spPr>
          <a:xfrm flipV="1">
            <a:off x="5376000" y="1447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5" name="Connector 9014"/>
          <p:cNvCxnSpPr>
            <a:stCxn id="9006" idx="0"/>
            <a:endCxn id="9008" idx="0"/>
          </p:cNvCxnSpPr>
          <p:nvPr/>
        </p:nvCxnSpPr>
        <p:spPr>
          <a:xfrm flipV="1">
            <a:off x="537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4" name="Connector 9013"/>
          <p:cNvCxnSpPr>
            <a:stCxn id="3" idx="0"/>
            <a:endCxn id="9006" idx="0"/>
          </p:cNvCxnSpPr>
          <p:nvPr/>
        </p:nvCxnSpPr>
        <p:spPr>
          <a:xfrm flipV="1">
            <a:off x="537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卡耶爾山谷　（canyon）　5 格</a:t>
            </a:r>
          </a:p>
        </p:txBody>
      </p:sp>
      <p:grpSp>
        <p:nvGrpSpPr>
          <p:cNvPr id="9005" name="canyon:entry"/>
          <p:cNvGrpSpPr/>
          <p:nvPr/>
        </p:nvGrpSpPr>
        <p:grpSpPr>
          <a:xfrm>
            <a:off x="4876000" y="4900000"/>
            <a:ext cx="1000000" cy="951000"/>
            <a:chOff x="4876000" y="4900000"/>
            <a:chExt cx="1000000" cy="951000"/>
          </a:xfrm>
        </p:grpSpPr>
        <p:pic>
          <p:nvPicPr>
            <p:cNvPr id="3" name="Picture 2" descr="canyon_entry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6000" y="4900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487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峽谷入口
entry</a:t>
              </a:r>
              <a:r>
                <a:rPr sz="800">
                  <a:solidFill>
                    <a:srgbClr val="C03020"/>
                  </a:solidFill>
                </a:rPr>
                <a:t>
入口／休息處</a:t>
              </a:r>
            </a:p>
          </p:txBody>
        </p:sp>
      </p:grpSp>
      <p:grpSp>
        <p:nvGrpSpPr>
          <p:cNvPr id="9006" name="canyon:corridor"/>
          <p:cNvGrpSpPr/>
          <p:nvPr/>
        </p:nvGrpSpPr>
        <p:grpSpPr>
          <a:xfrm>
            <a:off x="4876000" y="3749000"/>
            <a:ext cx="1000000" cy="951000"/>
            <a:chOff x="4876000" y="3749000"/>
            <a:chExt cx="1000000" cy="951000"/>
          </a:xfrm>
        </p:grpSpPr>
        <p:pic>
          <p:nvPicPr>
            <p:cNvPr id="9006" name="Picture 9005" descr="canyon_corridor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76000" y="3749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487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風蝕迴廊
corridor</a:t>
              </a:r>
            </a:p>
          </p:txBody>
        </p:sp>
      </p:grpSp>
      <p:grpSp>
        <p:nvGrpSpPr>
          <p:cNvPr id="9007" name="canyon:bones"/>
          <p:cNvGrpSpPr/>
          <p:nvPr/>
        </p:nvGrpSpPr>
        <p:grpSpPr>
          <a:xfrm>
            <a:off x="4876000" y="2598000"/>
            <a:ext cx="1000000" cy="951000"/>
            <a:chOff x="4876000" y="2598000"/>
            <a:chExt cx="1000000" cy="951000"/>
          </a:xfrm>
        </p:grpSpPr>
        <p:pic>
          <p:nvPicPr>
            <p:cNvPr id="9008" name="Picture 9007" descr="canyon_bones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6000" y="2598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487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白骨之地
bones</a:t>
              </a:r>
            </a:p>
          </p:txBody>
        </p:sp>
      </p:grpSp>
      <p:grpSp>
        <p:nvGrpSpPr>
          <p:cNvPr id="9008" name="canyon:bridge"/>
          <p:cNvGrpSpPr/>
          <p:nvPr/>
        </p:nvGrpSpPr>
        <p:grpSpPr>
          <a:xfrm>
            <a:off x="6096000" y="2598000"/>
            <a:ext cx="1000000" cy="951000"/>
            <a:chOff x="6096000" y="2598000"/>
            <a:chExt cx="1000000" cy="951000"/>
          </a:xfrm>
        </p:grpSpPr>
        <p:pic>
          <p:nvPicPr>
            <p:cNvPr id="9010" name="Picture 9009" descr="canyon_bridge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609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斷橋
bridge</a:t>
              </a:r>
            </a:p>
          </p:txBody>
        </p:sp>
      </p:grpSp>
      <p:grpSp>
        <p:nvGrpSpPr>
          <p:cNvPr id="9009" name="canyon:altar"/>
          <p:cNvGrpSpPr/>
          <p:nvPr/>
        </p:nvGrpSpPr>
        <p:grpSpPr>
          <a:xfrm>
            <a:off x="4876000" y="1447000"/>
            <a:ext cx="1000000" cy="951000"/>
            <a:chOff x="4876000" y="1447000"/>
            <a:chExt cx="1000000" cy="951000"/>
          </a:xfrm>
        </p:grpSpPr>
        <p:pic>
          <p:nvPicPr>
            <p:cNvPr id="9012" name="Picture 9011" descr="canyon_altar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76000" y="1447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487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谷底祭場
altar</a:t>
              </a:r>
              <a:r>
                <a:rPr sz="800">
                  <a:solidFill>
                    <a:srgbClr val="C03020"/>
                  </a:solidFill>
                </a:rPr>
                <a:t>
休息處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017" name="Connector 9016"/>
          <p:cNvCxnSpPr>
            <a:stCxn id="9008" idx="0"/>
            <a:endCxn id="9010" idx="0"/>
          </p:cNvCxnSpPr>
          <p:nvPr/>
        </p:nvCxnSpPr>
        <p:spPr>
          <a:xfrm flipH="1">
            <a:off x="5376000" y="2598000"/>
            <a:ext cx="12200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6" name="Connector 9015"/>
          <p:cNvCxnSpPr>
            <a:stCxn id="9008" idx="0"/>
            <a:endCxn id="9012" idx="0"/>
          </p:cNvCxnSpPr>
          <p:nvPr/>
        </p:nvCxnSpPr>
        <p:spPr>
          <a:xfrm flipV="1">
            <a:off x="6596000" y="1447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5" name="Connector 9014"/>
          <p:cNvCxnSpPr>
            <a:stCxn id="9006" idx="0"/>
            <a:endCxn id="9008" idx="0"/>
          </p:cNvCxnSpPr>
          <p:nvPr/>
        </p:nvCxnSpPr>
        <p:spPr>
          <a:xfrm flipV="1">
            <a:off x="6596000" y="2598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4" name="Connector 9013"/>
          <p:cNvCxnSpPr>
            <a:stCxn id="3" idx="0"/>
            <a:endCxn id="9006" idx="0"/>
          </p:cNvCxnSpPr>
          <p:nvPr/>
        </p:nvCxnSpPr>
        <p:spPr>
          <a:xfrm flipV="1">
            <a:off x="6596000" y="3749000"/>
            <a:ext cx="0" cy="115100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20000" y="220000"/>
            <a:ext cx="11352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石製遺蹟　（fallen）　5 格</a:t>
            </a:r>
          </a:p>
        </p:txBody>
      </p:sp>
      <p:grpSp>
        <p:nvGrpSpPr>
          <p:cNvPr id="9005" name="fallen:entry"/>
          <p:cNvGrpSpPr/>
          <p:nvPr/>
        </p:nvGrpSpPr>
        <p:grpSpPr>
          <a:xfrm>
            <a:off x="6096000" y="4900000"/>
            <a:ext cx="1000000" cy="951000"/>
            <a:chOff x="6096000" y="4900000"/>
            <a:chExt cx="1000000" cy="951000"/>
          </a:xfrm>
        </p:grpSpPr>
        <p:pic>
          <p:nvPicPr>
            <p:cNvPr id="3" name="Picture 2" descr="fallen_entry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4900000"/>
              <a:ext cx="1000000" cy="560000"/>
            </a:xfrm>
            <a:prstGeom prst="rect">
              <a:avLst/>
            </a:prstGeom>
          </p:spPr>
        </p:pic>
        <p:sp>
          <p:nvSpPr>
            <p:cNvPr id="4" name="TextBox 3"/>
            <p:cNvSpPr txBox="1"/>
            <p:nvPr/>
          </p:nvSpPr>
          <p:spPr>
            <a:xfrm>
              <a:off x="6096000" y="5460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崩塌門廊
entry</a:t>
              </a:r>
              <a:r>
                <a:rPr sz="800">
                  <a:solidFill>
                    <a:srgbClr val="C03020"/>
                  </a:solidFill>
                </a:rPr>
                <a:t>
入口</a:t>
              </a:r>
            </a:p>
          </p:txBody>
        </p:sp>
      </p:grpSp>
      <p:grpSp>
        <p:nvGrpSpPr>
          <p:cNvPr id="9006" name="fallen:causeway"/>
          <p:cNvGrpSpPr/>
          <p:nvPr/>
        </p:nvGrpSpPr>
        <p:grpSpPr>
          <a:xfrm>
            <a:off x="6096000" y="3749000"/>
            <a:ext cx="1000000" cy="951000"/>
            <a:chOff x="6096000" y="3749000"/>
            <a:chExt cx="1000000" cy="951000"/>
          </a:xfrm>
        </p:grpSpPr>
        <p:pic>
          <p:nvPicPr>
            <p:cNvPr id="9006" name="Picture 9005" descr="fallen_causeway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3749000"/>
              <a:ext cx="1000000" cy="560000"/>
            </a:xfrm>
            <a:prstGeom prst="rect">
              <a:avLst/>
            </a:prstGeom>
          </p:spPr>
        </p:pic>
        <p:sp>
          <p:nvSpPr>
            <p:cNvPr id="9007" name="TextBox 9006"/>
            <p:cNvSpPr txBox="1"/>
            <p:nvPr/>
          </p:nvSpPr>
          <p:spPr>
            <a:xfrm>
              <a:off x="6096000" y="4309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斷柱道
causeway</a:t>
              </a:r>
            </a:p>
          </p:txBody>
        </p:sp>
      </p:grpSp>
      <p:grpSp>
        <p:nvGrpSpPr>
          <p:cNvPr id="9007" name="fallen:fork"/>
          <p:cNvGrpSpPr/>
          <p:nvPr/>
        </p:nvGrpSpPr>
        <p:grpSpPr>
          <a:xfrm>
            <a:off x="6096000" y="2598000"/>
            <a:ext cx="1000000" cy="951000"/>
            <a:chOff x="6096000" y="2598000"/>
            <a:chExt cx="1000000" cy="951000"/>
          </a:xfrm>
        </p:grpSpPr>
        <p:pic>
          <p:nvPicPr>
            <p:cNvPr id="9008" name="Picture 9007" descr="fallen_fork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2598000"/>
              <a:ext cx="1000000" cy="560000"/>
            </a:xfrm>
            <a:prstGeom prst="rect">
              <a:avLst/>
            </a:prstGeom>
          </p:spPr>
        </p:pic>
        <p:sp>
          <p:nvSpPr>
            <p:cNvPr id="9009" name="TextBox 9008"/>
            <p:cNvSpPr txBox="1"/>
            <p:nvPr/>
          </p:nvSpPr>
          <p:spPr>
            <a:xfrm>
              <a:off x="609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傾石岔口
fork</a:t>
              </a:r>
            </a:p>
          </p:txBody>
        </p:sp>
      </p:grpSp>
      <p:grpSp>
        <p:nvGrpSpPr>
          <p:cNvPr id="9008" name="fallen:basin"/>
          <p:cNvGrpSpPr/>
          <p:nvPr/>
        </p:nvGrpSpPr>
        <p:grpSpPr>
          <a:xfrm>
            <a:off x="4876000" y="2598000"/>
            <a:ext cx="1000000" cy="951000"/>
            <a:chOff x="4876000" y="2598000"/>
            <a:chExt cx="1000000" cy="951000"/>
          </a:xfrm>
        </p:grpSpPr>
        <p:pic>
          <p:nvPicPr>
            <p:cNvPr id="9010" name="Picture 9009" descr="fallen_basin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76000" y="2598000"/>
              <a:ext cx="1000000" cy="560000"/>
            </a:xfrm>
            <a:prstGeom prst="rect">
              <a:avLst/>
            </a:prstGeom>
          </p:spPr>
        </p:pic>
        <p:sp>
          <p:nvSpPr>
            <p:cNvPr id="9011" name="TextBox 9010"/>
            <p:cNvSpPr txBox="1"/>
            <p:nvPr/>
          </p:nvSpPr>
          <p:spPr>
            <a:xfrm>
              <a:off x="4876000" y="3158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沉水石坑
basin</a:t>
              </a:r>
            </a:p>
          </p:txBody>
        </p:sp>
      </p:grpSp>
      <p:grpSp>
        <p:nvGrpSpPr>
          <p:cNvPr id="9009" name="fallen:altar"/>
          <p:cNvGrpSpPr/>
          <p:nvPr/>
        </p:nvGrpSpPr>
        <p:grpSpPr>
          <a:xfrm>
            <a:off x="6096000" y="1447000"/>
            <a:ext cx="1000000" cy="951000"/>
            <a:chOff x="6096000" y="1447000"/>
            <a:chExt cx="1000000" cy="951000"/>
          </a:xfrm>
        </p:grpSpPr>
        <p:pic>
          <p:nvPicPr>
            <p:cNvPr id="9012" name="Picture 9011" descr="fallen_altar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96000" y="1447000"/>
              <a:ext cx="1000000" cy="560000"/>
            </a:xfrm>
            <a:prstGeom prst="rect">
              <a:avLst/>
            </a:prstGeom>
          </p:spPr>
        </p:pic>
        <p:sp>
          <p:nvSpPr>
            <p:cNvPr id="9013" name="TextBox 9012"/>
            <p:cNvSpPr txBox="1"/>
            <p:nvPr/>
          </p:nvSpPr>
          <p:spPr>
            <a:xfrm>
              <a:off x="6096000" y="2007000"/>
              <a:ext cx="1000000" cy="391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900"/>
                <a:t>祭壇
altar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