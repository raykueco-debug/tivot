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Relationship Id="rId7" Type="http://schemas.openxmlformats.org/officeDocument/2006/relationships/image" Target="../media/image6.jpg"/><Relationship Id="rId8" Type="http://schemas.openxmlformats.org/officeDocument/2006/relationships/image" Target="../media/image7.jpg"/><Relationship Id="rId9" Type="http://schemas.openxmlformats.org/officeDocument/2006/relationships/image" Target="../media/image8.jpg"/><Relationship Id="rId10" Type="http://schemas.openxmlformats.org/officeDocument/2006/relationships/image" Target="../media/image9.jpg"/><Relationship Id="rId11" Type="http://schemas.openxmlformats.org/officeDocument/2006/relationships/image" Target="../media/image10.jpg"/><Relationship Id="rId12" Type="http://schemas.openxmlformats.org/officeDocument/2006/relationships/image" Target="../media/image11.jpg"/><Relationship Id="rId13" Type="http://schemas.openxmlformats.org/officeDocument/2006/relationships/image" Target="../media/image12.jpg"/><Relationship Id="rId14" Type="http://schemas.openxmlformats.org/officeDocument/2006/relationships/image" Target="../media/image13.jpg"/><Relationship Id="rId15" Type="http://schemas.openxmlformats.org/officeDocument/2006/relationships/image" Target="../media/image14.jpg"/><Relationship Id="rId16" Type="http://schemas.openxmlformats.org/officeDocument/2006/relationships/image" Target="../media/image15.jpg"/><Relationship Id="rId17" Type="http://schemas.openxmlformats.org/officeDocument/2006/relationships/image" Target="../media/image16.jpg"/><Relationship Id="rId18" Type="http://schemas.openxmlformats.org/officeDocument/2006/relationships/image" Target="../media/image17.jpg"/><Relationship Id="rId19" Type="http://schemas.openxmlformats.org/officeDocument/2006/relationships/image" Target="../media/image18.jpg"/><Relationship Id="rId20" Type="http://schemas.openxmlformats.org/officeDocument/2006/relationships/image" Target="../media/image19.jpg"/><Relationship Id="rId21" Type="http://schemas.openxmlformats.org/officeDocument/2006/relationships/image" Target="../media/image20.jpg"/><Relationship Id="rId22" Type="http://schemas.openxmlformats.org/officeDocument/2006/relationships/image" Target="../media/image21.jpg"/><Relationship Id="rId23" Type="http://schemas.openxmlformats.org/officeDocument/2006/relationships/image" Target="../media/image22.jpg"/><Relationship Id="rId24" Type="http://schemas.openxmlformats.org/officeDocument/2006/relationships/image" Target="../media/image23.jpg"/><Relationship Id="rId25" Type="http://schemas.openxmlformats.org/officeDocument/2006/relationships/image" Target="../media/image24.jpg"/><Relationship Id="rId26" Type="http://schemas.openxmlformats.org/officeDocument/2006/relationships/image" Target="../media/image25.jpg"/><Relationship Id="rId27" Type="http://schemas.openxmlformats.org/officeDocument/2006/relationships/image" Target="../media/image26.jpg"/><Relationship Id="rId28" Type="http://schemas.openxmlformats.org/officeDocument/2006/relationships/image" Target="../media/image27.jpg"/><Relationship Id="rId29" Type="http://schemas.openxmlformats.org/officeDocument/2006/relationships/image" Target="../media/image28.jpg"/><Relationship Id="rId30" Type="http://schemas.openxmlformats.org/officeDocument/2006/relationships/image" Target="../media/image29.jpg"/><Relationship Id="rId31" Type="http://schemas.openxmlformats.org/officeDocument/2006/relationships/image" Target="../media/image30.jpg"/><Relationship Id="rId32" Type="http://schemas.openxmlformats.org/officeDocument/2006/relationships/image" Target="../media/image31.jpg"/><Relationship Id="rId33" Type="http://schemas.openxmlformats.org/officeDocument/2006/relationships/image" Target="../media/image32.jpg"/><Relationship Id="rId34" Type="http://schemas.openxmlformats.org/officeDocument/2006/relationships/image" Target="../media/image33.jpg"/><Relationship Id="rId35" Type="http://schemas.openxmlformats.org/officeDocument/2006/relationships/image" Target="../media/image34.jpg"/><Relationship Id="rId36" Type="http://schemas.openxmlformats.org/officeDocument/2006/relationships/image" Target="../media/image35.jpg"/><Relationship Id="rId37" Type="http://schemas.openxmlformats.org/officeDocument/2006/relationships/image" Target="../media/image36.jpg"/><Relationship Id="rId38" Type="http://schemas.openxmlformats.org/officeDocument/2006/relationships/image" Target="../media/image37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9.jpg"/><Relationship Id="rId4" Type="http://schemas.openxmlformats.org/officeDocument/2006/relationships/image" Target="../media/image40.jpg"/><Relationship Id="rId5" Type="http://schemas.openxmlformats.org/officeDocument/2006/relationships/image" Target="../media/image41.jpg"/><Relationship Id="rId6" Type="http://schemas.openxmlformats.org/officeDocument/2006/relationships/image" Target="../media/image42.jpg"/><Relationship Id="rId7" Type="http://schemas.openxmlformats.org/officeDocument/2006/relationships/image" Target="../media/image43.jpg"/><Relationship Id="rId8" Type="http://schemas.openxmlformats.org/officeDocument/2006/relationships/image" Target="../media/image44.jpg"/><Relationship Id="rId9" Type="http://schemas.openxmlformats.org/officeDocument/2006/relationships/image" Target="../media/image45.jpg"/><Relationship Id="rId10" Type="http://schemas.openxmlformats.org/officeDocument/2006/relationships/image" Target="../media/image46.jpg"/><Relationship Id="rId11" Type="http://schemas.openxmlformats.org/officeDocument/2006/relationships/image" Target="../media/image47.jpg"/><Relationship Id="rId12" Type="http://schemas.openxmlformats.org/officeDocument/2006/relationships/image" Target="../media/image48.jpg"/><Relationship Id="rId13" Type="http://schemas.openxmlformats.org/officeDocument/2006/relationships/image" Target="../media/image49.jpg"/><Relationship Id="rId14" Type="http://schemas.openxmlformats.org/officeDocument/2006/relationships/image" Target="../media/image50.jpg"/><Relationship Id="rId15" Type="http://schemas.openxmlformats.org/officeDocument/2006/relationships/image" Target="../media/image51.jpg"/><Relationship Id="rId16" Type="http://schemas.openxmlformats.org/officeDocument/2006/relationships/image" Target="../media/image52.jpg"/><Relationship Id="rId17" Type="http://schemas.openxmlformats.org/officeDocument/2006/relationships/image" Target="../media/image53.jpg"/><Relationship Id="rId18" Type="http://schemas.openxmlformats.org/officeDocument/2006/relationships/image" Target="../media/image54.jpg"/><Relationship Id="rId19" Type="http://schemas.openxmlformats.org/officeDocument/2006/relationships/image" Target="../media/image55.jpg"/><Relationship Id="rId20" Type="http://schemas.openxmlformats.org/officeDocument/2006/relationships/image" Target="../media/image56.jpg"/><Relationship Id="rId21" Type="http://schemas.openxmlformats.org/officeDocument/2006/relationships/image" Target="../media/image57.jpg"/><Relationship Id="rId22" Type="http://schemas.openxmlformats.org/officeDocument/2006/relationships/image" Target="../media/image58.jpg"/><Relationship Id="rId23" Type="http://schemas.openxmlformats.org/officeDocument/2006/relationships/image" Target="../media/image59.jpg"/><Relationship Id="rId24" Type="http://schemas.openxmlformats.org/officeDocument/2006/relationships/image" Target="../media/image60.jpg"/><Relationship Id="rId25" Type="http://schemas.openxmlformats.org/officeDocument/2006/relationships/image" Target="../media/image61.jpg"/><Relationship Id="rId26" Type="http://schemas.openxmlformats.org/officeDocument/2006/relationships/image" Target="../media/image62.jpg"/><Relationship Id="rId27" Type="http://schemas.openxmlformats.org/officeDocument/2006/relationships/image" Target="../media/image63.jpg"/><Relationship Id="rId28" Type="http://schemas.openxmlformats.org/officeDocument/2006/relationships/image" Target="../media/image64.jpg"/><Relationship Id="rId29" Type="http://schemas.openxmlformats.org/officeDocument/2006/relationships/image" Target="../media/image65.jpg"/><Relationship Id="rId30" Type="http://schemas.openxmlformats.org/officeDocument/2006/relationships/image" Target="../media/image66.jpg"/><Relationship Id="rId31" Type="http://schemas.openxmlformats.org/officeDocument/2006/relationships/image" Target="../media/image67.jpg"/><Relationship Id="rId32" Type="http://schemas.openxmlformats.org/officeDocument/2006/relationships/image" Target="../media/image68.jpg"/><Relationship Id="rId33" Type="http://schemas.openxmlformats.org/officeDocument/2006/relationships/image" Target="../media/image69.jpg"/><Relationship Id="rId34" Type="http://schemas.openxmlformats.org/officeDocument/2006/relationships/image" Target="../media/image70.jpg"/><Relationship Id="rId35" Type="http://schemas.openxmlformats.org/officeDocument/2006/relationships/image" Target="../media/image7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2.jpg"/><Relationship Id="rId3" Type="http://schemas.openxmlformats.org/officeDocument/2006/relationships/image" Target="../media/image73.jpg"/><Relationship Id="rId4" Type="http://schemas.openxmlformats.org/officeDocument/2006/relationships/image" Target="../media/image74.jpg"/><Relationship Id="rId5" Type="http://schemas.openxmlformats.org/officeDocument/2006/relationships/image" Target="../media/image75.jpg"/><Relationship Id="rId6" Type="http://schemas.openxmlformats.org/officeDocument/2006/relationships/image" Target="../media/image76.jpg"/><Relationship Id="rId7" Type="http://schemas.openxmlformats.org/officeDocument/2006/relationships/image" Target="../media/image77.jpg"/><Relationship Id="rId8" Type="http://schemas.openxmlformats.org/officeDocument/2006/relationships/image" Target="../media/image78.jpg"/><Relationship Id="rId9" Type="http://schemas.openxmlformats.org/officeDocument/2006/relationships/image" Target="../media/image79.jpg"/><Relationship Id="rId10" Type="http://schemas.openxmlformats.org/officeDocument/2006/relationships/image" Target="../media/image80.jpg"/><Relationship Id="rId11" Type="http://schemas.openxmlformats.org/officeDocument/2006/relationships/image" Target="../media/image81.jpg"/><Relationship Id="rId12" Type="http://schemas.openxmlformats.org/officeDocument/2006/relationships/image" Target="../media/image82.jpg"/><Relationship Id="rId13" Type="http://schemas.openxmlformats.org/officeDocument/2006/relationships/image" Target="../media/image83.jpg"/><Relationship Id="rId14" Type="http://schemas.openxmlformats.org/officeDocument/2006/relationships/image" Target="../media/image84.jpg"/><Relationship Id="rId15" Type="http://schemas.openxmlformats.org/officeDocument/2006/relationships/image" Target="../media/image85.jpg"/><Relationship Id="rId16" Type="http://schemas.openxmlformats.org/officeDocument/2006/relationships/image" Target="../media/image86.jpg"/><Relationship Id="rId17" Type="http://schemas.openxmlformats.org/officeDocument/2006/relationships/image" Target="../media/image87.jpg"/><Relationship Id="rId18" Type="http://schemas.openxmlformats.org/officeDocument/2006/relationships/image" Target="../media/image88.jpg"/><Relationship Id="rId19" Type="http://schemas.openxmlformats.org/officeDocument/2006/relationships/image" Target="../media/image89.jpg"/><Relationship Id="rId20" Type="http://schemas.openxmlformats.org/officeDocument/2006/relationships/image" Target="../media/image90.jpg"/><Relationship Id="rId21" Type="http://schemas.openxmlformats.org/officeDocument/2006/relationships/image" Target="../media/image91.jpg"/><Relationship Id="rId22" Type="http://schemas.openxmlformats.org/officeDocument/2006/relationships/image" Target="../media/image9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3.jpg"/><Relationship Id="rId3" Type="http://schemas.openxmlformats.org/officeDocument/2006/relationships/image" Target="../media/image94.jpg"/><Relationship Id="rId4" Type="http://schemas.openxmlformats.org/officeDocument/2006/relationships/image" Target="../media/image95.jpg"/><Relationship Id="rId5" Type="http://schemas.openxmlformats.org/officeDocument/2006/relationships/image" Target="../media/image96.jpg"/><Relationship Id="rId6" Type="http://schemas.openxmlformats.org/officeDocument/2006/relationships/image" Target="../media/image97.jpg"/><Relationship Id="rId7" Type="http://schemas.openxmlformats.org/officeDocument/2006/relationships/image" Target="../media/image98.jpg"/><Relationship Id="rId8" Type="http://schemas.openxmlformats.org/officeDocument/2006/relationships/image" Target="../media/image99.jpg"/><Relationship Id="rId9" Type="http://schemas.openxmlformats.org/officeDocument/2006/relationships/image" Target="../media/image100.jpg"/><Relationship Id="rId10" Type="http://schemas.openxmlformats.org/officeDocument/2006/relationships/image" Target="../media/image101.jpg"/><Relationship Id="rId11" Type="http://schemas.openxmlformats.org/officeDocument/2006/relationships/image" Target="../media/image102.jpg"/><Relationship Id="rId12" Type="http://schemas.openxmlformats.org/officeDocument/2006/relationships/image" Target="../media/image103.jpg"/><Relationship Id="rId13" Type="http://schemas.openxmlformats.org/officeDocument/2006/relationships/image" Target="../media/image104.jpg"/><Relationship Id="rId14" Type="http://schemas.openxmlformats.org/officeDocument/2006/relationships/image" Target="../media/image105.jpg"/><Relationship Id="rId15" Type="http://schemas.openxmlformats.org/officeDocument/2006/relationships/image" Target="../media/image106.jpg"/><Relationship Id="rId16" Type="http://schemas.openxmlformats.org/officeDocument/2006/relationships/image" Target="../media/image107.jpg"/><Relationship Id="rId17" Type="http://schemas.openxmlformats.org/officeDocument/2006/relationships/image" Target="../media/image108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9.jpg"/><Relationship Id="rId3" Type="http://schemas.openxmlformats.org/officeDocument/2006/relationships/image" Target="../media/image110.jpg"/><Relationship Id="rId4" Type="http://schemas.openxmlformats.org/officeDocument/2006/relationships/image" Target="../media/image111.jpg"/><Relationship Id="rId5" Type="http://schemas.openxmlformats.org/officeDocument/2006/relationships/image" Target="../media/image112.jpg"/><Relationship Id="rId6" Type="http://schemas.openxmlformats.org/officeDocument/2006/relationships/image" Target="../media/image113.jpg"/><Relationship Id="rId7" Type="http://schemas.openxmlformats.org/officeDocument/2006/relationships/image" Target="../media/image114.jpg"/><Relationship Id="rId8" Type="http://schemas.openxmlformats.org/officeDocument/2006/relationships/image" Target="../media/image115.jpg"/><Relationship Id="rId9" Type="http://schemas.openxmlformats.org/officeDocument/2006/relationships/image" Target="../media/image116.jpg"/><Relationship Id="rId10" Type="http://schemas.openxmlformats.org/officeDocument/2006/relationships/image" Target="../media/image117.jpg"/><Relationship Id="rId11" Type="http://schemas.openxmlformats.org/officeDocument/2006/relationships/image" Target="../media/image118.jpg"/><Relationship Id="rId12" Type="http://schemas.openxmlformats.org/officeDocument/2006/relationships/image" Target="../media/image119.jpg"/><Relationship Id="rId13" Type="http://schemas.openxmlformats.org/officeDocument/2006/relationships/image" Target="../media/image120.jpg"/><Relationship Id="rId14" Type="http://schemas.openxmlformats.org/officeDocument/2006/relationships/image" Target="../media/image12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2.jpg"/><Relationship Id="rId3" Type="http://schemas.openxmlformats.org/officeDocument/2006/relationships/image" Target="../media/image123.jpg"/><Relationship Id="rId4" Type="http://schemas.openxmlformats.org/officeDocument/2006/relationships/image" Target="../media/image124.jpg"/><Relationship Id="rId5" Type="http://schemas.openxmlformats.org/officeDocument/2006/relationships/image" Target="../media/image125.jpg"/><Relationship Id="rId6" Type="http://schemas.openxmlformats.org/officeDocument/2006/relationships/image" Target="../media/image126.jpg"/><Relationship Id="rId7" Type="http://schemas.openxmlformats.org/officeDocument/2006/relationships/image" Target="../media/image127.jpg"/><Relationship Id="rId8" Type="http://schemas.openxmlformats.org/officeDocument/2006/relationships/image" Target="../media/image128.jpg"/><Relationship Id="rId9" Type="http://schemas.openxmlformats.org/officeDocument/2006/relationships/image" Target="../media/image129.jpg"/><Relationship Id="rId10" Type="http://schemas.openxmlformats.org/officeDocument/2006/relationships/image" Target="../media/image130.jpg"/><Relationship Id="rId11" Type="http://schemas.openxmlformats.org/officeDocument/2006/relationships/image" Target="../media/image131.jpg"/><Relationship Id="rId12" Type="http://schemas.openxmlformats.org/officeDocument/2006/relationships/image" Target="../media/image132.jpg"/><Relationship Id="rId13" Type="http://schemas.openxmlformats.org/officeDocument/2006/relationships/image" Target="../media/image133.jpg"/><Relationship Id="rId14" Type="http://schemas.openxmlformats.org/officeDocument/2006/relationships/image" Target="../media/image13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5.jpg"/><Relationship Id="rId3" Type="http://schemas.openxmlformats.org/officeDocument/2006/relationships/image" Target="../media/image136.jpg"/><Relationship Id="rId4" Type="http://schemas.openxmlformats.org/officeDocument/2006/relationships/image" Target="../media/image137.jpg"/><Relationship Id="rId5" Type="http://schemas.openxmlformats.org/officeDocument/2006/relationships/image" Target="../media/image138.jpg"/><Relationship Id="rId6" Type="http://schemas.openxmlformats.org/officeDocument/2006/relationships/image" Target="../media/image139.jpg"/><Relationship Id="rId7" Type="http://schemas.openxmlformats.org/officeDocument/2006/relationships/image" Target="../media/image140.jpg"/><Relationship Id="rId8" Type="http://schemas.openxmlformats.org/officeDocument/2006/relationships/image" Target="../media/image141.jpg"/><Relationship Id="rId9" Type="http://schemas.openxmlformats.org/officeDocument/2006/relationships/image" Target="../media/image142.jpg"/><Relationship Id="rId10" Type="http://schemas.openxmlformats.org/officeDocument/2006/relationships/image" Target="../media/image143.jpg"/><Relationship Id="rId11" Type="http://schemas.openxmlformats.org/officeDocument/2006/relationships/image" Target="../media/image144.jpg"/><Relationship Id="rId12" Type="http://schemas.openxmlformats.org/officeDocument/2006/relationships/image" Target="../media/image145.jpg"/><Relationship Id="rId13" Type="http://schemas.openxmlformats.org/officeDocument/2006/relationships/image" Target="../media/image146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7.jpg"/><Relationship Id="rId3" Type="http://schemas.openxmlformats.org/officeDocument/2006/relationships/image" Target="../media/image148.jpg"/><Relationship Id="rId4" Type="http://schemas.openxmlformats.org/officeDocument/2006/relationships/image" Target="../media/image149.jpg"/><Relationship Id="rId5" Type="http://schemas.openxmlformats.org/officeDocument/2006/relationships/image" Target="../media/image150.jpg"/><Relationship Id="rId6" Type="http://schemas.openxmlformats.org/officeDocument/2006/relationships/image" Target="../media/image151.jpg"/><Relationship Id="rId7" Type="http://schemas.openxmlformats.org/officeDocument/2006/relationships/image" Target="../media/image152.jpg"/><Relationship Id="rId8" Type="http://schemas.openxmlformats.org/officeDocument/2006/relationships/image" Target="../media/image153.jpg"/><Relationship Id="rId9" Type="http://schemas.openxmlformats.org/officeDocument/2006/relationships/image" Target="../media/image154.jpg"/><Relationship Id="rId10" Type="http://schemas.openxmlformats.org/officeDocument/2006/relationships/image" Target="../media/image155.jpg"/><Relationship Id="rId11" Type="http://schemas.openxmlformats.org/officeDocument/2006/relationships/image" Target="../media/image156.jpg"/><Relationship Id="rId12" Type="http://schemas.openxmlformats.org/officeDocument/2006/relationships/image" Target="../media/image157.jpg"/><Relationship Id="rId13" Type="http://schemas.openxmlformats.org/officeDocument/2006/relationships/image" Target="../media/image15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9.jpg"/><Relationship Id="rId3" Type="http://schemas.openxmlformats.org/officeDocument/2006/relationships/image" Target="../media/image160.jpg"/><Relationship Id="rId4" Type="http://schemas.openxmlformats.org/officeDocument/2006/relationships/image" Target="../media/image161.jpg"/><Relationship Id="rId5" Type="http://schemas.openxmlformats.org/officeDocument/2006/relationships/image" Target="../media/image162.jpg"/><Relationship Id="rId6" Type="http://schemas.openxmlformats.org/officeDocument/2006/relationships/image" Target="../media/image163.jpg"/><Relationship Id="rId7" Type="http://schemas.openxmlformats.org/officeDocument/2006/relationships/image" Target="../media/image164.jpg"/><Relationship Id="rId8" Type="http://schemas.openxmlformats.org/officeDocument/2006/relationships/image" Target="../media/image165.jpg"/><Relationship Id="rId9" Type="http://schemas.openxmlformats.org/officeDocument/2006/relationships/image" Target="../media/image166.jpg"/><Relationship Id="rId10" Type="http://schemas.openxmlformats.org/officeDocument/2006/relationships/image" Target="../media/image167.jpg"/><Relationship Id="rId11" Type="http://schemas.openxmlformats.org/officeDocument/2006/relationships/image" Target="../media/image168.jpg"/><Relationship Id="rId12" Type="http://schemas.openxmlformats.org/officeDocument/2006/relationships/image" Target="../media/image16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0.jpg"/><Relationship Id="rId3" Type="http://schemas.openxmlformats.org/officeDocument/2006/relationships/image" Target="../media/image171.jpg"/><Relationship Id="rId4" Type="http://schemas.openxmlformats.org/officeDocument/2006/relationships/image" Target="../media/image172.jpg"/><Relationship Id="rId5" Type="http://schemas.openxmlformats.org/officeDocument/2006/relationships/image" Target="../media/image173.jpg"/><Relationship Id="rId6" Type="http://schemas.openxmlformats.org/officeDocument/2006/relationships/image" Target="../media/image174.jpg"/><Relationship Id="rId7" Type="http://schemas.openxmlformats.org/officeDocument/2006/relationships/image" Target="../media/image175.jpg"/><Relationship Id="rId8" Type="http://schemas.openxmlformats.org/officeDocument/2006/relationships/image" Target="../media/image176.jpg"/><Relationship Id="rId9" Type="http://schemas.openxmlformats.org/officeDocument/2006/relationships/image" Target="../media/image177.jpg"/><Relationship Id="rId10" Type="http://schemas.openxmlformats.org/officeDocument/2006/relationships/image" Target="../media/image178.jpg"/><Relationship Id="rId11" Type="http://schemas.openxmlformats.org/officeDocument/2006/relationships/image" Target="../media/image179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0.jpg"/><Relationship Id="rId3" Type="http://schemas.openxmlformats.org/officeDocument/2006/relationships/image" Target="../media/image181.jpg"/><Relationship Id="rId4" Type="http://schemas.openxmlformats.org/officeDocument/2006/relationships/image" Target="../media/image182.jpg"/><Relationship Id="rId5" Type="http://schemas.openxmlformats.org/officeDocument/2006/relationships/image" Target="../media/image183.jpg"/><Relationship Id="rId6" Type="http://schemas.openxmlformats.org/officeDocument/2006/relationships/image" Target="../media/image184.jpg"/><Relationship Id="rId7" Type="http://schemas.openxmlformats.org/officeDocument/2006/relationships/image" Target="../media/image185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6.jpg"/><Relationship Id="rId3" Type="http://schemas.openxmlformats.org/officeDocument/2006/relationships/image" Target="../media/image187.jpg"/><Relationship Id="rId4" Type="http://schemas.openxmlformats.org/officeDocument/2006/relationships/image" Target="../media/image188.jpg"/><Relationship Id="rId5" Type="http://schemas.openxmlformats.org/officeDocument/2006/relationships/image" Target="../media/image189.jpg"/><Relationship Id="rId6" Type="http://schemas.openxmlformats.org/officeDocument/2006/relationships/image" Target="../media/image190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1.jpg"/><Relationship Id="rId3" Type="http://schemas.openxmlformats.org/officeDocument/2006/relationships/image" Target="../media/image192.jpg"/><Relationship Id="rId4" Type="http://schemas.openxmlformats.org/officeDocument/2006/relationships/image" Target="../media/image193.jpg"/><Relationship Id="rId5" Type="http://schemas.openxmlformats.org/officeDocument/2006/relationships/image" Target="../media/image194.jpg"/><Relationship Id="rId6" Type="http://schemas.openxmlformats.org/officeDocument/2006/relationships/image" Target="../media/image195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9121" name="Connector 9120"/>
          <p:cNvCxnSpPr>
            <a:stCxn id="9072" idx="0"/>
            <a:endCxn id="9074" idx="0"/>
          </p:cNvCxnSpPr>
          <p:nvPr/>
        </p:nvCxnSpPr>
        <p:spPr>
          <a:xfrm>
            <a:off x="6706558" y="5331772"/>
            <a:ext cx="0" cy="633109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20" name="Connector 9119"/>
          <p:cNvCxnSpPr>
            <a:stCxn id="9070" idx="0"/>
            <a:endCxn id="9076" idx="0"/>
          </p:cNvCxnSpPr>
          <p:nvPr/>
        </p:nvCxnSpPr>
        <p:spPr>
          <a:xfrm>
            <a:off x="7377622" y="4698663"/>
            <a:ext cx="0" cy="633109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19" name="Connector 9118"/>
          <p:cNvCxnSpPr>
            <a:stCxn id="9068" idx="0"/>
            <a:endCxn id="9072" idx="0"/>
          </p:cNvCxnSpPr>
          <p:nvPr/>
        </p:nvCxnSpPr>
        <p:spPr>
          <a:xfrm>
            <a:off x="6706558" y="4698663"/>
            <a:ext cx="0" cy="633109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18" name="Connector 9117"/>
          <p:cNvCxnSpPr>
            <a:stCxn id="9068" idx="0"/>
            <a:endCxn id="9070" idx="0"/>
          </p:cNvCxnSpPr>
          <p:nvPr/>
        </p:nvCxnSpPr>
        <p:spPr>
          <a:xfrm>
            <a:off x="6706558" y="4698663"/>
            <a:ext cx="671064" cy="0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17" name="Connector 9116"/>
          <p:cNvCxnSpPr>
            <a:stCxn id="9066" idx="0"/>
            <a:endCxn id="9068" idx="0"/>
          </p:cNvCxnSpPr>
          <p:nvPr/>
        </p:nvCxnSpPr>
        <p:spPr>
          <a:xfrm>
            <a:off x="6035494" y="4698663"/>
            <a:ext cx="671064" cy="0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16" name="Connector 9115"/>
          <p:cNvCxnSpPr>
            <a:stCxn id="9064" idx="0"/>
            <a:endCxn id="9070" idx="0"/>
          </p:cNvCxnSpPr>
          <p:nvPr/>
        </p:nvCxnSpPr>
        <p:spPr>
          <a:xfrm flipH="1">
            <a:off x="7377622" y="4698663"/>
            <a:ext cx="671064" cy="0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15" name="Connector 9114"/>
          <p:cNvCxnSpPr>
            <a:stCxn id="9062" idx="0"/>
            <a:endCxn id="9068" idx="0"/>
          </p:cNvCxnSpPr>
          <p:nvPr/>
        </p:nvCxnSpPr>
        <p:spPr>
          <a:xfrm>
            <a:off x="6706558" y="4065554"/>
            <a:ext cx="0" cy="633109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14" name="Connector 9113"/>
          <p:cNvCxnSpPr>
            <a:stCxn id="9060" idx="0"/>
            <a:endCxn id="9066" idx="0"/>
          </p:cNvCxnSpPr>
          <p:nvPr/>
        </p:nvCxnSpPr>
        <p:spPr>
          <a:xfrm>
            <a:off x="6035494" y="4065554"/>
            <a:ext cx="0" cy="633109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13" name="Connector 9112"/>
          <p:cNvCxnSpPr>
            <a:stCxn id="9060" idx="0"/>
            <a:endCxn id="9062" idx="0"/>
          </p:cNvCxnSpPr>
          <p:nvPr/>
        </p:nvCxnSpPr>
        <p:spPr>
          <a:xfrm>
            <a:off x="6035494" y="4065554"/>
            <a:ext cx="671064" cy="0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12" name="Connector 9111"/>
          <p:cNvCxnSpPr>
            <a:stCxn id="9058" idx="0"/>
            <a:endCxn id="9060" idx="0"/>
          </p:cNvCxnSpPr>
          <p:nvPr/>
        </p:nvCxnSpPr>
        <p:spPr>
          <a:xfrm>
            <a:off x="5364430" y="4065554"/>
            <a:ext cx="671064" cy="0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11" name="Connector 9110"/>
          <p:cNvCxnSpPr>
            <a:stCxn id="9056" idx="0"/>
            <a:endCxn id="9064" idx="0"/>
          </p:cNvCxnSpPr>
          <p:nvPr/>
        </p:nvCxnSpPr>
        <p:spPr>
          <a:xfrm flipH="1">
            <a:off x="8048686" y="4698663"/>
            <a:ext cx="671064" cy="0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10" name="Connector 9109"/>
          <p:cNvCxnSpPr>
            <a:stCxn id="9054" idx="0"/>
            <a:endCxn id="9060" idx="0"/>
          </p:cNvCxnSpPr>
          <p:nvPr/>
        </p:nvCxnSpPr>
        <p:spPr>
          <a:xfrm>
            <a:off x="6035494" y="3432445"/>
            <a:ext cx="0" cy="633109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09" name="Connector 9108"/>
          <p:cNvCxnSpPr>
            <a:stCxn id="9050" idx="0"/>
            <a:endCxn id="9052" idx="0"/>
          </p:cNvCxnSpPr>
          <p:nvPr/>
        </p:nvCxnSpPr>
        <p:spPr>
          <a:xfrm flipV="1">
            <a:off x="8048686" y="3432445"/>
            <a:ext cx="0" cy="633109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08" name="Connector 9107"/>
          <p:cNvCxnSpPr>
            <a:stCxn id="9050" idx="0"/>
            <a:endCxn id="9056" idx="0"/>
          </p:cNvCxnSpPr>
          <p:nvPr/>
        </p:nvCxnSpPr>
        <p:spPr>
          <a:xfrm>
            <a:off x="8048686" y="4065554"/>
            <a:ext cx="671064" cy="633109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07" name="Connector 9106"/>
          <p:cNvCxnSpPr>
            <a:stCxn id="9048" idx="0"/>
            <a:endCxn id="9062" idx="0"/>
          </p:cNvCxnSpPr>
          <p:nvPr/>
        </p:nvCxnSpPr>
        <p:spPr>
          <a:xfrm flipH="1">
            <a:off x="6706558" y="4065554"/>
            <a:ext cx="671064" cy="0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06" name="Connector 9105"/>
          <p:cNvCxnSpPr>
            <a:stCxn id="9048" idx="0"/>
            <a:endCxn id="9050" idx="0"/>
          </p:cNvCxnSpPr>
          <p:nvPr/>
        </p:nvCxnSpPr>
        <p:spPr>
          <a:xfrm>
            <a:off x="7377622" y="4065554"/>
            <a:ext cx="671064" cy="0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05" name="Connector 9104"/>
          <p:cNvCxnSpPr>
            <a:stCxn id="9046" idx="0"/>
            <a:endCxn id="9054" idx="0"/>
          </p:cNvCxnSpPr>
          <p:nvPr/>
        </p:nvCxnSpPr>
        <p:spPr>
          <a:xfrm>
            <a:off x="4693366" y="2799336"/>
            <a:ext cx="1342128" cy="633109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04" name="Connector 9103"/>
          <p:cNvCxnSpPr>
            <a:stCxn id="9044" idx="0"/>
            <a:endCxn id="9046" idx="0"/>
          </p:cNvCxnSpPr>
          <p:nvPr/>
        </p:nvCxnSpPr>
        <p:spPr>
          <a:xfrm>
            <a:off x="4022302" y="2799336"/>
            <a:ext cx="671064" cy="0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03" name="Connector 9102"/>
          <p:cNvCxnSpPr>
            <a:stCxn id="9042" idx="0"/>
            <a:endCxn id="9044" idx="0"/>
          </p:cNvCxnSpPr>
          <p:nvPr/>
        </p:nvCxnSpPr>
        <p:spPr>
          <a:xfrm>
            <a:off x="3351238" y="2799336"/>
            <a:ext cx="671064" cy="0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02" name="Connector 9101"/>
          <p:cNvCxnSpPr>
            <a:stCxn id="9038" idx="0"/>
            <a:endCxn id="9046" idx="0"/>
          </p:cNvCxnSpPr>
          <p:nvPr/>
        </p:nvCxnSpPr>
        <p:spPr>
          <a:xfrm>
            <a:off x="4693366" y="2166227"/>
            <a:ext cx="0" cy="633109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01" name="Connector 9100"/>
          <p:cNvCxnSpPr>
            <a:stCxn id="9034" idx="0"/>
            <a:endCxn id="9036" idx="0"/>
          </p:cNvCxnSpPr>
          <p:nvPr/>
        </p:nvCxnSpPr>
        <p:spPr>
          <a:xfrm flipV="1">
            <a:off x="7377622" y="2166227"/>
            <a:ext cx="0" cy="633109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00" name="Connector 9099"/>
          <p:cNvCxnSpPr>
            <a:stCxn id="9034" idx="0"/>
            <a:endCxn id="9040" idx="0"/>
          </p:cNvCxnSpPr>
          <p:nvPr/>
        </p:nvCxnSpPr>
        <p:spPr>
          <a:xfrm flipH="1">
            <a:off x="6706558" y="2799336"/>
            <a:ext cx="671064" cy="0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99" name="Connector 9098"/>
          <p:cNvCxnSpPr>
            <a:stCxn id="9032" idx="0"/>
            <a:endCxn id="9048" idx="0"/>
          </p:cNvCxnSpPr>
          <p:nvPr/>
        </p:nvCxnSpPr>
        <p:spPr>
          <a:xfrm>
            <a:off x="7377622" y="3432445"/>
            <a:ext cx="0" cy="633109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98" name="Connector 9097"/>
          <p:cNvCxnSpPr>
            <a:stCxn id="9032" idx="0"/>
            <a:endCxn id="9034" idx="0"/>
          </p:cNvCxnSpPr>
          <p:nvPr/>
        </p:nvCxnSpPr>
        <p:spPr>
          <a:xfrm flipV="1">
            <a:off x="7377622" y="2799336"/>
            <a:ext cx="0" cy="633109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97" name="Connector 9096"/>
          <p:cNvCxnSpPr>
            <a:stCxn id="9030" idx="0"/>
            <a:endCxn id="9040" idx="0"/>
          </p:cNvCxnSpPr>
          <p:nvPr/>
        </p:nvCxnSpPr>
        <p:spPr>
          <a:xfrm flipV="1">
            <a:off x="6706558" y="2799336"/>
            <a:ext cx="0" cy="633109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96" name="Connector 9095"/>
          <p:cNvCxnSpPr>
            <a:stCxn id="9030" idx="0"/>
            <a:endCxn id="9036" idx="0"/>
          </p:cNvCxnSpPr>
          <p:nvPr/>
        </p:nvCxnSpPr>
        <p:spPr>
          <a:xfrm flipV="1">
            <a:off x="6706558" y="2166227"/>
            <a:ext cx="671064" cy="1266218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95" name="Connector 9094"/>
          <p:cNvCxnSpPr>
            <a:stCxn id="9028" idx="0"/>
            <a:endCxn id="9038" idx="0"/>
          </p:cNvCxnSpPr>
          <p:nvPr/>
        </p:nvCxnSpPr>
        <p:spPr>
          <a:xfrm flipV="1">
            <a:off x="4022302" y="2166227"/>
            <a:ext cx="671064" cy="1266218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94" name="Connector 9093"/>
          <p:cNvCxnSpPr>
            <a:stCxn id="9028" idx="0"/>
            <a:endCxn id="9044" idx="0"/>
          </p:cNvCxnSpPr>
          <p:nvPr/>
        </p:nvCxnSpPr>
        <p:spPr>
          <a:xfrm flipV="1">
            <a:off x="4022302" y="2799336"/>
            <a:ext cx="0" cy="633109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93" name="Connector 9092"/>
          <p:cNvCxnSpPr>
            <a:stCxn id="9026" idx="0"/>
            <a:endCxn id="9028" idx="0"/>
          </p:cNvCxnSpPr>
          <p:nvPr/>
        </p:nvCxnSpPr>
        <p:spPr>
          <a:xfrm>
            <a:off x="3351238" y="3432445"/>
            <a:ext cx="671064" cy="0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92" name="Connector 9091"/>
          <p:cNvCxnSpPr>
            <a:stCxn id="9026" idx="0"/>
            <a:endCxn id="9042" idx="0"/>
          </p:cNvCxnSpPr>
          <p:nvPr/>
        </p:nvCxnSpPr>
        <p:spPr>
          <a:xfrm flipV="1">
            <a:off x="3351238" y="2799336"/>
            <a:ext cx="0" cy="633109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91" name="Connector 9090"/>
          <p:cNvCxnSpPr>
            <a:stCxn id="9024" idx="0"/>
            <a:endCxn id="9058" idx="0"/>
          </p:cNvCxnSpPr>
          <p:nvPr/>
        </p:nvCxnSpPr>
        <p:spPr>
          <a:xfrm>
            <a:off x="5364430" y="3432445"/>
            <a:ext cx="0" cy="633109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90" name="Connector 9089"/>
          <p:cNvCxnSpPr>
            <a:stCxn id="9022" idx="0"/>
            <a:endCxn id="9052" idx="0"/>
          </p:cNvCxnSpPr>
          <p:nvPr/>
        </p:nvCxnSpPr>
        <p:spPr>
          <a:xfrm>
            <a:off x="8048686" y="2799336"/>
            <a:ext cx="0" cy="633109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89" name="Connector 9088"/>
          <p:cNvCxnSpPr>
            <a:stCxn id="9020" idx="0"/>
            <a:endCxn id="9022" idx="0"/>
          </p:cNvCxnSpPr>
          <p:nvPr/>
        </p:nvCxnSpPr>
        <p:spPr>
          <a:xfrm>
            <a:off x="6706558" y="1533118"/>
            <a:ext cx="1342128" cy="1266218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88" name="Connector 9087"/>
          <p:cNvCxnSpPr>
            <a:stCxn id="9018" idx="0"/>
            <a:endCxn id="9032" idx="0"/>
          </p:cNvCxnSpPr>
          <p:nvPr/>
        </p:nvCxnSpPr>
        <p:spPr>
          <a:xfrm>
            <a:off x="6706558" y="2166227"/>
            <a:ext cx="671064" cy="1266218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87" name="Connector 9086"/>
          <p:cNvCxnSpPr>
            <a:stCxn id="9018" idx="0"/>
            <a:endCxn id="9020" idx="0"/>
          </p:cNvCxnSpPr>
          <p:nvPr/>
        </p:nvCxnSpPr>
        <p:spPr>
          <a:xfrm flipV="1">
            <a:off x="6706558" y="1533118"/>
            <a:ext cx="0" cy="633109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86" name="Connector 9085"/>
          <p:cNvCxnSpPr>
            <a:stCxn id="9016" idx="0"/>
            <a:endCxn id="9024" idx="0"/>
          </p:cNvCxnSpPr>
          <p:nvPr/>
        </p:nvCxnSpPr>
        <p:spPr>
          <a:xfrm>
            <a:off x="5364430" y="2799336"/>
            <a:ext cx="0" cy="633109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85" name="Connector 9084"/>
          <p:cNvCxnSpPr>
            <a:stCxn id="9016" idx="0"/>
            <a:endCxn id="9018" idx="0"/>
          </p:cNvCxnSpPr>
          <p:nvPr/>
        </p:nvCxnSpPr>
        <p:spPr>
          <a:xfrm flipV="1">
            <a:off x="5364430" y="2166227"/>
            <a:ext cx="1342128" cy="633109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84" name="Connector 9083"/>
          <p:cNvCxnSpPr>
            <a:stCxn id="9014" idx="0"/>
            <a:endCxn id="9044" idx="0"/>
          </p:cNvCxnSpPr>
          <p:nvPr/>
        </p:nvCxnSpPr>
        <p:spPr>
          <a:xfrm>
            <a:off x="4022302" y="2166227"/>
            <a:ext cx="0" cy="633109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83" name="Connector 9082"/>
          <p:cNvCxnSpPr>
            <a:stCxn id="9014" idx="0"/>
            <a:endCxn id="9016" idx="0"/>
          </p:cNvCxnSpPr>
          <p:nvPr/>
        </p:nvCxnSpPr>
        <p:spPr>
          <a:xfrm>
            <a:off x="4022302" y="2166227"/>
            <a:ext cx="1342128" cy="633109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82" name="Connector 9081"/>
          <p:cNvCxnSpPr>
            <a:stCxn id="9012" idx="0"/>
            <a:endCxn id="9016" idx="0"/>
          </p:cNvCxnSpPr>
          <p:nvPr/>
        </p:nvCxnSpPr>
        <p:spPr>
          <a:xfrm>
            <a:off x="5364430" y="2166227"/>
            <a:ext cx="0" cy="633109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81" name="Connector 9080"/>
          <p:cNvCxnSpPr>
            <a:stCxn id="9008" idx="0"/>
            <a:endCxn id="9012" idx="0"/>
          </p:cNvCxnSpPr>
          <p:nvPr/>
        </p:nvCxnSpPr>
        <p:spPr>
          <a:xfrm>
            <a:off x="5364430" y="1533118"/>
            <a:ext cx="0" cy="633109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80" name="Connector 9079"/>
          <p:cNvCxnSpPr>
            <a:stCxn id="3" idx="0"/>
            <a:endCxn id="9008" idx="0"/>
          </p:cNvCxnSpPr>
          <p:nvPr/>
        </p:nvCxnSpPr>
        <p:spPr>
          <a:xfrm>
            <a:off x="5364430" y="900009"/>
            <a:ext cx="0" cy="633109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79" name="Connector 9078"/>
          <p:cNvCxnSpPr>
            <a:stCxn id="3" idx="0"/>
            <a:endCxn id="9010" idx="0"/>
          </p:cNvCxnSpPr>
          <p:nvPr/>
        </p:nvCxnSpPr>
        <p:spPr>
          <a:xfrm>
            <a:off x="5364430" y="900009"/>
            <a:ext cx="671064" cy="0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78" name="Connector 9077"/>
          <p:cNvCxnSpPr>
            <a:stCxn id="3" idx="0"/>
            <a:endCxn id="9006" idx="0"/>
          </p:cNvCxnSpPr>
          <p:nvPr/>
        </p:nvCxnSpPr>
        <p:spPr>
          <a:xfrm flipH="1">
            <a:off x="4693366" y="900009"/>
            <a:ext cx="671064" cy="0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420000" y="220000"/>
            <a:ext cx="11352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/>
              <a:t>貝利薩爾遺址　（belisar）　37 格</a:t>
            </a:r>
          </a:p>
        </p:txBody>
      </p:sp>
      <p:grpSp>
        <p:nvGrpSpPr>
          <p:cNvPr id="9005" name="belisar:throne"/>
          <p:cNvGrpSpPr/>
          <p:nvPr/>
        </p:nvGrpSpPr>
        <p:grpSpPr>
          <a:xfrm>
            <a:off x="5089404" y="900009"/>
            <a:ext cx="550053" cy="523099"/>
            <a:chOff x="5089404" y="900009"/>
            <a:chExt cx="550053" cy="523099"/>
          </a:xfrm>
        </p:grpSpPr>
        <p:pic>
          <p:nvPicPr>
            <p:cNvPr id="3" name="Picture 2" descr="Belisar_ThroneHall.jp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089404" y="900009"/>
              <a:ext cx="550053" cy="308029"/>
            </a:xfrm>
            <a:prstGeom prst="rect">
              <a:avLst/>
            </a:prstGeom>
          </p:spPr>
        </p:pic>
        <p:sp>
          <p:nvSpPr>
            <p:cNvPr id="4" name="TextBox 3"/>
            <p:cNvSpPr txBox="1"/>
            <p:nvPr/>
          </p:nvSpPr>
          <p:spPr>
            <a:xfrm>
              <a:off x="5089404" y="1208038"/>
              <a:ext cx="550053" cy="2150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717"/>
                <a:t>王座廳
throne</a:t>
              </a:r>
            </a:p>
          </p:txBody>
        </p:sp>
      </p:grpSp>
      <p:grpSp>
        <p:nvGrpSpPr>
          <p:cNvPr id="9006" name="belisar:crown"/>
          <p:cNvGrpSpPr/>
          <p:nvPr/>
        </p:nvGrpSpPr>
        <p:grpSpPr>
          <a:xfrm>
            <a:off x="4418340" y="900009"/>
            <a:ext cx="550053" cy="523099"/>
            <a:chOff x="4418340" y="900009"/>
            <a:chExt cx="550053" cy="523099"/>
          </a:xfrm>
        </p:grpSpPr>
        <p:pic>
          <p:nvPicPr>
            <p:cNvPr id="9006" name="Picture 9005" descr="Belisar_CrownRoom.jp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418340" y="900009"/>
              <a:ext cx="550053" cy="308029"/>
            </a:xfrm>
            <a:prstGeom prst="rect">
              <a:avLst/>
            </a:prstGeom>
          </p:spPr>
        </p:pic>
        <p:sp>
          <p:nvSpPr>
            <p:cNvPr id="9007" name="TextBox 9006"/>
            <p:cNvSpPr txBox="1"/>
            <p:nvPr/>
          </p:nvSpPr>
          <p:spPr>
            <a:xfrm>
              <a:off x="4418340" y="1208038"/>
              <a:ext cx="550053" cy="2150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717"/>
                <a:t>寶冠室
crown</a:t>
              </a:r>
            </a:p>
          </p:txBody>
        </p:sp>
      </p:grpSp>
      <p:grpSp>
        <p:nvGrpSpPr>
          <p:cNvPr id="9007" name="belisar:antecham"/>
          <p:cNvGrpSpPr/>
          <p:nvPr/>
        </p:nvGrpSpPr>
        <p:grpSpPr>
          <a:xfrm>
            <a:off x="5089404" y="1533118"/>
            <a:ext cx="550053" cy="523099"/>
            <a:chOff x="5089404" y="1533118"/>
            <a:chExt cx="550053" cy="523099"/>
          </a:xfrm>
        </p:grpSpPr>
        <p:pic>
          <p:nvPicPr>
            <p:cNvPr id="9008" name="Picture 9007" descr="Belisar_Antechamber.jp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089404" y="1533118"/>
              <a:ext cx="550053" cy="308029"/>
            </a:xfrm>
            <a:prstGeom prst="rect">
              <a:avLst/>
            </a:prstGeom>
          </p:spPr>
        </p:pic>
        <p:sp>
          <p:nvSpPr>
            <p:cNvPr id="9009" name="TextBox 9008"/>
            <p:cNvSpPr txBox="1"/>
            <p:nvPr/>
          </p:nvSpPr>
          <p:spPr>
            <a:xfrm>
              <a:off x="5089404" y="1841147"/>
              <a:ext cx="550053" cy="2150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717"/>
                <a:t>謁見前廳
antecham</a:t>
              </a:r>
            </a:p>
          </p:txBody>
        </p:sp>
      </p:grpSp>
      <p:grpSp>
        <p:nvGrpSpPr>
          <p:cNvPr id="9008" name="belisar:offering"/>
          <p:cNvGrpSpPr/>
          <p:nvPr/>
        </p:nvGrpSpPr>
        <p:grpSpPr>
          <a:xfrm>
            <a:off x="5760468" y="900009"/>
            <a:ext cx="550053" cy="523099"/>
            <a:chOff x="5760468" y="900009"/>
            <a:chExt cx="550053" cy="523099"/>
          </a:xfrm>
        </p:grpSpPr>
        <p:pic>
          <p:nvPicPr>
            <p:cNvPr id="9010" name="Picture 9009" descr="Belisar_RelicRoom.jp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760468" y="900009"/>
              <a:ext cx="550053" cy="308029"/>
            </a:xfrm>
            <a:prstGeom prst="rect">
              <a:avLst/>
            </a:prstGeom>
          </p:spPr>
        </p:pic>
        <p:sp>
          <p:nvSpPr>
            <p:cNvPr id="9011" name="TextBox 9010"/>
            <p:cNvSpPr txBox="1"/>
            <p:nvPr/>
          </p:nvSpPr>
          <p:spPr>
            <a:xfrm>
              <a:off x="5760468" y="1208038"/>
              <a:ext cx="550053" cy="2150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717"/>
                <a:t>聖物室
offering</a:t>
              </a:r>
            </a:p>
          </p:txBody>
        </p:sp>
      </p:grpSp>
      <p:grpSp>
        <p:nvGrpSpPr>
          <p:cNvPr id="9009" name="belisar:dragstair"/>
          <p:cNvGrpSpPr/>
          <p:nvPr/>
        </p:nvGrpSpPr>
        <p:grpSpPr>
          <a:xfrm>
            <a:off x="5089404" y="2166227"/>
            <a:ext cx="550053" cy="523099"/>
            <a:chOff x="5089404" y="2166227"/>
            <a:chExt cx="550053" cy="523099"/>
          </a:xfrm>
        </p:grpSpPr>
        <p:pic>
          <p:nvPicPr>
            <p:cNvPr id="9012" name="Picture 9011" descr="Belisar_LionStair.jp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089404" y="2166227"/>
              <a:ext cx="550053" cy="308029"/>
            </a:xfrm>
            <a:prstGeom prst="rect">
              <a:avLst/>
            </a:prstGeom>
          </p:spPr>
        </p:pic>
        <p:sp>
          <p:nvSpPr>
            <p:cNvPr id="9013" name="TextBox 9012"/>
            <p:cNvSpPr txBox="1"/>
            <p:nvPr/>
          </p:nvSpPr>
          <p:spPr>
            <a:xfrm>
              <a:off x="5089404" y="2474256"/>
              <a:ext cx="550053" cy="2150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717"/>
                <a:t>獅階
dragstair</a:t>
              </a:r>
              <a:r>
                <a:rPr sz="617">
                  <a:solidFill>
                    <a:srgbClr val="C03020"/>
                  </a:solidFill>
                </a:rPr>
                <a:t>
休息處</a:t>
              </a:r>
            </a:p>
          </p:txBody>
        </p:sp>
      </p:grpSp>
      <p:grpSp>
        <p:nvGrpSpPr>
          <p:cNvPr id="9010" name="belisar:starroom"/>
          <p:cNvGrpSpPr/>
          <p:nvPr/>
        </p:nvGrpSpPr>
        <p:grpSpPr>
          <a:xfrm>
            <a:off x="3747276" y="2166227"/>
            <a:ext cx="550053" cy="523099"/>
            <a:chOff x="3747276" y="2166227"/>
            <a:chExt cx="550053" cy="523099"/>
          </a:xfrm>
        </p:grpSpPr>
        <p:pic>
          <p:nvPicPr>
            <p:cNvPr id="9014" name="Picture 9013" descr="Belisar_Orrery.jp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747276" y="2166227"/>
              <a:ext cx="550053" cy="308029"/>
            </a:xfrm>
            <a:prstGeom prst="rect">
              <a:avLst/>
            </a:prstGeom>
          </p:spPr>
        </p:pic>
        <p:sp>
          <p:nvSpPr>
            <p:cNvPr id="9015" name="TextBox 9014"/>
            <p:cNvSpPr txBox="1"/>
            <p:nvPr/>
          </p:nvSpPr>
          <p:spPr>
            <a:xfrm>
              <a:off x="3747276" y="2474256"/>
              <a:ext cx="550053" cy="2150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717"/>
                <a:t>星象室
starroom</a:t>
              </a:r>
            </a:p>
          </p:txBody>
        </p:sp>
      </p:grpSp>
      <p:grpSp>
        <p:nvGrpSpPr>
          <p:cNvPr id="9011" name="belisar:guardhall"/>
          <p:cNvGrpSpPr/>
          <p:nvPr/>
        </p:nvGrpSpPr>
        <p:grpSpPr>
          <a:xfrm>
            <a:off x="5089404" y="2799336"/>
            <a:ext cx="550053" cy="523099"/>
            <a:chOff x="5089404" y="2799336"/>
            <a:chExt cx="550053" cy="523099"/>
          </a:xfrm>
        </p:grpSpPr>
        <p:pic>
          <p:nvPicPr>
            <p:cNvPr id="9016" name="Picture 9015" descr="Belisar_ArmourGallery.jp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089404" y="2799336"/>
              <a:ext cx="550053" cy="308029"/>
            </a:xfrm>
            <a:prstGeom prst="rect">
              <a:avLst/>
            </a:prstGeom>
          </p:spPr>
        </p:pic>
        <p:sp>
          <p:nvSpPr>
            <p:cNvPr id="9017" name="TextBox 9016"/>
            <p:cNvSpPr txBox="1"/>
            <p:nvPr/>
          </p:nvSpPr>
          <p:spPr>
            <a:xfrm>
              <a:off x="5089404" y="3107365"/>
              <a:ext cx="550053" cy="2150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717"/>
                <a:t>甲冑廊
guardhall</a:t>
              </a:r>
            </a:p>
          </p:txBody>
        </p:sp>
      </p:grpSp>
      <p:grpSp>
        <p:nvGrpSpPr>
          <p:cNvPr id="9012" name="belisar:greathall"/>
          <p:cNvGrpSpPr/>
          <p:nvPr/>
        </p:nvGrpSpPr>
        <p:grpSpPr>
          <a:xfrm>
            <a:off x="6431532" y="2166227"/>
            <a:ext cx="550053" cy="523099"/>
            <a:chOff x="6431532" y="2166227"/>
            <a:chExt cx="550053" cy="523099"/>
          </a:xfrm>
        </p:grpSpPr>
        <p:pic>
          <p:nvPicPr>
            <p:cNvPr id="9018" name="Picture 9017" descr="Belisar_GreatHall.jp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6431532" y="2166227"/>
              <a:ext cx="550053" cy="308029"/>
            </a:xfrm>
            <a:prstGeom prst="rect">
              <a:avLst/>
            </a:prstGeom>
          </p:spPr>
        </p:pic>
        <p:sp>
          <p:nvSpPr>
            <p:cNvPr id="9019" name="TextBox 9018"/>
            <p:cNvSpPr txBox="1"/>
            <p:nvPr/>
          </p:nvSpPr>
          <p:spPr>
            <a:xfrm>
              <a:off x="6431532" y="2474256"/>
              <a:ext cx="550053" cy="2150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717"/>
                <a:t>中央大廳
greathall</a:t>
              </a:r>
            </a:p>
          </p:txBody>
        </p:sp>
      </p:grpSp>
      <p:grpSp>
        <p:nvGrpSpPr>
          <p:cNvPr id="9013" name="belisar:lamphall"/>
          <p:cNvGrpSpPr/>
          <p:nvPr/>
        </p:nvGrpSpPr>
        <p:grpSpPr>
          <a:xfrm>
            <a:off x="6431532" y="1533118"/>
            <a:ext cx="550053" cy="523099"/>
            <a:chOff x="6431532" y="1533118"/>
            <a:chExt cx="550053" cy="523099"/>
          </a:xfrm>
        </p:grpSpPr>
        <p:pic>
          <p:nvPicPr>
            <p:cNvPr id="9020" name="Picture 9019" descr="Belisar_ChandelierHall.jpg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6431532" y="1533118"/>
              <a:ext cx="550053" cy="308029"/>
            </a:xfrm>
            <a:prstGeom prst="rect">
              <a:avLst/>
            </a:prstGeom>
          </p:spPr>
        </p:pic>
        <p:sp>
          <p:nvSpPr>
            <p:cNvPr id="9021" name="TextBox 9020"/>
            <p:cNvSpPr txBox="1"/>
            <p:nvPr/>
          </p:nvSpPr>
          <p:spPr>
            <a:xfrm>
              <a:off x="6431532" y="1841147"/>
              <a:ext cx="550053" cy="2150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717"/>
                <a:t>枝燈長廊
lamphall</a:t>
              </a:r>
            </a:p>
          </p:txBody>
        </p:sp>
      </p:grpSp>
      <p:grpSp>
        <p:nvGrpSpPr>
          <p:cNvPr id="9014" name="belisar:ossuary"/>
          <p:cNvGrpSpPr/>
          <p:nvPr/>
        </p:nvGrpSpPr>
        <p:grpSpPr>
          <a:xfrm>
            <a:off x="7773660" y="2799336"/>
            <a:ext cx="550053" cy="523099"/>
            <a:chOff x="7773660" y="2799336"/>
            <a:chExt cx="550053" cy="523099"/>
          </a:xfrm>
        </p:grpSpPr>
        <p:pic>
          <p:nvPicPr>
            <p:cNvPr id="9022" name="Picture 9021" descr="Belisar_Ossuary.jpg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7773660" y="2799336"/>
              <a:ext cx="550053" cy="308029"/>
            </a:xfrm>
            <a:prstGeom prst="rect">
              <a:avLst/>
            </a:prstGeom>
          </p:spPr>
        </p:pic>
        <p:sp>
          <p:nvSpPr>
            <p:cNvPr id="9023" name="TextBox 9022"/>
            <p:cNvSpPr txBox="1"/>
            <p:nvPr/>
          </p:nvSpPr>
          <p:spPr>
            <a:xfrm>
              <a:off x="7773660" y="3107365"/>
              <a:ext cx="550053" cy="2150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717"/>
                <a:t>納骨堂
ossuary</a:t>
              </a:r>
            </a:p>
          </p:txBody>
        </p:sp>
      </p:grpSp>
      <p:grpSp>
        <p:nvGrpSpPr>
          <p:cNvPr id="9015" name="belisar:mirrorpool"/>
          <p:cNvGrpSpPr/>
          <p:nvPr/>
        </p:nvGrpSpPr>
        <p:grpSpPr>
          <a:xfrm>
            <a:off x="5089404" y="3432445"/>
            <a:ext cx="550053" cy="523099"/>
            <a:chOff x="5089404" y="3432445"/>
            <a:chExt cx="550053" cy="523099"/>
          </a:xfrm>
        </p:grpSpPr>
        <p:pic>
          <p:nvPicPr>
            <p:cNvPr id="9024" name="Picture 9023" descr="Belisar_StillPool.jpg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5089404" y="3432445"/>
              <a:ext cx="550053" cy="308029"/>
            </a:xfrm>
            <a:prstGeom prst="rect">
              <a:avLst/>
            </a:prstGeom>
          </p:spPr>
        </p:pic>
        <p:sp>
          <p:nvSpPr>
            <p:cNvPr id="9025" name="TextBox 9024"/>
            <p:cNvSpPr txBox="1"/>
            <p:nvPr/>
          </p:nvSpPr>
          <p:spPr>
            <a:xfrm>
              <a:off x="5089404" y="3740474"/>
              <a:ext cx="550053" cy="2150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717"/>
                <a:t>靜水池
mirrorpool</a:t>
              </a:r>
            </a:p>
          </p:txBody>
        </p:sp>
      </p:grpSp>
      <p:grpSp>
        <p:nvGrpSpPr>
          <p:cNvPr id="9016" name="belisar:rooffall"/>
          <p:cNvGrpSpPr/>
          <p:nvPr/>
        </p:nvGrpSpPr>
        <p:grpSpPr>
          <a:xfrm>
            <a:off x="3076212" y="3432445"/>
            <a:ext cx="550053" cy="523099"/>
            <a:chOff x="3076212" y="3432445"/>
            <a:chExt cx="550053" cy="523099"/>
          </a:xfrm>
        </p:grpSpPr>
        <p:pic>
          <p:nvPicPr>
            <p:cNvPr id="9026" name="Picture 9025" descr="Belisar_RoofFall.jpg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3076212" y="3432445"/>
              <a:ext cx="550053" cy="308029"/>
            </a:xfrm>
            <a:prstGeom prst="rect">
              <a:avLst/>
            </a:prstGeom>
          </p:spPr>
        </p:pic>
        <p:sp>
          <p:nvSpPr>
            <p:cNvPr id="9027" name="TextBox 9026"/>
            <p:cNvSpPr txBox="1"/>
            <p:nvPr/>
          </p:nvSpPr>
          <p:spPr>
            <a:xfrm>
              <a:off x="3076212" y="3740474"/>
              <a:ext cx="550053" cy="2150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717"/>
                <a:t>崩頂坡
rooffall</a:t>
              </a:r>
            </a:p>
          </p:txBody>
        </p:sp>
      </p:grpSp>
      <p:grpSp>
        <p:nvGrpSpPr>
          <p:cNvPr id="9017" name="belisar:muralwalk"/>
          <p:cNvGrpSpPr/>
          <p:nvPr/>
        </p:nvGrpSpPr>
        <p:grpSpPr>
          <a:xfrm>
            <a:off x="3747276" y="3432445"/>
            <a:ext cx="550053" cy="523099"/>
            <a:chOff x="3747276" y="3432445"/>
            <a:chExt cx="550053" cy="523099"/>
          </a:xfrm>
        </p:grpSpPr>
        <p:pic>
          <p:nvPicPr>
            <p:cNvPr id="9028" name="Picture 9027" descr="Belisar_MuralGallery.jpg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3747276" y="3432445"/>
              <a:ext cx="550053" cy="308029"/>
            </a:xfrm>
            <a:prstGeom prst="rect">
              <a:avLst/>
            </a:prstGeom>
          </p:spPr>
        </p:pic>
        <p:sp>
          <p:nvSpPr>
            <p:cNvPr id="9029" name="TextBox 9028"/>
            <p:cNvSpPr txBox="1"/>
            <p:nvPr/>
          </p:nvSpPr>
          <p:spPr>
            <a:xfrm>
              <a:off x="3747276" y="3740474"/>
              <a:ext cx="550053" cy="2150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717"/>
                <a:t>壁畫長廊
muralwalk</a:t>
              </a:r>
            </a:p>
          </p:txBody>
        </p:sp>
      </p:grpSp>
      <p:grpSp>
        <p:nvGrpSpPr>
          <p:cNvPr id="9018" name="belisar:stairwell"/>
          <p:cNvGrpSpPr/>
          <p:nvPr/>
        </p:nvGrpSpPr>
        <p:grpSpPr>
          <a:xfrm>
            <a:off x="6431532" y="3432445"/>
            <a:ext cx="550053" cy="523099"/>
            <a:chOff x="6431532" y="3432445"/>
            <a:chExt cx="550053" cy="523099"/>
          </a:xfrm>
        </p:grpSpPr>
        <p:pic>
          <p:nvPicPr>
            <p:cNvPr id="9030" name="Picture 9029" descr="Belisar_SpiralWell.jpg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6431532" y="3432445"/>
              <a:ext cx="550053" cy="308029"/>
            </a:xfrm>
            <a:prstGeom prst="rect">
              <a:avLst/>
            </a:prstGeom>
          </p:spPr>
        </p:pic>
        <p:sp>
          <p:nvSpPr>
            <p:cNvPr id="9031" name="TextBox 9030"/>
            <p:cNvSpPr txBox="1"/>
            <p:nvPr/>
          </p:nvSpPr>
          <p:spPr>
            <a:xfrm>
              <a:off x="6431532" y="3740474"/>
              <a:ext cx="550053" cy="2150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717"/>
                <a:t>旋梯井
stairwell</a:t>
              </a:r>
              <a:r>
                <a:rPr sz="617">
                  <a:solidFill>
                    <a:srgbClr val="C03020"/>
                  </a:solidFill>
                </a:rPr>
                <a:t>
休息處</a:t>
              </a:r>
            </a:p>
          </p:txBody>
        </p:sp>
      </p:grpSp>
      <p:grpSp>
        <p:nvGrpSpPr>
          <p:cNvPr id="9019" name="belisar:pillars"/>
          <p:cNvGrpSpPr/>
          <p:nvPr/>
        </p:nvGrpSpPr>
        <p:grpSpPr>
          <a:xfrm>
            <a:off x="7102596" y="3432445"/>
            <a:ext cx="550053" cy="523099"/>
            <a:chOff x="7102596" y="3432445"/>
            <a:chExt cx="550053" cy="523099"/>
          </a:xfrm>
        </p:grpSpPr>
        <p:pic>
          <p:nvPicPr>
            <p:cNvPr id="9032" name="Picture 9031" descr="Belisar_Cistern.jpg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7102596" y="3432445"/>
              <a:ext cx="550053" cy="308029"/>
            </a:xfrm>
            <a:prstGeom prst="rect">
              <a:avLst/>
            </a:prstGeom>
          </p:spPr>
        </p:pic>
        <p:sp>
          <p:nvSpPr>
            <p:cNvPr id="9033" name="TextBox 9032"/>
            <p:cNvSpPr txBox="1"/>
            <p:nvPr/>
          </p:nvSpPr>
          <p:spPr>
            <a:xfrm>
              <a:off x="7102596" y="3740474"/>
              <a:ext cx="550053" cy="2150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717"/>
                <a:t>千柱廳
pillars</a:t>
              </a:r>
            </a:p>
          </p:txBody>
        </p:sp>
      </p:grpSp>
      <p:grpSp>
        <p:nvGrpSpPr>
          <p:cNvPr id="9020" name="belisar:dragonrace"/>
          <p:cNvGrpSpPr/>
          <p:nvPr/>
        </p:nvGrpSpPr>
        <p:grpSpPr>
          <a:xfrm>
            <a:off x="7102596" y="2799336"/>
            <a:ext cx="550053" cy="523099"/>
            <a:chOff x="7102596" y="2799336"/>
            <a:chExt cx="550053" cy="523099"/>
          </a:xfrm>
        </p:grpSpPr>
        <p:pic>
          <p:nvPicPr>
            <p:cNvPr id="9034" name="Picture 9033" descr="Belisar_LionSpout.jpg"/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7102596" y="2799336"/>
              <a:ext cx="550053" cy="308029"/>
            </a:xfrm>
            <a:prstGeom prst="rect">
              <a:avLst/>
            </a:prstGeom>
          </p:spPr>
        </p:pic>
        <p:sp>
          <p:nvSpPr>
            <p:cNvPr id="9035" name="TextBox 9034"/>
            <p:cNvSpPr txBox="1"/>
            <p:nvPr/>
          </p:nvSpPr>
          <p:spPr>
            <a:xfrm>
              <a:off x="7102596" y="3107365"/>
              <a:ext cx="550053" cy="2150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717"/>
                <a:t>獅口水道
dragonrace</a:t>
              </a:r>
            </a:p>
          </p:txBody>
        </p:sp>
      </p:grpSp>
      <p:grpSp>
        <p:nvGrpSpPr>
          <p:cNvPr id="9021" name="belisar:draincliff"/>
          <p:cNvGrpSpPr/>
          <p:nvPr/>
        </p:nvGrpSpPr>
        <p:grpSpPr>
          <a:xfrm>
            <a:off x="7102596" y="2166227"/>
            <a:ext cx="550053" cy="523099"/>
            <a:chOff x="7102596" y="2166227"/>
            <a:chExt cx="550053" cy="523099"/>
          </a:xfrm>
        </p:grpSpPr>
        <p:pic>
          <p:nvPicPr>
            <p:cNvPr id="9036" name="Picture 9035" descr="Belisar_DrainCliff.jpg"/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7102596" y="2166227"/>
              <a:ext cx="550053" cy="308029"/>
            </a:xfrm>
            <a:prstGeom prst="rect">
              <a:avLst/>
            </a:prstGeom>
          </p:spPr>
        </p:pic>
        <p:sp>
          <p:nvSpPr>
            <p:cNvPr id="9037" name="TextBox 9036"/>
            <p:cNvSpPr txBox="1"/>
            <p:nvPr/>
          </p:nvSpPr>
          <p:spPr>
            <a:xfrm>
              <a:off x="7102596" y="2474256"/>
              <a:ext cx="550053" cy="2150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717"/>
                <a:t>排水崖口
draincliff</a:t>
              </a:r>
            </a:p>
          </p:txBody>
        </p:sp>
      </p:grpSp>
      <p:grpSp>
        <p:nvGrpSpPr>
          <p:cNvPr id="9022" name="belisar:incense"/>
          <p:cNvGrpSpPr/>
          <p:nvPr/>
        </p:nvGrpSpPr>
        <p:grpSpPr>
          <a:xfrm>
            <a:off x="4418340" y="2166227"/>
            <a:ext cx="550053" cy="523099"/>
            <a:chOff x="4418340" y="2166227"/>
            <a:chExt cx="550053" cy="523099"/>
          </a:xfrm>
        </p:grpSpPr>
        <p:pic>
          <p:nvPicPr>
            <p:cNvPr id="9038" name="Picture 9037" descr="Belisar_ChrismRoom.jpg"/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4418340" y="2166227"/>
              <a:ext cx="550053" cy="308029"/>
            </a:xfrm>
            <a:prstGeom prst="rect">
              <a:avLst/>
            </a:prstGeom>
          </p:spPr>
        </p:pic>
        <p:sp>
          <p:nvSpPr>
            <p:cNvPr id="9039" name="TextBox 9038"/>
            <p:cNvSpPr txBox="1"/>
            <p:nvPr/>
          </p:nvSpPr>
          <p:spPr>
            <a:xfrm>
              <a:off x="4418340" y="2474256"/>
              <a:ext cx="550053" cy="2150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717"/>
                <a:t>聖油室
incense</a:t>
              </a:r>
            </a:p>
          </p:txBody>
        </p:sp>
      </p:grpSp>
      <p:grpSp>
        <p:nvGrpSpPr>
          <p:cNvPr id="9023" name="belisar:bellroom"/>
          <p:cNvGrpSpPr/>
          <p:nvPr/>
        </p:nvGrpSpPr>
        <p:grpSpPr>
          <a:xfrm>
            <a:off x="6431532" y="2799336"/>
            <a:ext cx="550053" cy="523099"/>
            <a:chOff x="6431532" y="2799336"/>
            <a:chExt cx="550053" cy="523099"/>
          </a:xfrm>
        </p:grpSpPr>
        <p:pic>
          <p:nvPicPr>
            <p:cNvPr id="9040" name="Picture 9039" descr="Belisar_BellRoom.jpg"/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6431532" y="2799336"/>
              <a:ext cx="550053" cy="308029"/>
            </a:xfrm>
            <a:prstGeom prst="rect">
              <a:avLst/>
            </a:prstGeom>
          </p:spPr>
        </p:pic>
        <p:sp>
          <p:nvSpPr>
            <p:cNvPr id="9041" name="TextBox 9040"/>
            <p:cNvSpPr txBox="1"/>
            <p:nvPr/>
          </p:nvSpPr>
          <p:spPr>
            <a:xfrm>
              <a:off x="6431532" y="3107365"/>
              <a:ext cx="550053" cy="2150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717"/>
                <a:t>鐘室
bellroom</a:t>
              </a:r>
            </a:p>
          </p:txBody>
        </p:sp>
      </p:grpSp>
      <p:grpSp>
        <p:nvGrpSpPr>
          <p:cNvPr id="9024" name="belisar:drywell"/>
          <p:cNvGrpSpPr/>
          <p:nvPr/>
        </p:nvGrpSpPr>
        <p:grpSpPr>
          <a:xfrm>
            <a:off x="3076212" y="2799336"/>
            <a:ext cx="550053" cy="523099"/>
            <a:chOff x="3076212" y="2799336"/>
            <a:chExt cx="550053" cy="523099"/>
          </a:xfrm>
        </p:grpSpPr>
        <p:pic>
          <p:nvPicPr>
            <p:cNvPr id="9042" name="Picture 9041" descr="Belisar_DryWell.jpg"/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3076212" y="2799336"/>
              <a:ext cx="550053" cy="308029"/>
            </a:xfrm>
            <a:prstGeom prst="rect">
              <a:avLst/>
            </a:prstGeom>
          </p:spPr>
        </p:pic>
        <p:sp>
          <p:nvSpPr>
            <p:cNvPr id="9043" name="TextBox 9042"/>
            <p:cNvSpPr txBox="1"/>
            <p:nvPr/>
          </p:nvSpPr>
          <p:spPr>
            <a:xfrm>
              <a:off x="3076212" y="3107365"/>
              <a:ext cx="550053" cy="2150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717"/>
                <a:t>枯井底
drywell</a:t>
              </a:r>
            </a:p>
          </p:txBody>
        </p:sp>
      </p:grpSp>
      <p:grpSp>
        <p:nvGrpSpPr>
          <p:cNvPr id="9025" name="belisar:forge"/>
          <p:cNvGrpSpPr/>
          <p:nvPr/>
        </p:nvGrpSpPr>
        <p:grpSpPr>
          <a:xfrm>
            <a:off x="3747276" y="2799336"/>
            <a:ext cx="550053" cy="523099"/>
            <a:chOff x="3747276" y="2799336"/>
            <a:chExt cx="550053" cy="523099"/>
          </a:xfrm>
        </p:grpSpPr>
        <p:pic>
          <p:nvPicPr>
            <p:cNvPr id="9044" name="Picture 9043" descr="Belisar_Forge.jpg"/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3747276" y="2799336"/>
              <a:ext cx="550053" cy="308029"/>
            </a:xfrm>
            <a:prstGeom prst="rect">
              <a:avLst/>
            </a:prstGeom>
          </p:spPr>
        </p:pic>
        <p:sp>
          <p:nvSpPr>
            <p:cNvPr id="9045" name="TextBox 9044"/>
            <p:cNvSpPr txBox="1"/>
            <p:nvPr/>
          </p:nvSpPr>
          <p:spPr>
            <a:xfrm>
              <a:off x="3747276" y="3107365"/>
              <a:ext cx="550053" cy="2150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717"/>
                <a:t>兵器工坊
forge</a:t>
              </a:r>
              <a:r>
                <a:rPr sz="617">
                  <a:solidFill>
                    <a:srgbClr val="C03020"/>
                  </a:solidFill>
                </a:rPr>
                <a:t>
休息處</a:t>
              </a:r>
            </a:p>
          </p:txBody>
        </p:sp>
      </p:grpSp>
      <p:grpSp>
        <p:nvGrpSpPr>
          <p:cNvPr id="9026" name="belisar:trihall"/>
          <p:cNvGrpSpPr/>
          <p:nvPr/>
        </p:nvGrpSpPr>
        <p:grpSpPr>
          <a:xfrm>
            <a:off x="4418340" y="2799336"/>
            <a:ext cx="550053" cy="523099"/>
            <a:chOff x="4418340" y="2799336"/>
            <a:chExt cx="550053" cy="523099"/>
          </a:xfrm>
        </p:grpSpPr>
        <p:pic>
          <p:nvPicPr>
            <p:cNvPr id="9046" name="Picture 9045" descr="Belisar_TriArch.jpg"/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4418340" y="2799336"/>
              <a:ext cx="550053" cy="308029"/>
            </a:xfrm>
            <a:prstGeom prst="rect">
              <a:avLst/>
            </a:prstGeom>
          </p:spPr>
        </p:pic>
        <p:sp>
          <p:nvSpPr>
            <p:cNvPr id="9047" name="TextBox 9046"/>
            <p:cNvSpPr txBox="1"/>
            <p:nvPr/>
          </p:nvSpPr>
          <p:spPr>
            <a:xfrm>
              <a:off x="4418340" y="3107365"/>
              <a:ext cx="550053" cy="2150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717"/>
                <a:t>三拱廳
trihall</a:t>
              </a:r>
            </a:p>
          </p:txBody>
        </p:sp>
      </p:grpSp>
      <p:grpSp>
        <p:nvGrpSpPr>
          <p:cNvPr id="9027" name="belisar:waterjail"/>
          <p:cNvGrpSpPr/>
          <p:nvPr/>
        </p:nvGrpSpPr>
        <p:grpSpPr>
          <a:xfrm>
            <a:off x="7102596" y="4065554"/>
            <a:ext cx="550053" cy="523099"/>
            <a:chOff x="7102596" y="4065554"/>
            <a:chExt cx="550053" cy="523099"/>
          </a:xfrm>
        </p:grpSpPr>
        <p:pic>
          <p:nvPicPr>
            <p:cNvPr id="9048" name="Picture 9047" descr="Belisar_WaterJail.jpg"/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7102596" y="4065554"/>
              <a:ext cx="550053" cy="308029"/>
            </a:xfrm>
            <a:prstGeom prst="rect">
              <a:avLst/>
            </a:prstGeom>
          </p:spPr>
        </p:pic>
        <p:sp>
          <p:nvSpPr>
            <p:cNvPr id="9049" name="TextBox 9048"/>
            <p:cNvSpPr txBox="1"/>
            <p:nvPr/>
          </p:nvSpPr>
          <p:spPr>
            <a:xfrm>
              <a:off x="7102596" y="4373583"/>
              <a:ext cx="550053" cy="2150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717"/>
                <a:t>水牢
waterjail</a:t>
              </a:r>
            </a:p>
          </p:txBody>
        </p:sp>
      </p:grpSp>
      <p:grpSp>
        <p:nvGrpSpPr>
          <p:cNvPr id="9028" name="belisar:bonerack"/>
          <p:cNvGrpSpPr/>
          <p:nvPr/>
        </p:nvGrpSpPr>
        <p:grpSpPr>
          <a:xfrm>
            <a:off x="7773660" y="4065554"/>
            <a:ext cx="550053" cy="523099"/>
            <a:chOff x="7773660" y="4065554"/>
            <a:chExt cx="550053" cy="523099"/>
          </a:xfrm>
        </p:grpSpPr>
        <p:pic>
          <p:nvPicPr>
            <p:cNvPr id="9050" name="Picture 9049" descr="Belisar_Sarcophagi.jpg"/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7773660" y="4065554"/>
              <a:ext cx="550053" cy="308029"/>
            </a:xfrm>
            <a:prstGeom prst="rect">
              <a:avLst/>
            </a:prstGeom>
          </p:spPr>
        </p:pic>
        <p:sp>
          <p:nvSpPr>
            <p:cNvPr id="9051" name="TextBox 9050"/>
            <p:cNvSpPr txBox="1"/>
            <p:nvPr/>
          </p:nvSpPr>
          <p:spPr>
            <a:xfrm>
              <a:off x="7773660" y="4373583"/>
              <a:ext cx="550053" cy="2150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717"/>
                <a:t>石棺廊
bonerack</a:t>
              </a:r>
            </a:p>
          </p:txBody>
        </p:sp>
      </p:grpSp>
      <p:grpSp>
        <p:nvGrpSpPr>
          <p:cNvPr id="9029" name="belisar:wardtomb"/>
          <p:cNvGrpSpPr/>
          <p:nvPr/>
        </p:nvGrpSpPr>
        <p:grpSpPr>
          <a:xfrm>
            <a:off x="7773660" y="3432445"/>
            <a:ext cx="550053" cy="523099"/>
            <a:chOff x="7773660" y="3432445"/>
            <a:chExt cx="550053" cy="523099"/>
          </a:xfrm>
        </p:grpSpPr>
        <p:pic>
          <p:nvPicPr>
            <p:cNvPr id="9052" name="Picture 9051" descr="Belisar_GuardTomb.jpg"/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>
              <a:off x="7773660" y="3432445"/>
              <a:ext cx="550053" cy="308029"/>
            </a:xfrm>
            <a:prstGeom prst="rect">
              <a:avLst/>
            </a:prstGeom>
          </p:spPr>
        </p:pic>
        <p:sp>
          <p:nvSpPr>
            <p:cNvPr id="9053" name="TextBox 9052"/>
            <p:cNvSpPr txBox="1"/>
            <p:nvPr/>
          </p:nvSpPr>
          <p:spPr>
            <a:xfrm>
              <a:off x="7773660" y="3740474"/>
              <a:ext cx="550053" cy="2150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717"/>
                <a:t>近衛墓室
wardtomb</a:t>
              </a:r>
            </a:p>
          </p:txBody>
        </p:sp>
      </p:grpSp>
      <p:grpSp>
        <p:nvGrpSpPr>
          <p:cNvPr id="9030" name="belisar:culvert"/>
          <p:cNvGrpSpPr/>
          <p:nvPr/>
        </p:nvGrpSpPr>
        <p:grpSpPr>
          <a:xfrm>
            <a:off x="5760468" y="3432445"/>
            <a:ext cx="550053" cy="523099"/>
            <a:chOff x="5760468" y="3432445"/>
            <a:chExt cx="550053" cy="523099"/>
          </a:xfrm>
        </p:grpSpPr>
        <p:pic>
          <p:nvPicPr>
            <p:cNvPr id="9054" name="Picture 9053" descr="Belisar_Culvert.jpg"/>
            <p:cNvPicPr>
              <a:picLocks noChangeAspect="1"/>
            </p:cNvPicPr>
            <p:nvPr/>
          </p:nvPicPr>
          <p:blipFill>
            <a:blip r:embed="rId27"/>
            <a:stretch>
              <a:fillRect/>
            </a:stretch>
          </p:blipFill>
          <p:spPr>
            <a:xfrm>
              <a:off x="5760468" y="3432445"/>
              <a:ext cx="550053" cy="308029"/>
            </a:xfrm>
            <a:prstGeom prst="rect">
              <a:avLst/>
            </a:prstGeom>
          </p:spPr>
        </p:pic>
        <p:sp>
          <p:nvSpPr>
            <p:cNvPr id="9055" name="TextBox 9054"/>
            <p:cNvSpPr txBox="1"/>
            <p:nvPr/>
          </p:nvSpPr>
          <p:spPr>
            <a:xfrm>
              <a:off x="5760468" y="3740474"/>
              <a:ext cx="550053" cy="2150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717"/>
                <a:t>暗渠
culvert</a:t>
              </a:r>
            </a:p>
          </p:txBody>
        </p:sp>
      </p:grpSp>
      <p:grpSp>
        <p:nvGrpSpPr>
          <p:cNvPr id="9031" name="belisar:mirrorway"/>
          <p:cNvGrpSpPr/>
          <p:nvPr/>
        </p:nvGrpSpPr>
        <p:grpSpPr>
          <a:xfrm>
            <a:off x="8444724" y="4698663"/>
            <a:ext cx="550053" cy="523099"/>
            <a:chOff x="8444724" y="4698663"/>
            <a:chExt cx="550053" cy="523099"/>
          </a:xfrm>
        </p:grpSpPr>
        <p:pic>
          <p:nvPicPr>
            <p:cNvPr id="9056" name="Picture 9055" descr="Belisar_MirrorWalk.jpg"/>
            <p:cNvPicPr>
              <a:picLocks noChangeAspect="1"/>
            </p:cNvPicPr>
            <p:nvPr/>
          </p:nvPicPr>
          <p:blipFill>
            <a:blip r:embed="rId28"/>
            <a:stretch>
              <a:fillRect/>
            </a:stretch>
          </p:blipFill>
          <p:spPr>
            <a:xfrm>
              <a:off x="8444724" y="4698663"/>
              <a:ext cx="550053" cy="308029"/>
            </a:xfrm>
            <a:prstGeom prst="rect">
              <a:avLst/>
            </a:prstGeom>
          </p:spPr>
        </p:pic>
        <p:sp>
          <p:nvSpPr>
            <p:cNvPr id="9057" name="TextBox 9056"/>
            <p:cNvSpPr txBox="1"/>
            <p:nvPr/>
          </p:nvSpPr>
          <p:spPr>
            <a:xfrm>
              <a:off x="8444724" y="5006692"/>
              <a:ext cx="550053" cy="2150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717"/>
                <a:t>鏡廊
mirrorway</a:t>
              </a:r>
            </a:p>
          </p:txBody>
        </p:sp>
      </p:grpSp>
      <p:grpSp>
        <p:nvGrpSpPr>
          <p:cNvPr id="9032" name="belisar:cages"/>
          <p:cNvGrpSpPr/>
          <p:nvPr/>
        </p:nvGrpSpPr>
        <p:grpSpPr>
          <a:xfrm>
            <a:off x="5089404" y="4065554"/>
            <a:ext cx="550053" cy="523099"/>
            <a:chOff x="5089404" y="4065554"/>
            <a:chExt cx="550053" cy="523099"/>
          </a:xfrm>
        </p:grpSpPr>
        <p:pic>
          <p:nvPicPr>
            <p:cNvPr id="9058" name="Picture 9057" descr="Belisar_Cages.jpg"/>
            <p:cNvPicPr>
              <a:picLocks noChangeAspect="1"/>
            </p:cNvPicPr>
            <p:nvPr/>
          </p:nvPicPr>
          <p:blipFill>
            <a:blip r:embed="rId29"/>
            <a:stretch>
              <a:fillRect/>
            </a:stretch>
          </p:blipFill>
          <p:spPr>
            <a:xfrm>
              <a:off x="5089404" y="4065554"/>
              <a:ext cx="550053" cy="308029"/>
            </a:xfrm>
            <a:prstGeom prst="rect">
              <a:avLst/>
            </a:prstGeom>
          </p:spPr>
        </p:pic>
        <p:sp>
          <p:nvSpPr>
            <p:cNvPr id="9059" name="TextBox 9058"/>
            <p:cNvSpPr txBox="1"/>
            <p:nvPr/>
          </p:nvSpPr>
          <p:spPr>
            <a:xfrm>
              <a:off x="5089404" y="4373583"/>
              <a:ext cx="550053" cy="2150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717"/>
                <a:t>獸欄
cages</a:t>
              </a:r>
            </a:p>
          </p:txBody>
        </p:sp>
      </p:grpSp>
      <p:grpSp>
        <p:nvGrpSpPr>
          <p:cNvPr id="9033" name="belisar:oldtomb"/>
          <p:cNvGrpSpPr/>
          <p:nvPr/>
        </p:nvGrpSpPr>
        <p:grpSpPr>
          <a:xfrm>
            <a:off x="5760468" y="4065554"/>
            <a:ext cx="550053" cy="523099"/>
            <a:chOff x="5760468" y="4065554"/>
            <a:chExt cx="550053" cy="523099"/>
          </a:xfrm>
        </p:grpSpPr>
        <p:pic>
          <p:nvPicPr>
            <p:cNvPr id="9060" name="Picture 9059" descr="Belisar_Catacomb.jpg"/>
            <p:cNvPicPr>
              <a:picLocks noChangeAspect="1"/>
            </p:cNvPicPr>
            <p:nvPr/>
          </p:nvPicPr>
          <p:blipFill>
            <a:blip r:embed="rId30"/>
            <a:stretch>
              <a:fillRect/>
            </a:stretch>
          </p:blipFill>
          <p:spPr>
            <a:xfrm>
              <a:off x="5760468" y="4065554"/>
              <a:ext cx="550053" cy="308029"/>
            </a:xfrm>
            <a:prstGeom prst="rect">
              <a:avLst/>
            </a:prstGeom>
          </p:spPr>
        </p:pic>
        <p:sp>
          <p:nvSpPr>
            <p:cNvPr id="9061" name="TextBox 9060"/>
            <p:cNvSpPr txBox="1"/>
            <p:nvPr/>
          </p:nvSpPr>
          <p:spPr>
            <a:xfrm>
              <a:off x="5760468" y="4373583"/>
              <a:ext cx="550053" cy="2150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717"/>
                <a:t>地下墓道
oldtomb</a:t>
              </a:r>
            </a:p>
          </p:txBody>
        </p:sp>
      </p:grpSp>
      <p:grpSp>
        <p:nvGrpSpPr>
          <p:cNvPr id="9034" name="belisar:capstan"/>
          <p:cNvGrpSpPr/>
          <p:nvPr/>
        </p:nvGrpSpPr>
        <p:grpSpPr>
          <a:xfrm>
            <a:off x="6431532" y="4065554"/>
            <a:ext cx="550053" cy="523099"/>
            <a:chOff x="6431532" y="4065554"/>
            <a:chExt cx="550053" cy="523099"/>
          </a:xfrm>
        </p:grpSpPr>
        <p:pic>
          <p:nvPicPr>
            <p:cNvPr id="9062" name="Picture 9061" descr="Belisar_Capstan.jpg"/>
            <p:cNvPicPr>
              <a:picLocks noChangeAspect="1"/>
            </p:cNvPicPr>
            <p:nvPr/>
          </p:nvPicPr>
          <p:blipFill>
            <a:blip r:embed="rId31"/>
            <a:stretch>
              <a:fillRect/>
            </a:stretch>
          </p:blipFill>
          <p:spPr>
            <a:xfrm>
              <a:off x="6431532" y="4065554"/>
              <a:ext cx="550053" cy="308029"/>
            </a:xfrm>
            <a:prstGeom prst="rect">
              <a:avLst/>
            </a:prstGeom>
          </p:spPr>
        </p:pic>
        <p:sp>
          <p:nvSpPr>
            <p:cNvPr id="9063" name="TextBox 9062"/>
            <p:cNvSpPr txBox="1"/>
            <p:nvPr/>
          </p:nvSpPr>
          <p:spPr>
            <a:xfrm>
              <a:off x="6431532" y="4373583"/>
              <a:ext cx="550053" cy="2150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717"/>
                <a:t>絞盤室
capstan</a:t>
              </a:r>
            </a:p>
          </p:txBody>
        </p:sp>
      </p:grpSp>
      <p:grpSp>
        <p:nvGrpSpPr>
          <p:cNvPr id="9035" name="belisar:candlewalk"/>
          <p:cNvGrpSpPr/>
          <p:nvPr/>
        </p:nvGrpSpPr>
        <p:grpSpPr>
          <a:xfrm>
            <a:off x="7773660" y="4698663"/>
            <a:ext cx="550053" cy="523099"/>
            <a:chOff x="7773660" y="4698663"/>
            <a:chExt cx="550053" cy="523099"/>
          </a:xfrm>
        </p:grpSpPr>
        <p:pic>
          <p:nvPicPr>
            <p:cNvPr id="9064" name="Picture 9063" descr="Belisar_CandleWalk.jpg"/>
            <p:cNvPicPr>
              <a:picLocks noChangeAspect="1"/>
            </p:cNvPicPr>
            <p:nvPr/>
          </p:nvPicPr>
          <p:blipFill>
            <a:blip r:embed="rId32"/>
            <a:stretch>
              <a:fillRect/>
            </a:stretch>
          </p:blipFill>
          <p:spPr>
            <a:xfrm>
              <a:off x="7773660" y="4698663"/>
              <a:ext cx="550053" cy="308029"/>
            </a:xfrm>
            <a:prstGeom prst="rect">
              <a:avLst/>
            </a:prstGeom>
          </p:spPr>
        </p:pic>
        <p:sp>
          <p:nvSpPr>
            <p:cNvPr id="9065" name="TextBox 9064"/>
            <p:cNvSpPr txBox="1"/>
            <p:nvPr/>
          </p:nvSpPr>
          <p:spPr>
            <a:xfrm>
              <a:off x="7773660" y="5006692"/>
              <a:ext cx="550053" cy="2150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717"/>
                <a:t>燭廊
candlewalk</a:t>
              </a:r>
            </a:p>
          </p:txBody>
        </p:sp>
      </p:grpSp>
      <p:grpSp>
        <p:nvGrpSpPr>
          <p:cNvPr id="9036" name="belisar:stelae"/>
          <p:cNvGrpSpPr/>
          <p:nvPr/>
        </p:nvGrpSpPr>
        <p:grpSpPr>
          <a:xfrm>
            <a:off x="5760468" y="4698663"/>
            <a:ext cx="550053" cy="523099"/>
            <a:chOff x="5760468" y="4698663"/>
            <a:chExt cx="550053" cy="523099"/>
          </a:xfrm>
        </p:grpSpPr>
        <p:pic>
          <p:nvPicPr>
            <p:cNvPr id="9066" name="Picture 9065" descr="Belisar_SteleWalk.jpg"/>
            <p:cNvPicPr>
              <a:picLocks noChangeAspect="1"/>
            </p:cNvPicPr>
            <p:nvPr/>
          </p:nvPicPr>
          <p:blipFill>
            <a:blip r:embed="rId33"/>
            <a:stretch>
              <a:fillRect/>
            </a:stretch>
          </p:blipFill>
          <p:spPr>
            <a:xfrm>
              <a:off x="5760468" y="4698663"/>
              <a:ext cx="550053" cy="308029"/>
            </a:xfrm>
            <a:prstGeom prst="rect">
              <a:avLst/>
            </a:prstGeom>
          </p:spPr>
        </p:pic>
        <p:sp>
          <p:nvSpPr>
            <p:cNvPr id="9067" name="TextBox 9066"/>
            <p:cNvSpPr txBox="1"/>
            <p:nvPr/>
          </p:nvSpPr>
          <p:spPr>
            <a:xfrm>
              <a:off x="5760468" y="5006692"/>
              <a:ext cx="550053" cy="2150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717"/>
                <a:t>銘碑廊
stelae</a:t>
              </a:r>
            </a:p>
          </p:txBody>
        </p:sp>
      </p:grpSp>
      <p:grpSp>
        <p:nvGrpSpPr>
          <p:cNvPr id="9037" name="belisar:stephall"/>
          <p:cNvGrpSpPr/>
          <p:nvPr/>
        </p:nvGrpSpPr>
        <p:grpSpPr>
          <a:xfrm>
            <a:off x="6431532" y="4698663"/>
            <a:ext cx="550053" cy="523099"/>
            <a:chOff x="6431532" y="4698663"/>
            <a:chExt cx="550053" cy="523099"/>
          </a:xfrm>
        </p:grpSpPr>
        <p:pic>
          <p:nvPicPr>
            <p:cNvPr id="9068" name="Picture 9067" descr="Belisar_StairHall.jpg"/>
            <p:cNvPicPr>
              <a:picLocks noChangeAspect="1"/>
            </p:cNvPicPr>
            <p:nvPr/>
          </p:nvPicPr>
          <p:blipFill>
            <a:blip r:embed="rId34"/>
            <a:stretch>
              <a:fillRect/>
            </a:stretch>
          </p:blipFill>
          <p:spPr>
            <a:xfrm>
              <a:off x="6431532" y="4698663"/>
              <a:ext cx="550053" cy="308029"/>
            </a:xfrm>
            <a:prstGeom prst="rect">
              <a:avLst/>
            </a:prstGeom>
          </p:spPr>
        </p:pic>
        <p:sp>
          <p:nvSpPr>
            <p:cNvPr id="9069" name="TextBox 9068"/>
            <p:cNvSpPr txBox="1"/>
            <p:nvPr/>
          </p:nvSpPr>
          <p:spPr>
            <a:xfrm>
              <a:off x="6431532" y="5006692"/>
              <a:ext cx="550053" cy="2150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717"/>
                <a:t>階梯大廳
stephall</a:t>
              </a:r>
            </a:p>
          </p:txBody>
        </p:sp>
      </p:grpSp>
      <p:grpSp>
        <p:nvGrpSpPr>
          <p:cNvPr id="9038" name="belisar:floodway"/>
          <p:cNvGrpSpPr/>
          <p:nvPr/>
        </p:nvGrpSpPr>
        <p:grpSpPr>
          <a:xfrm>
            <a:off x="7102596" y="4698663"/>
            <a:ext cx="550053" cy="523099"/>
            <a:chOff x="7102596" y="4698663"/>
            <a:chExt cx="550053" cy="523099"/>
          </a:xfrm>
        </p:grpSpPr>
        <p:pic>
          <p:nvPicPr>
            <p:cNvPr id="9070" name="Picture 9069" descr="Belisar_Floodway.jpg"/>
            <p:cNvPicPr>
              <a:picLocks noChangeAspect="1"/>
            </p:cNvPicPr>
            <p:nvPr/>
          </p:nvPicPr>
          <p:blipFill>
            <a:blip r:embed="rId35"/>
            <a:stretch>
              <a:fillRect/>
            </a:stretch>
          </p:blipFill>
          <p:spPr>
            <a:xfrm>
              <a:off x="7102596" y="4698663"/>
              <a:ext cx="550053" cy="308029"/>
            </a:xfrm>
            <a:prstGeom prst="rect">
              <a:avLst/>
            </a:prstGeom>
          </p:spPr>
        </p:pic>
        <p:sp>
          <p:nvSpPr>
            <p:cNvPr id="9071" name="TextBox 9070"/>
            <p:cNvSpPr txBox="1"/>
            <p:nvPr/>
          </p:nvSpPr>
          <p:spPr>
            <a:xfrm>
              <a:off x="7102596" y="5006692"/>
              <a:ext cx="550053" cy="2150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717"/>
                <a:t>積水甬道
floodway</a:t>
              </a:r>
            </a:p>
          </p:txBody>
        </p:sp>
      </p:grpSp>
      <p:grpSp>
        <p:nvGrpSpPr>
          <p:cNvPr id="9039" name="belisar:foyer"/>
          <p:cNvGrpSpPr/>
          <p:nvPr/>
        </p:nvGrpSpPr>
        <p:grpSpPr>
          <a:xfrm>
            <a:off x="6431532" y="5331772"/>
            <a:ext cx="550053" cy="523099"/>
            <a:chOff x="6431532" y="5331772"/>
            <a:chExt cx="550053" cy="523099"/>
          </a:xfrm>
        </p:grpSpPr>
        <p:pic>
          <p:nvPicPr>
            <p:cNvPr id="9072" name="Picture 9071" descr="Belisar_Foyer.jpg"/>
            <p:cNvPicPr>
              <a:picLocks noChangeAspect="1"/>
            </p:cNvPicPr>
            <p:nvPr/>
          </p:nvPicPr>
          <p:blipFill>
            <a:blip r:embed="rId36"/>
            <a:stretch>
              <a:fillRect/>
            </a:stretch>
          </p:blipFill>
          <p:spPr>
            <a:xfrm>
              <a:off x="6431532" y="5331772"/>
              <a:ext cx="550053" cy="308029"/>
            </a:xfrm>
            <a:prstGeom prst="rect">
              <a:avLst/>
            </a:prstGeom>
          </p:spPr>
        </p:pic>
        <p:sp>
          <p:nvSpPr>
            <p:cNvPr id="9073" name="TextBox 9072"/>
            <p:cNvSpPr txBox="1"/>
            <p:nvPr/>
          </p:nvSpPr>
          <p:spPr>
            <a:xfrm>
              <a:off x="6431532" y="5639801"/>
              <a:ext cx="550053" cy="2150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717"/>
                <a:t>前廳
foyer</a:t>
              </a:r>
              <a:r>
                <a:rPr sz="617">
                  <a:solidFill>
                    <a:srgbClr val="C03020"/>
                  </a:solidFill>
                </a:rPr>
                <a:t>
休息處</a:t>
              </a:r>
            </a:p>
          </p:txBody>
        </p:sp>
      </p:grpSp>
      <p:grpSp>
        <p:nvGrpSpPr>
          <p:cNvPr id="9040" name="belisar:entrance"/>
          <p:cNvGrpSpPr/>
          <p:nvPr/>
        </p:nvGrpSpPr>
        <p:grpSpPr>
          <a:xfrm>
            <a:off x="6431532" y="5964881"/>
            <a:ext cx="550053" cy="523099"/>
            <a:chOff x="6431532" y="5964881"/>
            <a:chExt cx="550053" cy="523099"/>
          </a:xfrm>
        </p:grpSpPr>
        <p:pic>
          <p:nvPicPr>
            <p:cNvPr id="9074" name="Picture 9073" descr="Belisar_GreatCourt.jpg"/>
            <p:cNvPicPr>
              <a:picLocks noChangeAspect="1"/>
            </p:cNvPicPr>
            <p:nvPr/>
          </p:nvPicPr>
          <p:blipFill>
            <a:blip r:embed="rId37"/>
            <a:stretch>
              <a:fillRect/>
            </a:stretch>
          </p:blipFill>
          <p:spPr>
            <a:xfrm>
              <a:off x="6431532" y="5964881"/>
              <a:ext cx="550053" cy="308029"/>
            </a:xfrm>
            <a:prstGeom prst="rect">
              <a:avLst/>
            </a:prstGeom>
          </p:spPr>
        </p:pic>
        <p:sp>
          <p:nvSpPr>
            <p:cNvPr id="9075" name="TextBox 9074"/>
            <p:cNvSpPr txBox="1"/>
            <p:nvPr/>
          </p:nvSpPr>
          <p:spPr>
            <a:xfrm>
              <a:off x="6431532" y="6272910"/>
              <a:ext cx="550053" cy="2150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717"/>
                <a:t>古城中庭
entrance</a:t>
              </a:r>
              <a:r>
                <a:rPr sz="617">
                  <a:solidFill>
                    <a:srgbClr val="C03020"/>
                  </a:solidFill>
                </a:rPr>
                <a:t>
入口</a:t>
              </a:r>
            </a:p>
          </p:txBody>
        </p:sp>
      </p:grpSp>
      <p:grpSp>
        <p:nvGrpSpPr>
          <p:cNvPr id="9041" name="belisar:altar"/>
          <p:cNvGrpSpPr/>
          <p:nvPr/>
        </p:nvGrpSpPr>
        <p:grpSpPr>
          <a:xfrm>
            <a:off x="7102596" y="5331772"/>
            <a:ext cx="550053" cy="523099"/>
            <a:chOff x="7102596" y="5331772"/>
            <a:chExt cx="550053" cy="523099"/>
          </a:xfrm>
        </p:grpSpPr>
        <p:pic>
          <p:nvPicPr>
            <p:cNvPr id="9076" name="Picture 9075" descr="Belisar_OldAltar.jpg"/>
            <p:cNvPicPr>
              <a:picLocks noChangeAspect="1"/>
            </p:cNvPicPr>
            <p:nvPr/>
          </p:nvPicPr>
          <p:blipFill>
            <a:blip r:embed="rId38"/>
            <a:stretch>
              <a:fillRect/>
            </a:stretch>
          </p:blipFill>
          <p:spPr>
            <a:xfrm>
              <a:off x="7102596" y="5331772"/>
              <a:ext cx="550053" cy="308029"/>
            </a:xfrm>
            <a:prstGeom prst="rect">
              <a:avLst/>
            </a:prstGeom>
          </p:spPr>
        </p:pic>
        <p:sp>
          <p:nvSpPr>
            <p:cNvPr id="9077" name="TextBox 9076"/>
            <p:cNvSpPr txBox="1"/>
            <p:nvPr/>
          </p:nvSpPr>
          <p:spPr>
            <a:xfrm>
              <a:off x="7102596" y="5639801"/>
              <a:ext cx="550053" cy="2150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717"/>
                <a:t>古代祭壇
altar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9104" name="Connector 9103"/>
          <p:cNvCxnSpPr>
            <a:stCxn id="9066" idx="0"/>
            <a:endCxn id="9068" idx="0"/>
          </p:cNvCxnSpPr>
          <p:nvPr/>
        </p:nvCxnSpPr>
        <p:spPr>
          <a:xfrm flipV="1">
            <a:off x="5044026" y="900000"/>
            <a:ext cx="0" cy="509029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03" name="Connector 9102"/>
          <p:cNvCxnSpPr>
            <a:stCxn id="9064" idx="0"/>
            <a:endCxn id="9066" idx="0"/>
          </p:cNvCxnSpPr>
          <p:nvPr/>
        </p:nvCxnSpPr>
        <p:spPr>
          <a:xfrm flipH="1">
            <a:off x="5044026" y="1409029"/>
            <a:ext cx="503297" cy="0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02" name="Connector 9101"/>
          <p:cNvCxnSpPr>
            <a:stCxn id="9064" idx="0"/>
            <a:endCxn id="9070" idx="0"/>
          </p:cNvCxnSpPr>
          <p:nvPr/>
        </p:nvCxnSpPr>
        <p:spPr>
          <a:xfrm flipV="1">
            <a:off x="5547323" y="900000"/>
            <a:ext cx="0" cy="509029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01" name="Connector 9100"/>
          <p:cNvCxnSpPr>
            <a:stCxn id="9062" idx="0"/>
            <a:endCxn id="9064" idx="0"/>
          </p:cNvCxnSpPr>
          <p:nvPr/>
        </p:nvCxnSpPr>
        <p:spPr>
          <a:xfrm flipV="1">
            <a:off x="5547323" y="1409029"/>
            <a:ext cx="0" cy="509029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00" name="Connector 9099"/>
          <p:cNvCxnSpPr>
            <a:stCxn id="9060" idx="0"/>
            <a:endCxn id="9062" idx="0"/>
          </p:cNvCxnSpPr>
          <p:nvPr/>
        </p:nvCxnSpPr>
        <p:spPr>
          <a:xfrm flipV="1">
            <a:off x="5547323" y="1918058"/>
            <a:ext cx="0" cy="509029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99" name="Connector 9098"/>
          <p:cNvCxnSpPr>
            <a:stCxn id="9058" idx="0"/>
            <a:endCxn id="9060" idx="0"/>
          </p:cNvCxnSpPr>
          <p:nvPr/>
        </p:nvCxnSpPr>
        <p:spPr>
          <a:xfrm flipV="1">
            <a:off x="5547323" y="2427087"/>
            <a:ext cx="0" cy="509029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98" name="Connector 9097"/>
          <p:cNvCxnSpPr>
            <a:stCxn id="9056" idx="0"/>
            <a:endCxn id="9058" idx="0"/>
          </p:cNvCxnSpPr>
          <p:nvPr/>
        </p:nvCxnSpPr>
        <p:spPr>
          <a:xfrm flipH="1">
            <a:off x="5547323" y="2936116"/>
            <a:ext cx="503297" cy="0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97" name="Connector 9096"/>
          <p:cNvCxnSpPr>
            <a:stCxn id="9052" idx="0"/>
            <a:endCxn id="9054" idx="0"/>
          </p:cNvCxnSpPr>
          <p:nvPr/>
        </p:nvCxnSpPr>
        <p:spPr>
          <a:xfrm flipV="1">
            <a:off x="7057214" y="2936116"/>
            <a:ext cx="0" cy="509029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96" name="Connector 9095"/>
          <p:cNvCxnSpPr>
            <a:stCxn id="9050" idx="0"/>
            <a:endCxn id="9052" idx="0"/>
          </p:cNvCxnSpPr>
          <p:nvPr/>
        </p:nvCxnSpPr>
        <p:spPr>
          <a:xfrm>
            <a:off x="6553917" y="3445145"/>
            <a:ext cx="503297" cy="0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95" name="Connector 9094"/>
          <p:cNvCxnSpPr>
            <a:stCxn id="9048" idx="0"/>
            <a:endCxn id="9050" idx="0"/>
          </p:cNvCxnSpPr>
          <p:nvPr/>
        </p:nvCxnSpPr>
        <p:spPr>
          <a:xfrm>
            <a:off x="6050620" y="3445145"/>
            <a:ext cx="503297" cy="0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94" name="Connector 9093"/>
          <p:cNvCxnSpPr>
            <a:stCxn id="9048" idx="0"/>
            <a:endCxn id="9056" idx="0"/>
          </p:cNvCxnSpPr>
          <p:nvPr/>
        </p:nvCxnSpPr>
        <p:spPr>
          <a:xfrm flipV="1">
            <a:off x="6050620" y="2936116"/>
            <a:ext cx="0" cy="509029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93" name="Connector 9092"/>
          <p:cNvCxnSpPr>
            <a:stCxn id="9044" idx="0"/>
            <a:endCxn id="9048" idx="0"/>
          </p:cNvCxnSpPr>
          <p:nvPr/>
        </p:nvCxnSpPr>
        <p:spPr>
          <a:xfrm>
            <a:off x="5547323" y="3445145"/>
            <a:ext cx="503297" cy="0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92" name="Connector 9091"/>
          <p:cNvCxnSpPr>
            <a:stCxn id="9044" idx="0"/>
            <a:endCxn id="9046" idx="0"/>
          </p:cNvCxnSpPr>
          <p:nvPr/>
        </p:nvCxnSpPr>
        <p:spPr>
          <a:xfrm>
            <a:off x="5547323" y="3445145"/>
            <a:ext cx="0" cy="509029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91" name="Connector 9090"/>
          <p:cNvCxnSpPr>
            <a:stCxn id="9040" idx="0"/>
            <a:endCxn id="9044" idx="0"/>
          </p:cNvCxnSpPr>
          <p:nvPr/>
        </p:nvCxnSpPr>
        <p:spPr>
          <a:xfrm>
            <a:off x="5044026" y="3445145"/>
            <a:ext cx="503297" cy="0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90" name="Connector 9089"/>
          <p:cNvCxnSpPr>
            <a:stCxn id="9040" idx="0"/>
            <a:endCxn id="9042" idx="0"/>
          </p:cNvCxnSpPr>
          <p:nvPr/>
        </p:nvCxnSpPr>
        <p:spPr>
          <a:xfrm flipV="1">
            <a:off x="5044026" y="2936116"/>
            <a:ext cx="0" cy="509029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89" name="Connector 9088"/>
          <p:cNvCxnSpPr>
            <a:stCxn id="9038" idx="0"/>
            <a:endCxn id="9040" idx="0"/>
          </p:cNvCxnSpPr>
          <p:nvPr/>
        </p:nvCxnSpPr>
        <p:spPr>
          <a:xfrm flipV="1">
            <a:off x="5044026" y="3445145"/>
            <a:ext cx="0" cy="509029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88" name="Connector 9087"/>
          <p:cNvCxnSpPr>
            <a:stCxn id="9036" idx="0"/>
            <a:endCxn id="9038" idx="0"/>
          </p:cNvCxnSpPr>
          <p:nvPr/>
        </p:nvCxnSpPr>
        <p:spPr>
          <a:xfrm flipV="1">
            <a:off x="5044026" y="3954174"/>
            <a:ext cx="0" cy="509029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87" name="Connector 9086"/>
          <p:cNvCxnSpPr>
            <a:stCxn id="9034" idx="0"/>
            <a:endCxn id="9036" idx="0"/>
          </p:cNvCxnSpPr>
          <p:nvPr/>
        </p:nvCxnSpPr>
        <p:spPr>
          <a:xfrm flipH="1">
            <a:off x="5044026" y="4463203"/>
            <a:ext cx="503297" cy="0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86" name="Connector 9085"/>
          <p:cNvCxnSpPr>
            <a:stCxn id="9030" idx="0"/>
            <a:endCxn id="9034" idx="0"/>
          </p:cNvCxnSpPr>
          <p:nvPr/>
        </p:nvCxnSpPr>
        <p:spPr>
          <a:xfrm flipH="1">
            <a:off x="5547323" y="4463203"/>
            <a:ext cx="503297" cy="0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85" name="Connector 9084"/>
          <p:cNvCxnSpPr>
            <a:stCxn id="9030" idx="0"/>
            <a:endCxn id="9032" idx="0"/>
          </p:cNvCxnSpPr>
          <p:nvPr/>
        </p:nvCxnSpPr>
        <p:spPr>
          <a:xfrm flipV="1">
            <a:off x="6050620" y="3954174"/>
            <a:ext cx="0" cy="509029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84" name="Connector 9083"/>
          <p:cNvCxnSpPr>
            <a:stCxn id="9028" idx="0"/>
            <a:endCxn id="9030" idx="0"/>
          </p:cNvCxnSpPr>
          <p:nvPr/>
        </p:nvCxnSpPr>
        <p:spPr>
          <a:xfrm flipH="1">
            <a:off x="6050620" y="4463203"/>
            <a:ext cx="503297" cy="0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83" name="Connector 9082"/>
          <p:cNvCxnSpPr>
            <a:stCxn id="9026" idx="0"/>
            <a:endCxn id="9028" idx="0"/>
          </p:cNvCxnSpPr>
          <p:nvPr/>
        </p:nvCxnSpPr>
        <p:spPr>
          <a:xfrm flipV="1">
            <a:off x="6553917" y="4463203"/>
            <a:ext cx="0" cy="509029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82" name="Connector 9081"/>
          <p:cNvCxnSpPr>
            <a:stCxn id="9022" idx="0"/>
            <a:endCxn id="9024" idx="0"/>
          </p:cNvCxnSpPr>
          <p:nvPr/>
        </p:nvCxnSpPr>
        <p:spPr>
          <a:xfrm flipH="1">
            <a:off x="5547323" y="4972232"/>
            <a:ext cx="503297" cy="0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81" name="Connector 9080"/>
          <p:cNvCxnSpPr>
            <a:stCxn id="9022" idx="0"/>
            <a:endCxn id="9026" idx="0"/>
          </p:cNvCxnSpPr>
          <p:nvPr/>
        </p:nvCxnSpPr>
        <p:spPr>
          <a:xfrm>
            <a:off x="6050620" y="4972232"/>
            <a:ext cx="503297" cy="0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80" name="Connector 9079"/>
          <p:cNvCxnSpPr>
            <a:stCxn id="9018" idx="0"/>
            <a:endCxn id="9020" idx="0"/>
          </p:cNvCxnSpPr>
          <p:nvPr/>
        </p:nvCxnSpPr>
        <p:spPr>
          <a:xfrm>
            <a:off x="5044026" y="5481261"/>
            <a:ext cx="0" cy="509029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79" name="Connector 9078"/>
          <p:cNvCxnSpPr>
            <a:stCxn id="9016" idx="0"/>
            <a:endCxn id="9018" idx="0"/>
          </p:cNvCxnSpPr>
          <p:nvPr/>
        </p:nvCxnSpPr>
        <p:spPr>
          <a:xfrm flipH="1">
            <a:off x="5044026" y="5481261"/>
            <a:ext cx="503297" cy="0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78" name="Connector 9077"/>
          <p:cNvCxnSpPr>
            <a:stCxn id="9014" idx="0"/>
            <a:endCxn id="9016" idx="0"/>
          </p:cNvCxnSpPr>
          <p:nvPr/>
        </p:nvCxnSpPr>
        <p:spPr>
          <a:xfrm flipH="1">
            <a:off x="5547323" y="5481261"/>
            <a:ext cx="503297" cy="0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77" name="Connector 9076"/>
          <p:cNvCxnSpPr>
            <a:stCxn id="9014" idx="0"/>
            <a:endCxn id="9022" idx="0"/>
          </p:cNvCxnSpPr>
          <p:nvPr/>
        </p:nvCxnSpPr>
        <p:spPr>
          <a:xfrm flipV="1">
            <a:off x="6050620" y="4972232"/>
            <a:ext cx="0" cy="509029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76" name="Connector 9075"/>
          <p:cNvCxnSpPr>
            <a:stCxn id="9010" idx="0"/>
            <a:endCxn id="9012" idx="0"/>
          </p:cNvCxnSpPr>
          <p:nvPr/>
        </p:nvCxnSpPr>
        <p:spPr>
          <a:xfrm flipV="1">
            <a:off x="7057214" y="5481261"/>
            <a:ext cx="0" cy="509029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75" name="Connector 9074"/>
          <p:cNvCxnSpPr>
            <a:stCxn id="9008" idx="0"/>
            <a:endCxn id="9010" idx="0"/>
          </p:cNvCxnSpPr>
          <p:nvPr/>
        </p:nvCxnSpPr>
        <p:spPr>
          <a:xfrm>
            <a:off x="6553917" y="5990290"/>
            <a:ext cx="503297" cy="0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74" name="Connector 9073"/>
          <p:cNvCxnSpPr>
            <a:stCxn id="9006" idx="0"/>
            <a:endCxn id="9008" idx="0"/>
          </p:cNvCxnSpPr>
          <p:nvPr/>
        </p:nvCxnSpPr>
        <p:spPr>
          <a:xfrm>
            <a:off x="6050620" y="5990290"/>
            <a:ext cx="503297" cy="0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73" name="Connector 9072"/>
          <p:cNvCxnSpPr>
            <a:stCxn id="9006" idx="0"/>
            <a:endCxn id="9014" idx="0"/>
          </p:cNvCxnSpPr>
          <p:nvPr/>
        </p:nvCxnSpPr>
        <p:spPr>
          <a:xfrm flipV="1">
            <a:off x="6050620" y="5481261"/>
            <a:ext cx="0" cy="509029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72" name="Connector 9071"/>
          <p:cNvCxnSpPr>
            <a:stCxn id="3" idx="0"/>
            <a:endCxn id="9006" idx="0"/>
          </p:cNvCxnSpPr>
          <p:nvPr/>
        </p:nvCxnSpPr>
        <p:spPr>
          <a:xfrm flipV="1">
            <a:off x="6050620" y="5990290"/>
            <a:ext cx="0" cy="509029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420000" y="220000"/>
            <a:ext cx="11352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/>
              <a:t>伊甸古墓　（tomb）　34 格</a:t>
            </a:r>
          </a:p>
        </p:txBody>
      </p:sp>
      <p:grpSp>
        <p:nvGrpSpPr>
          <p:cNvPr id="9005" name="tomb:gate"/>
          <p:cNvGrpSpPr/>
          <p:nvPr/>
        </p:nvGrpSpPr>
        <p:grpSpPr>
          <a:xfrm>
            <a:off x="5844351" y="6499319"/>
            <a:ext cx="412539" cy="426522"/>
            <a:chOff x="5844351" y="6499319"/>
            <a:chExt cx="412539" cy="426522"/>
          </a:xfrm>
        </p:grpSpPr>
        <p:pic>
          <p:nvPicPr>
            <p:cNvPr id="3" name="Picture 2" descr="Tomb_Gate.jp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844351" y="6499319"/>
              <a:ext cx="412539" cy="231022"/>
            </a:xfrm>
            <a:prstGeom prst="rect">
              <a:avLst/>
            </a:prstGeom>
          </p:spPr>
        </p:pic>
        <p:sp>
          <p:nvSpPr>
            <p:cNvPr id="4" name="TextBox 3"/>
            <p:cNvSpPr txBox="1"/>
            <p:nvPr/>
          </p:nvSpPr>
          <p:spPr>
            <a:xfrm>
              <a:off x="5844351" y="6730341"/>
              <a:ext cx="412539" cy="1955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662"/>
                <a:t>墓門
gate</a:t>
              </a:r>
              <a:r>
                <a:rPr sz="562">
                  <a:solidFill>
                    <a:srgbClr val="C03020"/>
                  </a:solidFill>
                </a:rPr>
                <a:t>
入口</a:t>
              </a:r>
            </a:p>
          </p:txBody>
        </p:sp>
      </p:grpSp>
      <p:grpSp>
        <p:nvGrpSpPr>
          <p:cNvPr id="9006" name="tomb:vestibule"/>
          <p:cNvGrpSpPr/>
          <p:nvPr/>
        </p:nvGrpSpPr>
        <p:grpSpPr>
          <a:xfrm>
            <a:off x="5844351" y="5990290"/>
            <a:ext cx="412539" cy="426522"/>
            <a:chOff x="5844351" y="5990290"/>
            <a:chExt cx="412539" cy="426522"/>
          </a:xfrm>
        </p:grpSpPr>
        <p:pic>
          <p:nvPicPr>
            <p:cNvPr id="9006" name="Picture 9005" descr="Tomb_Vestibule.jp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844351" y="5990290"/>
              <a:ext cx="412539" cy="231022"/>
            </a:xfrm>
            <a:prstGeom prst="rect">
              <a:avLst/>
            </a:prstGeom>
          </p:spPr>
        </p:pic>
        <p:sp>
          <p:nvSpPr>
            <p:cNvPr id="9007" name="TextBox 9006"/>
            <p:cNvSpPr txBox="1"/>
            <p:nvPr/>
          </p:nvSpPr>
          <p:spPr>
            <a:xfrm>
              <a:off x="5844351" y="6221312"/>
              <a:ext cx="412539" cy="1955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662"/>
                <a:t>前庭
vestibule</a:t>
              </a:r>
            </a:p>
          </p:txBody>
        </p:sp>
      </p:grpSp>
      <p:grpSp>
        <p:nvGrpSpPr>
          <p:cNvPr id="9007" name="tomb:lapidarium"/>
          <p:cNvGrpSpPr/>
          <p:nvPr/>
        </p:nvGrpSpPr>
        <p:grpSpPr>
          <a:xfrm>
            <a:off x="6347648" y="5990290"/>
            <a:ext cx="412539" cy="426522"/>
            <a:chOff x="6347648" y="5990290"/>
            <a:chExt cx="412539" cy="426522"/>
          </a:xfrm>
        </p:grpSpPr>
        <p:pic>
          <p:nvPicPr>
            <p:cNvPr id="9008" name="Picture 9007" descr="Tomb_Lapidarium.jp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347648" y="5990290"/>
              <a:ext cx="412539" cy="231022"/>
            </a:xfrm>
            <a:prstGeom prst="rect">
              <a:avLst/>
            </a:prstGeom>
          </p:spPr>
        </p:pic>
        <p:sp>
          <p:nvSpPr>
            <p:cNvPr id="9009" name="TextBox 9008"/>
            <p:cNvSpPr txBox="1"/>
            <p:nvPr/>
          </p:nvSpPr>
          <p:spPr>
            <a:xfrm>
              <a:off x="6347648" y="6221312"/>
              <a:ext cx="412539" cy="1955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662"/>
                <a:t>碑廊
lapidarium</a:t>
              </a:r>
            </a:p>
          </p:txBody>
        </p:sp>
      </p:grpSp>
      <p:grpSp>
        <p:nvGrpSpPr>
          <p:cNvPr id="9008" name="tomb:ossuaryA"/>
          <p:cNvGrpSpPr/>
          <p:nvPr/>
        </p:nvGrpSpPr>
        <p:grpSpPr>
          <a:xfrm>
            <a:off x="6850945" y="5990290"/>
            <a:ext cx="412539" cy="426522"/>
            <a:chOff x="6850945" y="5990290"/>
            <a:chExt cx="412539" cy="426522"/>
          </a:xfrm>
        </p:grpSpPr>
        <p:pic>
          <p:nvPicPr>
            <p:cNvPr id="9010" name="Picture 9009" descr="Tomb_OssuaryA.jp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850945" y="5990290"/>
              <a:ext cx="412539" cy="231022"/>
            </a:xfrm>
            <a:prstGeom prst="rect">
              <a:avLst/>
            </a:prstGeom>
          </p:spPr>
        </p:pic>
        <p:sp>
          <p:nvSpPr>
            <p:cNvPr id="9011" name="TextBox 9010"/>
            <p:cNvSpPr txBox="1"/>
            <p:nvPr/>
          </p:nvSpPr>
          <p:spPr>
            <a:xfrm>
              <a:off x="6850945" y="6221312"/>
              <a:ext cx="412539" cy="1955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662"/>
                <a:t>骨甕廊
ossuaryA</a:t>
              </a:r>
            </a:p>
          </p:txBody>
        </p:sp>
      </p:grpSp>
      <p:grpSp>
        <p:nvGrpSpPr>
          <p:cNvPr id="9009" name="tomb:cryptA"/>
          <p:cNvGrpSpPr/>
          <p:nvPr/>
        </p:nvGrpSpPr>
        <p:grpSpPr>
          <a:xfrm>
            <a:off x="6850945" y="5481261"/>
            <a:ext cx="412539" cy="426522"/>
            <a:chOff x="6850945" y="5481261"/>
            <a:chExt cx="412539" cy="426522"/>
          </a:xfrm>
        </p:grpSpPr>
        <p:pic>
          <p:nvPicPr>
            <p:cNvPr id="9012" name="Picture 9011" descr="Tomb_CryptA.jp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850945" y="5481261"/>
              <a:ext cx="412539" cy="231022"/>
            </a:xfrm>
            <a:prstGeom prst="rect">
              <a:avLst/>
            </a:prstGeom>
          </p:spPr>
        </p:pic>
        <p:sp>
          <p:nvSpPr>
            <p:cNvPr id="9013" name="TextBox 9012"/>
            <p:cNvSpPr txBox="1"/>
            <p:nvPr/>
          </p:nvSpPr>
          <p:spPr>
            <a:xfrm>
              <a:off x="6850945" y="5712283"/>
              <a:ext cx="412539" cy="1955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662"/>
                <a:t>家族墓室
cryptA</a:t>
              </a:r>
            </a:p>
          </p:txBody>
        </p:sp>
      </p:grpSp>
      <p:grpSp>
        <p:nvGrpSpPr>
          <p:cNvPr id="9010" name="tomb:nave"/>
          <p:cNvGrpSpPr/>
          <p:nvPr/>
        </p:nvGrpSpPr>
        <p:grpSpPr>
          <a:xfrm>
            <a:off x="5844351" y="5481261"/>
            <a:ext cx="412539" cy="426522"/>
            <a:chOff x="5844351" y="5481261"/>
            <a:chExt cx="412539" cy="426522"/>
          </a:xfrm>
        </p:grpSpPr>
        <p:pic>
          <p:nvPicPr>
            <p:cNvPr id="9014" name="Picture 9013" descr="Tomb_Nave.jp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844351" y="5481261"/>
              <a:ext cx="412539" cy="231022"/>
            </a:xfrm>
            <a:prstGeom prst="rect">
              <a:avLst/>
            </a:prstGeom>
          </p:spPr>
        </p:pic>
        <p:sp>
          <p:nvSpPr>
            <p:cNvPr id="9015" name="TextBox 9014"/>
            <p:cNvSpPr txBox="1"/>
            <p:nvPr/>
          </p:nvSpPr>
          <p:spPr>
            <a:xfrm>
              <a:off x="5844351" y="5712283"/>
              <a:ext cx="412539" cy="1955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662"/>
                <a:t>中殿
nave</a:t>
              </a:r>
            </a:p>
          </p:txBody>
        </p:sp>
      </p:grpSp>
      <p:grpSp>
        <p:nvGrpSpPr>
          <p:cNvPr id="9011" name="tomb:aisleW"/>
          <p:cNvGrpSpPr/>
          <p:nvPr/>
        </p:nvGrpSpPr>
        <p:grpSpPr>
          <a:xfrm>
            <a:off x="5341054" y="5481261"/>
            <a:ext cx="412539" cy="426522"/>
            <a:chOff x="5341054" y="5481261"/>
            <a:chExt cx="412539" cy="426522"/>
          </a:xfrm>
        </p:grpSpPr>
        <p:pic>
          <p:nvPicPr>
            <p:cNvPr id="9016" name="Picture 9015" descr="Tomb_AisleW.jp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341054" y="5481261"/>
              <a:ext cx="412539" cy="231022"/>
            </a:xfrm>
            <a:prstGeom prst="rect">
              <a:avLst/>
            </a:prstGeom>
          </p:spPr>
        </p:pic>
        <p:sp>
          <p:nvSpPr>
            <p:cNvPr id="9017" name="TextBox 9016"/>
            <p:cNvSpPr txBox="1"/>
            <p:nvPr/>
          </p:nvSpPr>
          <p:spPr>
            <a:xfrm>
              <a:off x="5341054" y="5712283"/>
              <a:ext cx="412539" cy="1955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662"/>
                <a:t>側廊
aisleW</a:t>
              </a:r>
            </a:p>
          </p:txBody>
        </p:sp>
      </p:grpSp>
      <p:grpSp>
        <p:nvGrpSpPr>
          <p:cNvPr id="9012" name="tomb:tombniche"/>
          <p:cNvGrpSpPr/>
          <p:nvPr/>
        </p:nvGrpSpPr>
        <p:grpSpPr>
          <a:xfrm>
            <a:off x="4837757" y="5481261"/>
            <a:ext cx="412539" cy="426522"/>
            <a:chOff x="4837757" y="5481261"/>
            <a:chExt cx="412539" cy="426522"/>
          </a:xfrm>
        </p:grpSpPr>
        <p:pic>
          <p:nvPicPr>
            <p:cNvPr id="9018" name="Picture 9017" descr="Tomb_Tombniche.jp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837757" y="5481261"/>
              <a:ext cx="412539" cy="231022"/>
            </a:xfrm>
            <a:prstGeom prst="rect">
              <a:avLst/>
            </a:prstGeom>
          </p:spPr>
        </p:pic>
        <p:sp>
          <p:nvSpPr>
            <p:cNvPr id="9019" name="TextBox 9018"/>
            <p:cNvSpPr txBox="1"/>
            <p:nvPr/>
          </p:nvSpPr>
          <p:spPr>
            <a:xfrm>
              <a:off x="4837757" y="5712283"/>
              <a:ext cx="412539" cy="1955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662"/>
                <a:t>墓龕
tombniche</a:t>
              </a:r>
            </a:p>
          </p:txBody>
        </p:sp>
      </p:grpSp>
      <p:grpSp>
        <p:nvGrpSpPr>
          <p:cNvPr id="9013" name="tomb:charnel"/>
          <p:cNvGrpSpPr/>
          <p:nvPr/>
        </p:nvGrpSpPr>
        <p:grpSpPr>
          <a:xfrm>
            <a:off x="4837757" y="5990290"/>
            <a:ext cx="412539" cy="426522"/>
            <a:chOff x="4837757" y="5990290"/>
            <a:chExt cx="412539" cy="426522"/>
          </a:xfrm>
        </p:grpSpPr>
        <p:pic>
          <p:nvPicPr>
            <p:cNvPr id="9020" name="Picture 9019" descr="Tomb_Charnel.jpg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4837757" y="5990290"/>
              <a:ext cx="412539" cy="231022"/>
            </a:xfrm>
            <a:prstGeom prst="rect">
              <a:avLst/>
            </a:prstGeom>
          </p:spPr>
        </p:pic>
        <p:sp>
          <p:nvSpPr>
            <p:cNvPr id="9021" name="TextBox 9020"/>
            <p:cNvSpPr txBox="1"/>
            <p:nvPr/>
          </p:nvSpPr>
          <p:spPr>
            <a:xfrm>
              <a:off x="4837757" y="6221312"/>
              <a:ext cx="412539" cy="1955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662"/>
                <a:t>藏骨所
charnel</a:t>
              </a:r>
            </a:p>
          </p:txBody>
        </p:sp>
      </p:grpSp>
      <p:grpSp>
        <p:nvGrpSpPr>
          <p:cNvPr id="9014" name="tomb:crossing"/>
          <p:cNvGrpSpPr/>
          <p:nvPr/>
        </p:nvGrpSpPr>
        <p:grpSpPr>
          <a:xfrm>
            <a:off x="5844351" y="4972232"/>
            <a:ext cx="412539" cy="426522"/>
            <a:chOff x="5844351" y="4972232"/>
            <a:chExt cx="412539" cy="426522"/>
          </a:xfrm>
        </p:grpSpPr>
        <p:pic>
          <p:nvPicPr>
            <p:cNvPr id="9022" name="Picture 9021" descr="Tomb_Crossing.jpg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5844351" y="4972232"/>
              <a:ext cx="412539" cy="231022"/>
            </a:xfrm>
            <a:prstGeom prst="rect">
              <a:avLst/>
            </a:prstGeom>
          </p:spPr>
        </p:pic>
        <p:sp>
          <p:nvSpPr>
            <p:cNvPr id="9023" name="TextBox 9022"/>
            <p:cNvSpPr txBox="1"/>
            <p:nvPr/>
          </p:nvSpPr>
          <p:spPr>
            <a:xfrm>
              <a:off x="5844351" y="5203254"/>
              <a:ext cx="412539" cy="1955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662"/>
                <a:t>十字交會
crossing</a:t>
              </a:r>
            </a:p>
          </p:txBody>
        </p:sp>
      </p:grpSp>
      <p:grpSp>
        <p:nvGrpSpPr>
          <p:cNvPr id="9015" name="tomb:chantry"/>
          <p:cNvGrpSpPr/>
          <p:nvPr/>
        </p:nvGrpSpPr>
        <p:grpSpPr>
          <a:xfrm>
            <a:off x="5341054" y="4972232"/>
            <a:ext cx="412539" cy="426522"/>
            <a:chOff x="5341054" y="4972232"/>
            <a:chExt cx="412539" cy="426522"/>
          </a:xfrm>
        </p:grpSpPr>
        <p:pic>
          <p:nvPicPr>
            <p:cNvPr id="9024" name="Picture 9023" descr="Tomb_Chantry.jpg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5341054" y="4972232"/>
              <a:ext cx="412539" cy="231022"/>
            </a:xfrm>
            <a:prstGeom prst="rect">
              <a:avLst/>
            </a:prstGeom>
          </p:spPr>
        </p:pic>
        <p:sp>
          <p:nvSpPr>
            <p:cNvPr id="9025" name="TextBox 9024"/>
            <p:cNvSpPr txBox="1"/>
            <p:nvPr/>
          </p:nvSpPr>
          <p:spPr>
            <a:xfrm>
              <a:off x="5341054" y="5203254"/>
              <a:ext cx="412539" cy="1955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662"/>
                <a:t>誦經室
chantry</a:t>
              </a:r>
            </a:p>
          </p:txBody>
        </p:sp>
      </p:grpSp>
      <p:grpSp>
        <p:nvGrpSpPr>
          <p:cNvPr id="9016" name="tomb:chapel"/>
          <p:cNvGrpSpPr/>
          <p:nvPr/>
        </p:nvGrpSpPr>
        <p:grpSpPr>
          <a:xfrm>
            <a:off x="6347648" y="4972232"/>
            <a:ext cx="412539" cy="426522"/>
            <a:chOff x="6347648" y="4972232"/>
            <a:chExt cx="412539" cy="426522"/>
          </a:xfrm>
        </p:grpSpPr>
        <p:pic>
          <p:nvPicPr>
            <p:cNvPr id="9026" name="Picture 9025" descr="Tomb_Chapel.jpg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6347648" y="4972232"/>
              <a:ext cx="412539" cy="231022"/>
            </a:xfrm>
            <a:prstGeom prst="rect">
              <a:avLst/>
            </a:prstGeom>
          </p:spPr>
        </p:pic>
        <p:sp>
          <p:nvSpPr>
            <p:cNvPr id="9027" name="TextBox 9026"/>
            <p:cNvSpPr txBox="1"/>
            <p:nvPr/>
          </p:nvSpPr>
          <p:spPr>
            <a:xfrm>
              <a:off x="6347648" y="5203254"/>
              <a:ext cx="412539" cy="1955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662"/>
                <a:t>禮拜堂
chapel</a:t>
              </a:r>
            </a:p>
          </p:txBody>
        </p:sp>
      </p:grpSp>
      <p:grpSp>
        <p:nvGrpSpPr>
          <p:cNvPr id="9017" name="tomb:ambulatory"/>
          <p:cNvGrpSpPr/>
          <p:nvPr/>
        </p:nvGrpSpPr>
        <p:grpSpPr>
          <a:xfrm>
            <a:off x="6347648" y="4463203"/>
            <a:ext cx="412539" cy="426522"/>
            <a:chOff x="6347648" y="4463203"/>
            <a:chExt cx="412539" cy="426522"/>
          </a:xfrm>
        </p:grpSpPr>
        <p:pic>
          <p:nvPicPr>
            <p:cNvPr id="9028" name="Picture 9027" descr="Tomb_Ambulatory.jpg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6347648" y="4463203"/>
              <a:ext cx="412539" cy="231022"/>
            </a:xfrm>
            <a:prstGeom prst="rect">
              <a:avLst/>
            </a:prstGeom>
          </p:spPr>
        </p:pic>
        <p:sp>
          <p:nvSpPr>
            <p:cNvPr id="9029" name="TextBox 9028"/>
            <p:cNvSpPr txBox="1"/>
            <p:nvPr/>
          </p:nvSpPr>
          <p:spPr>
            <a:xfrm>
              <a:off x="6347648" y="4694225"/>
              <a:ext cx="412539" cy="1955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662"/>
                <a:t>繞行廊
ambulatory</a:t>
              </a:r>
            </a:p>
          </p:txBody>
        </p:sp>
      </p:grpSp>
      <p:grpSp>
        <p:nvGrpSpPr>
          <p:cNvPr id="9018" name="tomb:apse"/>
          <p:cNvGrpSpPr/>
          <p:nvPr/>
        </p:nvGrpSpPr>
        <p:grpSpPr>
          <a:xfrm>
            <a:off x="5844351" y="4463203"/>
            <a:ext cx="412539" cy="426522"/>
            <a:chOff x="5844351" y="4463203"/>
            <a:chExt cx="412539" cy="426522"/>
          </a:xfrm>
        </p:grpSpPr>
        <p:pic>
          <p:nvPicPr>
            <p:cNvPr id="9030" name="Picture 9029" descr="Tomb_Apse.jpg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5844351" y="4463203"/>
              <a:ext cx="412539" cy="231022"/>
            </a:xfrm>
            <a:prstGeom prst="rect">
              <a:avLst/>
            </a:prstGeom>
          </p:spPr>
        </p:pic>
        <p:sp>
          <p:nvSpPr>
            <p:cNvPr id="9031" name="TextBox 9030"/>
            <p:cNvSpPr txBox="1"/>
            <p:nvPr/>
          </p:nvSpPr>
          <p:spPr>
            <a:xfrm>
              <a:off x="5844351" y="4694225"/>
              <a:ext cx="412539" cy="1955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662"/>
                <a:t>後殿
apse</a:t>
              </a:r>
            </a:p>
          </p:txBody>
        </p:sp>
      </p:grpSp>
      <p:grpSp>
        <p:nvGrpSpPr>
          <p:cNvPr id="9019" name="tomb:reliquary"/>
          <p:cNvGrpSpPr/>
          <p:nvPr/>
        </p:nvGrpSpPr>
        <p:grpSpPr>
          <a:xfrm>
            <a:off x="5844351" y="3954174"/>
            <a:ext cx="412539" cy="426522"/>
            <a:chOff x="5844351" y="3954174"/>
            <a:chExt cx="412539" cy="426522"/>
          </a:xfrm>
        </p:grpSpPr>
        <p:pic>
          <p:nvPicPr>
            <p:cNvPr id="9032" name="Picture 9031" descr="Tomb_Reliquary.jpg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5844351" y="3954174"/>
              <a:ext cx="412539" cy="231022"/>
            </a:xfrm>
            <a:prstGeom prst="rect">
              <a:avLst/>
            </a:prstGeom>
          </p:spPr>
        </p:pic>
        <p:sp>
          <p:nvSpPr>
            <p:cNvPr id="9033" name="TextBox 9032"/>
            <p:cNvSpPr txBox="1"/>
            <p:nvPr/>
          </p:nvSpPr>
          <p:spPr>
            <a:xfrm>
              <a:off x="5844351" y="4185196"/>
              <a:ext cx="412539" cy="1955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662"/>
                <a:t>聖骨匣室
reliquary</a:t>
              </a:r>
            </a:p>
          </p:txBody>
        </p:sp>
      </p:grpSp>
      <p:grpSp>
        <p:nvGrpSpPr>
          <p:cNvPr id="9020" name="tomb:cloister"/>
          <p:cNvGrpSpPr/>
          <p:nvPr/>
        </p:nvGrpSpPr>
        <p:grpSpPr>
          <a:xfrm>
            <a:off x="5341054" y="4463203"/>
            <a:ext cx="412539" cy="426522"/>
            <a:chOff x="5341054" y="4463203"/>
            <a:chExt cx="412539" cy="426522"/>
          </a:xfrm>
        </p:grpSpPr>
        <p:pic>
          <p:nvPicPr>
            <p:cNvPr id="9034" name="Picture 9033" descr="Tomb_Cloister.jpg"/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5341054" y="4463203"/>
              <a:ext cx="412539" cy="231022"/>
            </a:xfrm>
            <a:prstGeom prst="rect">
              <a:avLst/>
            </a:prstGeom>
          </p:spPr>
        </p:pic>
        <p:sp>
          <p:nvSpPr>
            <p:cNvPr id="9035" name="TextBox 9034"/>
            <p:cNvSpPr txBox="1"/>
            <p:nvPr/>
          </p:nvSpPr>
          <p:spPr>
            <a:xfrm>
              <a:off x="5341054" y="4694225"/>
              <a:ext cx="412539" cy="1955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662"/>
                <a:t>迴廊
cloister</a:t>
              </a:r>
            </a:p>
          </p:txBody>
        </p:sp>
      </p:grpSp>
      <p:grpSp>
        <p:nvGrpSpPr>
          <p:cNvPr id="9021" name="tomb:stair1"/>
          <p:cNvGrpSpPr/>
          <p:nvPr/>
        </p:nvGrpSpPr>
        <p:grpSpPr>
          <a:xfrm>
            <a:off x="4837757" y="4463203"/>
            <a:ext cx="412539" cy="426522"/>
            <a:chOff x="4837757" y="4463203"/>
            <a:chExt cx="412539" cy="426522"/>
          </a:xfrm>
        </p:grpSpPr>
        <p:pic>
          <p:nvPicPr>
            <p:cNvPr id="9036" name="Picture 9035" descr="Tomb_Stair1.jpg"/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4837757" y="4463203"/>
              <a:ext cx="412539" cy="231022"/>
            </a:xfrm>
            <a:prstGeom prst="rect">
              <a:avLst/>
            </a:prstGeom>
          </p:spPr>
        </p:pic>
        <p:sp>
          <p:nvSpPr>
            <p:cNvPr id="9037" name="TextBox 9036"/>
            <p:cNvSpPr txBox="1"/>
            <p:nvPr/>
          </p:nvSpPr>
          <p:spPr>
            <a:xfrm>
              <a:off x="4837757" y="4694225"/>
              <a:ext cx="412539" cy="1955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662"/>
                <a:t>第一道階梯
stair1</a:t>
              </a:r>
            </a:p>
          </p:txBody>
        </p:sp>
      </p:grpSp>
      <p:grpSp>
        <p:nvGrpSpPr>
          <p:cNvPr id="9022" name="tomb:landing2"/>
          <p:cNvGrpSpPr/>
          <p:nvPr/>
        </p:nvGrpSpPr>
        <p:grpSpPr>
          <a:xfrm>
            <a:off x="4837757" y="3954174"/>
            <a:ext cx="412539" cy="426522"/>
            <a:chOff x="4837757" y="3954174"/>
            <a:chExt cx="412539" cy="426522"/>
          </a:xfrm>
        </p:grpSpPr>
        <p:pic>
          <p:nvPicPr>
            <p:cNvPr id="9038" name="Picture 9037" descr="Tomb_Landing2.jpg"/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4837757" y="3954174"/>
              <a:ext cx="412539" cy="231022"/>
            </a:xfrm>
            <a:prstGeom prst="rect">
              <a:avLst/>
            </a:prstGeom>
          </p:spPr>
        </p:pic>
        <p:sp>
          <p:nvSpPr>
            <p:cNvPr id="9039" name="TextBox 9038"/>
            <p:cNvSpPr txBox="1"/>
            <p:nvPr/>
          </p:nvSpPr>
          <p:spPr>
            <a:xfrm>
              <a:off x="4837757" y="4185196"/>
              <a:ext cx="412539" cy="1955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662"/>
                <a:t>二層梯廳
landing2</a:t>
              </a:r>
            </a:p>
          </p:txBody>
        </p:sp>
      </p:grpSp>
      <p:grpSp>
        <p:nvGrpSpPr>
          <p:cNvPr id="9023" name="tomb:hall2"/>
          <p:cNvGrpSpPr/>
          <p:nvPr/>
        </p:nvGrpSpPr>
        <p:grpSpPr>
          <a:xfrm>
            <a:off x="4837757" y="3445145"/>
            <a:ext cx="412539" cy="426522"/>
            <a:chOff x="4837757" y="3445145"/>
            <a:chExt cx="412539" cy="426522"/>
          </a:xfrm>
        </p:grpSpPr>
        <p:pic>
          <p:nvPicPr>
            <p:cNvPr id="9040" name="Picture 9039" descr="Tomb_Hall2.jpg"/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4837757" y="3445145"/>
              <a:ext cx="412539" cy="231022"/>
            </a:xfrm>
            <a:prstGeom prst="rect">
              <a:avLst/>
            </a:prstGeom>
          </p:spPr>
        </p:pic>
        <p:sp>
          <p:nvSpPr>
            <p:cNvPr id="9041" name="TextBox 9040"/>
            <p:cNvSpPr txBox="1"/>
            <p:nvPr/>
          </p:nvSpPr>
          <p:spPr>
            <a:xfrm>
              <a:off x="4837757" y="3676167"/>
              <a:ext cx="412539" cy="1955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662"/>
                <a:t>柱廳
hall2</a:t>
              </a:r>
            </a:p>
          </p:txBody>
        </p:sp>
      </p:grpSp>
      <p:grpSp>
        <p:nvGrpSpPr>
          <p:cNvPr id="9024" name="tomb:cistern"/>
          <p:cNvGrpSpPr/>
          <p:nvPr/>
        </p:nvGrpSpPr>
        <p:grpSpPr>
          <a:xfrm>
            <a:off x="4837757" y="2936116"/>
            <a:ext cx="412539" cy="426522"/>
            <a:chOff x="4837757" y="2936116"/>
            <a:chExt cx="412539" cy="426522"/>
          </a:xfrm>
        </p:grpSpPr>
        <p:pic>
          <p:nvPicPr>
            <p:cNvPr id="9042" name="Picture 9041" descr="Tomb_Cistern.jpg"/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4837757" y="2936116"/>
              <a:ext cx="412539" cy="231022"/>
            </a:xfrm>
            <a:prstGeom prst="rect">
              <a:avLst/>
            </a:prstGeom>
          </p:spPr>
        </p:pic>
        <p:sp>
          <p:nvSpPr>
            <p:cNvPr id="9043" name="TextBox 9042"/>
            <p:cNvSpPr txBox="1"/>
            <p:nvPr/>
          </p:nvSpPr>
          <p:spPr>
            <a:xfrm>
              <a:off x="4837757" y="3167138"/>
              <a:ext cx="412539" cy="1955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662"/>
                <a:t>蓄水池
cistern</a:t>
              </a:r>
            </a:p>
          </p:txBody>
        </p:sp>
      </p:grpSp>
      <p:grpSp>
        <p:nvGrpSpPr>
          <p:cNvPr id="9025" name="tomb:corr2"/>
          <p:cNvGrpSpPr/>
          <p:nvPr/>
        </p:nvGrpSpPr>
        <p:grpSpPr>
          <a:xfrm>
            <a:off x="5341054" y="3445145"/>
            <a:ext cx="412539" cy="426522"/>
            <a:chOff x="5341054" y="3445145"/>
            <a:chExt cx="412539" cy="426522"/>
          </a:xfrm>
        </p:grpSpPr>
        <p:pic>
          <p:nvPicPr>
            <p:cNvPr id="9044" name="Picture 9043" descr="Tomb_Corr2.jpg"/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5341054" y="3445145"/>
              <a:ext cx="412539" cy="231022"/>
            </a:xfrm>
            <a:prstGeom prst="rect">
              <a:avLst/>
            </a:prstGeom>
          </p:spPr>
        </p:pic>
        <p:sp>
          <p:nvSpPr>
            <p:cNvPr id="9045" name="TextBox 9044"/>
            <p:cNvSpPr txBox="1"/>
            <p:nvPr/>
          </p:nvSpPr>
          <p:spPr>
            <a:xfrm>
              <a:off x="5341054" y="3676167"/>
              <a:ext cx="412539" cy="1955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662"/>
                <a:t>長廊
corr2</a:t>
              </a:r>
            </a:p>
          </p:txBody>
        </p:sp>
      </p:grpSp>
      <p:grpSp>
        <p:nvGrpSpPr>
          <p:cNvPr id="9026" name="tomb:sump"/>
          <p:cNvGrpSpPr/>
          <p:nvPr/>
        </p:nvGrpSpPr>
        <p:grpSpPr>
          <a:xfrm>
            <a:off x="5341054" y="3954174"/>
            <a:ext cx="412539" cy="426522"/>
            <a:chOff x="5341054" y="3954174"/>
            <a:chExt cx="412539" cy="426522"/>
          </a:xfrm>
        </p:grpSpPr>
        <p:pic>
          <p:nvPicPr>
            <p:cNvPr id="9046" name="Picture 9045" descr="Tomb_Sump.jpg"/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5341054" y="3954174"/>
              <a:ext cx="412539" cy="231022"/>
            </a:xfrm>
            <a:prstGeom prst="rect">
              <a:avLst/>
            </a:prstGeom>
          </p:spPr>
        </p:pic>
        <p:sp>
          <p:nvSpPr>
            <p:cNvPr id="9047" name="TextBox 9046"/>
            <p:cNvSpPr txBox="1"/>
            <p:nvPr/>
          </p:nvSpPr>
          <p:spPr>
            <a:xfrm>
              <a:off x="5341054" y="4185196"/>
              <a:ext cx="412539" cy="1955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662"/>
                <a:t>積水坑
sump</a:t>
              </a:r>
            </a:p>
          </p:txBody>
        </p:sp>
      </p:grpSp>
      <p:grpSp>
        <p:nvGrpSpPr>
          <p:cNvPr id="9027" name="tomb:rotunda"/>
          <p:cNvGrpSpPr/>
          <p:nvPr/>
        </p:nvGrpSpPr>
        <p:grpSpPr>
          <a:xfrm>
            <a:off x="5844351" y="3445145"/>
            <a:ext cx="412539" cy="426522"/>
            <a:chOff x="5844351" y="3445145"/>
            <a:chExt cx="412539" cy="426522"/>
          </a:xfrm>
        </p:grpSpPr>
        <p:pic>
          <p:nvPicPr>
            <p:cNvPr id="9048" name="Picture 9047" descr="Tomb_Rotunda.jpg"/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5844351" y="3445145"/>
              <a:ext cx="412539" cy="231022"/>
            </a:xfrm>
            <a:prstGeom prst="rect">
              <a:avLst/>
            </a:prstGeom>
          </p:spPr>
        </p:pic>
        <p:sp>
          <p:nvSpPr>
            <p:cNvPr id="9049" name="TextBox 9048"/>
            <p:cNvSpPr txBox="1"/>
            <p:nvPr/>
          </p:nvSpPr>
          <p:spPr>
            <a:xfrm>
              <a:off x="5844351" y="3676167"/>
              <a:ext cx="412539" cy="1955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662"/>
                <a:t>圓廳
rotunda</a:t>
              </a:r>
            </a:p>
          </p:txBody>
        </p:sp>
      </p:grpSp>
      <p:grpSp>
        <p:nvGrpSpPr>
          <p:cNvPr id="9028" name="tomb:sarcE"/>
          <p:cNvGrpSpPr/>
          <p:nvPr/>
        </p:nvGrpSpPr>
        <p:grpSpPr>
          <a:xfrm>
            <a:off x="6347648" y="3445145"/>
            <a:ext cx="412539" cy="426522"/>
            <a:chOff x="6347648" y="3445145"/>
            <a:chExt cx="412539" cy="426522"/>
          </a:xfrm>
        </p:grpSpPr>
        <p:pic>
          <p:nvPicPr>
            <p:cNvPr id="9050" name="Picture 9049" descr="Tomb_SarcE.jpg"/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6347648" y="3445145"/>
              <a:ext cx="412539" cy="231022"/>
            </a:xfrm>
            <a:prstGeom prst="rect">
              <a:avLst/>
            </a:prstGeom>
          </p:spPr>
        </p:pic>
        <p:sp>
          <p:nvSpPr>
            <p:cNvPr id="9051" name="TextBox 9050"/>
            <p:cNvSpPr txBox="1"/>
            <p:nvPr/>
          </p:nvSpPr>
          <p:spPr>
            <a:xfrm>
              <a:off x="6347648" y="3676167"/>
              <a:ext cx="412539" cy="1955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662"/>
                <a:t>石棺室
sarcE</a:t>
              </a:r>
            </a:p>
          </p:txBody>
        </p:sp>
      </p:grpSp>
      <p:grpSp>
        <p:nvGrpSpPr>
          <p:cNvPr id="9029" name="tomb:ossuary2"/>
          <p:cNvGrpSpPr/>
          <p:nvPr/>
        </p:nvGrpSpPr>
        <p:grpSpPr>
          <a:xfrm>
            <a:off x="6850945" y="3445145"/>
            <a:ext cx="412539" cy="426522"/>
            <a:chOff x="6850945" y="3445145"/>
            <a:chExt cx="412539" cy="426522"/>
          </a:xfrm>
        </p:grpSpPr>
        <p:pic>
          <p:nvPicPr>
            <p:cNvPr id="9052" name="Picture 9051" descr="Tomb_Ossuary2.jpg"/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>
              <a:off x="6850945" y="3445145"/>
              <a:ext cx="412539" cy="231022"/>
            </a:xfrm>
            <a:prstGeom prst="rect">
              <a:avLst/>
            </a:prstGeom>
          </p:spPr>
        </p:pic>
        <p:sp>
          <p:nvSpPr>
            <p:cNvPr id="9053" name="TextBox 9052"/>
            <p:cNvSpPr txBox="1"/>
            <p:nvPr/>
          </p:nvSpPr>
          <p:spPr>
            <a:xfrm>
              <a:off x="6850945" y="3676167"/>
              <a:ext cx="412539" cy="1955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662"/>
                <a:t>甕棺廊
ossuary2</a:t>
              </a:r>
            </a:p>
          </p:txBody>
        </p:sp>
      </p:grpSp>
      <p:grpSp>
        <p:nvGrpSpPr>
          <p:cNvPr id="9030" name="tomb:kiln"/>
          <p:cNvGrpSpPr/>
          <p:nvPr/>
        </p:nvGrpSpPr>
        <p:grpSpPr>
          <a:xfrm>
            <a:off x="6850945" y="2936116"/>
            <a:ext cx="412539" cy="426522"/>
            <a:chOff x="6850945" y="2936116"/>
            <a:chExt cx="412539" cy="426522"/>
          </a:xfrm>
        </p:grpSpPr>
        <p:pic>
          <p:nvPicPr>
            <p:cNvPr id="9054" name="Picture 9053" descr="Tomb_Kiln.jpg"/>
            <p:cNvPicPr>
              <a:picLocks noChangeAspect="1"/>
            </p:cNvPicPr>
            <p:nvPr/>
          </p:nvPicPr>
          <p:blipFill>
            <a:blip r:embed="rId27"/>
            <a:stretch>
              <a:fillRect/>
            </a:stretch>
          </p:blipFill>
          <p:spPr>
            <a:xfrm>
              <a:off x="6850945" y="2936116"/>
              <a:ext cx="412539" cy="231022"/>
            </a:xfrm>
            <a:prstGeom prst="rect">
              <a:avLst/>
            </a:prstGeom>
          </p:spPr>
        </p:pic>
        <p:sp>
          <p:nvSpPr>
            <p:cNvPr id="9055" name="TextBox 9054"/>
            <p:cNvSpPr txBox="1"/>
            <p:nvPr/>
          </p:nvSpPr>
          <p:spPr>
            <a:xfrm>
              <a:off x="6850945" y="3167138"/>
              <a:ext cx="412539" cy="1955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662"/>
                <a:t>焚化窯
kiln</a:t>
              </a:r>
            </a:p>
          </p:txBody>
        </p:sp>
      </p:grpSp>
      <p:grpSp>
        <p:nvGrpSpPr>
          <p:cNvPr id="9031" name="tomb:nichehall"/>
          <p:cNvGrpSpPr/>
          <p:nvPr/>
        </p:nvGrpSpPr>
        <p:grpSpPr>
          <a:xfrm>
            <a:off x="5844351" y="2936116"/>
            <a:ext cx="412539" cy="426522"/>
            <a:chOff x="5844351" y="2936116"/>
            <a:chExt cx="412539" cy="426522"/>
          </a:xfrm>
        </p:grpSpPr>
        <p:pic>
          <p:nvPicPr>
            <p:cNvPr id="9056" name="Picture 9055" descr="Tomb_Nichehall.jpg"/>
            <p:cNvPicPr>
              <a:picLocks noChangeAspect="1"/>
            </p:cNvPicPr>
            <p:nvPr/>
          </p:nvPicPr>
          <p:blipFill>
            <a:blip r:embed="rId28"/>
            <a:stretch>
              <a:fillRect/>
            </a:stretch>
          </p:blipFill>
          <p:spPr>
            <a:xfrm>
              <a:off x="5844351" y="2936116"/>
              <a:ext cx="412539" cy="231022"/>
            </a:xfrm>
            <a:prstGeom prst="rect">
              <a:avLst/>
            </a:prstGeom>
          </p:spPr>
        </p:pic>
        <p:sp>
          <p:nvSpPr>
            <p:cNvPr id="9057" name="TextBox 9056"/>
            <p:cNvSpPr txBox="1"/>
            <p:nvPr/>
          </p:nvSpPr>
          <p:spPr>
            <a:xfrm>
              <a:off x="5844351" y="3167138"/>
              <a:ext cx="412539" cy="1955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662"/>
                <a:t>壁龕廊
nichehall</a:t>
              </a:r>
            </a:p>
          </p:txBody>
        </p:sp>
      </p:grpSp>
      <p:grpSp>
        <p:nvGrpSpPr>
          <p:cNvPr id="9032" name="tomb:ossuary"/>
          <p:cNvGrpSpPr/>
          <p:nvPr/>
        </p:nvGrpSpPr>
        <p:grpSpPr>
          <a:xfrm>
            <a:off x="5341054" y="2936116"/>
            <a:ext cx="412539" cy="426522"/>
            <a:chOff x="5341054" y="2936116"/>
            <a:chExt cx="412539" cy="426522"/>
          </a:xfrm>
        </p:grpSpPr>
        <p:pic>
          <p:nvPicPr>
            <p:cNvPr id="9058" name="Picture 9057" descr="Tomb_Ossuary.jpg"/>
            <p:cNvPicPr>
              <a:picLocks noChangeAspect="1"/>
            </p:cNvPicPr>
            <p:nvPr/>
          </p:nvPicPr>
          <p:blipFill>
            <a:blip r:embed="rId29"/>
            <a:stretch>
              <a:fillRect/>
            </a:stretch>
          </p:blipFill>
          <p:spPr>
            <a:xfrm>
              <a:off x="5341054" y="2936116"/>
              <a:ext cx="412539" cy="231022"/>
            </a:xfrm>
            <a:prstGeom prst="rect">
              <a:avLst/>
            </a:prstGeom>
          </p:spPr>
        </p:pic>
        <p:sp>
          <p:nvSpPr>
            <p:cNvPr id="9059" name="TextBox 9058"/>
            <p:cNvSpPr txBox="1"/>
            <p:nvPr/>
          </p:nvSpPr>
          <p:spPr>
            <a:xfrm>
              <a:off x="5341054" y="3167138"/>
              <a:ext cx="412539" cy="1955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662"/>
                <a:t>骨室
ossuary</a:t>
              </a:r>
            </a:p>
          </p:txBody>
        </p:sp>
      </p:grpSp>
      <p:grpSp>
        <p:nvGrpSpPr>
          <p:cNvPr id="9033" name="tomb:stair2"/>
          <p:cNvGrpSpPr/>
          <p:nvPr/>
        </p:nvGrpSpPr>
        <p:grpSpPr>
          <a:xfrm>
            <a:off x="5341054" y="2427087"/>
            <a:ext cx="412539" cy="426522"/>
            <a:chOff x="5341054" y="2427087"/>
            <a:chExt cx="412539" cy="426522"/>
          </a:xfrm>
        </p:grpSpPr>
        <p:pic>
          <p:nvPicPr>
            <p:cNvPr id="9060" name="Picture 9059" descr="Tomb_Stair2.jpg"/>
            <p:cNvPicPr>
              <a:picLocks noChangeAspect="1"/>
            </p:cNvPicPr>
            <p:nvPr/>
          </p:nvPicPr>
          <p:blipFill>
            <a:blip r:embed="rId30"/>
            <a:stretch>
              <a:fillRect/>
            </a:stretch>
          </p:blipFill>
          <p:spPr>
            <a:xfrm>
              <a:off x="5341054" y="2427087"/>
              <a:ext cx="412539" cy="231022"/>
            </a:xfrm>
            <a:prstGeom prst="rect">
              <a:avLst/>
            </a:prstGeom>
          </p:spPr>
        </p:pic>
        <p:sp>
          <p:nvSpPr>
            <p:cNvPr id="9061" name="TextBox 9060"/>
            <p:cNvSpPr txBox="1"/>
            <p:nvPr/>
          </p:nvSpPr>
          <p:spPr>
            <a:xfrm>
              <a:off x="5341054" y="2658109"/>
              <a:ext cx="412539" cy="1955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662"/>
                <a:t>第二道階梯
stair2</a:t>
              </a:r>
            </a:p>
          </p:txBody>
        </p:sp>
      </p:grpSp>
      <p:grpSp>
        <p:nvGrpSpPr>
          <p:cNvPr id="9034" name="tomb:landing3"/>
          <p:cNvGrpSpPr/>
          <p:nvPr/>
        </p:nvGrpSpPr>
        <p:grpSpPr>
          <a:xfrm>
            <a:off x="5341054" y="1918058"/>
            <a:ext cx="412539" cy="426522"/>
            <a:chOff x="5341054" y="1918058"/>
            <a:chExt cx="412539" cy="426522"/>
          </a:xfrm>
        </p:grpSpPr>
        <p:pic>
          <p:nvPicPr>
            <p:cNvPr id="9062" name="Picture 9061" descr="Tomb_Landing3.jpg"/>
            <p:cNvPicPr>
              <a:picLocks noChangeAspect="1"/>
            </p:cNvPicPr>
            <p:nvPr/>
          </p:nvPicPr>
          <p:blipFill>
            <a:blip r:embed="rId31"/>
            <a:stretch>
              <a:fillRect/>
            </a:stretch>
          </p:blipFill>
          <p:spPr>
            <a:xfrm>
              <a:off x="5341054" y="1918058"/>
              <a:ext cx="412539" cy="231022"/>
            </a:xfrm>
            <a:prstGeom prst="rect">
              <a:avLst/>
            </a:prstGeom>
          </p:spPr>
        </p:pic>
        <p:sp>
          <p:nvSpPr>
            <p:cNvPr id="9063" name="TextBox 9062"/>
            <p:cNvSpPr txBox="1"/>
            <p:nvPr/>
          </p:nvSpPr>
          <p:spPr>
            <a:xfrm>
              <a:off x="5341054" y="2149080"/>
              <a:ext cx="412539" cy="1955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662"/>
                <a:t>三層梯廳
landing3</a:t>
              </a:r>
            </a:p>
          </p:txBody>
        </p:sp>
      </p:grpSp>
      <p:grpSp>
        <p:nvGrpSpPr>
          <p:cNvPr id="9035" name="tomb:gallery3"/>
          <p:cNvGrpSpPr/>
          <p:nvPr/>
        </p:nvGrpSpPr>
        <p:grpSpPr>
          <a:xfrm>
            <a:off x="5341054" y="1409029"/>
            <a:ext cx="412539" cy="426522"/>
            <a:chOff x="5341054" y="1409029"/>
            <a:chExt cx="412539" cy="426522"/>
          </a:xfrm>
        </p:grpSpPr>
        <p:pic>
          <p:nvPicPr>
            <p:cNvPr id="9064" name="Picture 9063" descr="Tomb_Gallery3.jpg"/>
            <p:cNvPicPr>
              <a:picLocks noChangeAspect="1"/>
            </p:cNvPicPr>
            <p:nvPr/>
          </p:nvPicPr>
          <p:blipFill>
            <a:blip r:embed="rId32"/>
            <a:stretch>
              <a:fillRect/>
            </a:stretch>
          </p:blipFill>
          <p:spPr>
            <a:xfrm>
              <a:off x="5341054" y="1409029"/>
              <a:ext cx="412539" cy="231022"/>
            </a:xfrm>
            <a:prstGeom prst="rect">
              <a:avLst/>
            </a:prstGeom>
          </p:spPr>
        </p:pic>
        <p:sp>
          <p:nvSpPr>
            <p:cNvPr id="9065" name="TextBox 9064"/>
            <p:cNvSpPr txBox="1"/>
            <p:nvPr/>
          </p:nvSpPr>
          <p:spPr>
            <a:xfrm>
              <a:off x="5341054" y="1640051"/>
              <a:ext cx="412539" cy="1955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662"/>
                <a:t>玄室前廊
gallery3</a:t>
              </a:r>
            </a:p>
          </p:txBody>
        </p:sp>
      </p:grpSp>
      <p:grpSp>
        <p:nvGrpSpPr>
          <p:cNvPr id="9036" name="tomb:vaultW"/>
          <p:cNvGrpSpPr/>
          <p:nvPr/>
        </p:nvGrpSpPr>
        <p:grpSpPr>
          <a:xfrm>
            <a:off x="4837757" y="1409029"/>
            <a:ext cx="412539" cy="426522"/>
            <a:chOff x="4837757" y="1409029"/>
            <a:chExt cx="412539" cy="426522"/>
          </a:xfrm>
        </p:grpSpPr>
        <p:pic>
          <p:nvPicPr>
            <p:cNvPr id="9066" name="Picture 9065" descr="Tomb_VaultW.jpg"/>
            <p:cNvPicPr>
              <a:picLocks noChangeAspect="1"/>
            </p:cNvPicPr>
            <p:nvPr/>
          </p:nvPicPr>
          <p:blipFill>
            <a:blip r:embed="rId33"/>
            <a:stretch>
              <a:fillRect/>
            </a:stretch>
          </p:blipFill>
          <p:spPr>
            <a:xfrm>
              <a:off x="4837757" y="1409029"/>
              <a:ext cx="412539" cy="231022"/>
            </a:xfrm>
            <a:prstGeom prst="rect">
              <a:avLst/>
            </a:prstGeom>
          </p:spPr>
        </p:pic>
        <p:sp>
          <p:nvSpPr>
            <p:cNvPr id="9067" name="TextBox 9066"/>
            <p:cNvSpPr txBox="1"/>
            <p:nvPr/>
          </p:nvSpPr>
          <p:spPr>
            <a:xfrm>
              <a:off x="4837757" y="1640051"/>
              <a:ext cx="412539" cy="1955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662"/>
                <a:t>側墓穴
vaultW</a:t>
              </a:r>
            </a:p>
          </p:txBody>
        </p:sp>
      </p:grpSp>
      <p:grpSp>
        <p:nvGrpSpPr>
          <p:cNvPr id="9037" name="tomb:bonepit"/>
          <p:cNvGrpSpPr/>
          <p:nvPr/>
        </p:nvGrpSpPr>
        <p:grpSpPr>
          <a:xfrm>
            <a:off x="4837757" y="900000"/>
            <a:ext cx="412539" cy="426522"/>
            <a:chOff x="4837757" y="900000"/>
            <a:chExt cx="412539" cy="426522"/>
          </a:xfrm>
        </p:grpSpPr>
        <p:pic>
          <p:nvPicPr>
            <p:cNvPr id="9068" name="Picture 9067" descr="Tomb_Bonepit.jpg"/>
            <p:cNvPicPr>
              <a:picLocks noChangeAspect="1"/>
            </p:cNvPicPr>
            <p:nvPr/>
          </p:nvPicPr>
          <p:blipFill>
            <a:blip r:embed="rId34"/>
            <a:stretch>
              <a:fillRect/>
            </a:stretch>
          </p:blipFill>
          <p:spPr>
            <a:xfrm>
              <a:off x="4837757" y="900000"/>
              <a:ext cx="412539" cy="231022"/>
            </a:xfrm>
            <a:prstGeom prst="rect">
              <a:avLst/>
            </a:prstGeom>
          </p:spPr>
        </p:pic>
        <p:sp>
          <p:nvSpPr>
            <p:cNvPr id="9069" name="TextBox 9068"/>
            <p:cNvSpPr txBox="1"/>
            <p:nvPr/>
          </p:nvSpPr>
          <p:spPr>
            <a:xfrm>
              <a:off x="4837757" y="1131022"/>
              <a:ext cx="412539" cy="1955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662"/>
                <a:t>骨坑
bonepit</a:t>
              </a:r>
            </a:p>
          </p:txBody>
        </p:sp>
      </p:grpSp>
      <p:grpSp>
        <p:nvGrpSpPr>
          <p:cNvPr id="9038" name="tomb:crypt"/>
          <p:cNvGrpSpPr/>
          <p:nvPr/>
        </p:nvGrpSpPr>
        <p:grpSpPr>
          <a:xfrm>
            <a:off x="5341054" y="900000"/>
            <a:ext cx="412539" cy="426522"/>
            <a:chOff x="5341054" y="900000"/>
            <a:chExt cx="412539" cy="426522"/>
          </a:xfrm>
        </p:grpSpPr>
        <p:pic>
          <p:nvPicPr>
            <p:cNvPr id="9070" name="Picture 9069" descr="Tomb_Crypt.jpg"/>
            <p:cNvPicPr>
              <a:picLocks noChangeAspect="1"/>
            </p:cNvPicPr>
            <p:nvPr/>
          </p:nvPicPr>
          <p:blipFill>
            <a:blip r:embed="rId35"/>
            <a:stretch>
              <a:fillRect/>
            </a:stretch>
          </p:blipFill>
          <p:spPr>
            <a:xfrm>
              <a:off x="5341054" y="900000"/>
              <a:ext cx="412539" cy="231022"/>
            </a:xfrm>
            <a:prstGeom prst="rect">
              <a:avLst/>
            </a:prstGeom>
          </p:spPr>
        </p:pic>
        <p:sp>
          <p:nvSpPr>
            <p:cNvPr id="9071" name="TextBox 9070"/>
            <p:cNvSpPr txBox="1"/>
            <p:nvPr/>
          </p:nvSpPr>
          <p:spPr>
            <a:xfrm>
              <a:off x="5341054" y="1131022"/>
              <a:ext cx="412539" cy="1955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662"/>
                <a:t>石棺主室
crypt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9065" name="Connector 9064"/>
          <p:cNvCxnSpPr>
            <a:stCxn id="9042" idx="0"/>
            <a:endCxn id="9044" idx="0"/>
          </p:cNvCxnSpPr>
          <p:nvPr/>
        </p:nvCxnSpPr>
        <p:spPr>
          <a:xfrm flipV="1">
            <a:off x="8521731" y="900005"/>
            <a:ext cx="0" cy="949665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64" name="Connector 9063"/>
          <p:cNvCxnSpPr>
            <a:stCxn id="9038" idx="0"/>
            <a:endCxn id="9042" idx="0"/>
          </p:cNvCxnSpPr>
          <p:nvPr/>
        </p:nvCxnSpPr>
        <p:spPr>
          <a:xfrm flipV="1">
            <a:off x="8521731" y="1849670"/>
            <a:ext cx="0" cy="949665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63" name="Connector 9062"/>
          <p:cNvCxnSpPr>
            <a:stCxn id="9034" idx="0"/>
            <a:endCxn id="9040" idx="0"/>
          </p:cNvCxnSpPr>
          <p:nvPr/>
        </p:nvCxnSpPr>
        <p:spPr>
          <a:xfrm flipV="1">
            <a:off x="7515135" y="1849670"/>
            <a:ext cx="0" cy="949665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62" name="Connector 9061"/>
          <p:cNvCxnSpPr>
            <a:stCxn id="9034" idx="0"/>
            <a:endCxn id="9038" idx="0"/>
          </p:cNvCxnSpPr>
          <p:nvPr/>
        </p:nvCxnSpPr>
        <p:spPr>
          <a:xfrm>
            <a:off x="7515135" y="2799335"/>
            <a:ext cx="1006596" cy="0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61" name="Connector 9060"/>
          <p:cNvCxnSpPr>
            <a:stCxn id="9034" idx="0"/>
            <a:endCxn id="9036" idx="0"/>
          </p:cNvCxnSpPr>
          <p:nvPr/>
        </p:nvCxnSpPr>
        <p:spPr>
          <a:xfrm flipH="1">
            <a:off x="6508539" y="2799335"/>
            <a:ext cx="1006596" cy="0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60" name="Connector 9059"/>
          <p:cNvCxnSpPr>
            <a:stCxn id="9032" idx="0"/>
            <a:endCxn id="9034" idx="0"/>
          </p:cNvCxnSpPr>
          <p:nvPr/>
        </p:nvCxnSpPr>
        <p:spPr>
          <a:xfrm flipV="1">
            <a:off x="7515135" y="2799335"/>
            <a:ext cx="0" cy="949665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59" name="Connector 9058"/>
          <p:cNvCxnSpPr>
            <a:stCxn id="9030" idx="0"/>
            <a:endCxn id="9032" idx="0"/>
          </p:cNvCxnSpPr>
          <p:nvPr/>
        </p:nvCxnSpPr>
        <p:spPr>
          <a:xfrm flipV="1">
            <a:off x="7515135" y="3749000"/>
            <a:ext cx="0" cy="949665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58" name="Connector 9057"/>
          <p:cNvCxnSpPr>
            <a:stCxn id="9028" idx="0"/>
            <a:endCxn id="9030" idx="0"/>
          </p:cNvCxnSpPr>
          <p:nvPr/>
        </p:nvCxnSpPr>
        <p:spPr>
          <a:xfrm flipV="1">
            <a:off x="7515135" y="4698665"/>
            <a:ext cx="0" cy="949665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57" name="Connector 9056"/>
          <p:cNvCxnSpPr>
            <a:stCxn id="9024" idx="0"/>
            <a:endCxn id="9026" idx="0"/>
          </p:cNvCxnSpPr>
          <p:nvPr/>
        </p:nvCxnSpPr>
        <p:spPr>
          <a:xfrm flipV="1">
            <a:off x="5501943" y="1849670"/>
            <a:ext cx="0" cy="949665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56" name="Connector 9055"/>
          <p:cNvCxnSpPr>
            <a:stCxn id="9020" idx="0"/>
            <a:endCxn id="9022" idx="0"/>
          </p:cNvCxnSpPr>
          <p:nvPr/>
        </p:nvCxnSpPr>
        <p:spPr>
          <a:xfrm flipV="1">
            <a:off x="4495347" y="1849670"/>
            <a:ext cx="0" cy="949665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55" name="Connector 9054"/>
          <p:cNvCxnSpPr>
            <a:stCxn id="9016" idx="0"/>
            <a:endCxn id="9018" idx="0"/>
          </p:cNvCxnSpPr>
          <p:nvPr/>
        </p:nvCxnSpPr>
        <p:spPr>
          <a:xfrm>
            <a:off x="3488751" y="3749000"/>
            <a:ext cx="0" cy="949665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54" name="Connector 9053"/>
          <p:cNvCxnSpPr>
            <a:stCxn id="9014" idx="0"/>
            <a:endCxn id="9024" idx="0"/>
          </p:cNvCxnSpPr>
          <p:nvPr/>
        </p:nvCxnSpPr>
        <p:spPr>
          <a:xfrm flipV="1">
            <a:off x="4495347" y="2799335"/>
            <a:ext cx="1006596" cy="949665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53" name="Connector 9052"/>
          <p:cNvCxnSpPr>
            <a:stCxn id="9014" idx="0"/>
            <a:endCxn id="9020" idx="0"/>
          </p:cNvCxnSpPr>
          <p:nvPr/>
        </p:nvCxnSpPr>
        <p:spPr>
          <a:xfrm flipV="1">
            <a:off x="4495347" y="2799335"/>
            <a:ext cx="0" cy="949665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52" name="Connector 9051"/>
          <p:cNvCxnSpPr>
            <a:stCxn id="9014" idx="0"/>
            <a:endCxn id="9016" idx="0"/>
          </p:cNvCxnSpPr>
          <p:nvPr/>
        </p:nvCxnSpPr>
        <p:spPr>
          <a:xfrm flipH="1">
            <a:off x="3488751" y="3749000"/>
            <a:ext cx="1006596" cy="0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51" name="Connector 9050"/>
          <p:cNvCxnSpPr>
            <a:stCxn id="9012" idx="0"/>
            <a:endCxn id="9014" idx="0"/>
          </p:cNvCxnSpPr>
          <p:nvPr/>
        </p:nvCxnSpPr>
        <p:spPr>
          <a:xfrm flipV="1">
            <a:off x="4495347" y="3749000"/>
            <a:ext cx="0" cy="949665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50" name="Connector 9049"/>
          <p:cNvCxnSpPr>
            <a:stCxn id="9008" idx="0"/>
            <a:endCxn id="9010" idx="0"/>
          </p:cNvCxnSpPr>
          <p:nvPr/>
        </p:nvCxnSpPr>
        <p:spPr>
          <a:xfrm flipV="1">
            <a:off x="5501943" y="3749000"/>
            <a:ext cx="0" cy="949665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49" name="Connector 9048"/>
          <p:cNvCxnSpPr>
            <a:stCxn id="9008" idx="0"/>
            <a:endCxn id="9012" idx="0"/>
          </p:cNvCxnSpPr>
          <p:nvPr/>
        </p:nvCxnSpPr>
        <p:spPr>
          <a:xfrm flipH="1">
            <a:off x="4495347" y="4698665"/>
            <a:ext cx="1006596" cy="0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48" name="Connector 9047"/>
          <p:cNvCxnSpPr>
            <a:stCxn id="9006" idx="0"/>
            <a:endCxn id="9008" idx="0"/>
          </p:cNvCxnSpPr>
          <p:nvPr/>
        </p:nvCxnSpPr>
        <p:spPr>
          <a:xfrm flipV="1">
            <a:off x="5501943" y="4698665"/>
            <a:ext cx="0" cy="949665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47" name="Connector 9046"/>
          <p:cNvCxnSpPr>
            <a:stCxn id="3" idx="0"/>
            <a:endCxn id="9028" idx="0"/>
          </p:cNvCxnSpPr>
          <p:nvPr/>
        </p:nvCxnSpPr>
        <p:spPr>
          <a:xfrm>
            <a:off x="6508539" y="5648330"/>
            <a:ext cx="1006596" cy="0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46" name="Connector 9045"/>
          <p:cNvCxnSpPr>
            <a:stCxn id="3" idx="0"/>
            <a:endCxn id="9006" idx="0"/>
          </p:cNvCxnSpPr>
          <p:nvPr/>
        </p:nvCxnSpPr>
        <p:spPr>
          <a:xfrm flipH="1">
            <a:off x="5501943" y="5648330"/>
            <a:ext cx="1006596" cy="0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420000" y="220000"/>
            <a:ext cx="11352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/>
              <a:t>木雅克神殿　（shinier_ruins）　21 格</a:t>
            </a:r>
          </a:p>
        </p:txBody>
      </p:sp>
      <p:grpSp>
        <p:nvGrpSpPr>
          <p:cNvPr id="9005" name="shinier_ruins:antechamber"/>
          <p:cNvGrpSpPr/>
          <p:nvPr/>
        </p:nvGrpSpPr>
        <p:grpSpPr>
          <a:xfrm>
            <a:off x="6096000" y="5648330"/>
            <a:ext cx="825079" cy="784650"/>
            <a:chOff x="6096000" y="5648330"/>
            <a:chExt cx="825079" cy="784650"/>
          </a:xfrm>
        </p:grpSpPr>
        <p:pic>
          <p:nvPicPr>
            <p:cNvPr id="3" name="Picture 2" descr="Ruins_shinier_Antechamber.jp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96000" y="5648330"/>
              <a:ext cx="825079" cy="462044"/>
            </a:xfrm>
            <a:prstGeom prst="rect">
              <a:avLst/>
            </a:prstGeom>
          </p:spPr>
        </p:pic>
        <p:sp>
          <p:nvSpPr>
            <p:cNvPr id="4" name="TextBox 3"/>
            <p:cNvSpPr txBox="1"/>
            <p:nvPr/>
          </p:nvSpPr>
          <p:spPr>
            <a:xfrm>
              <a:off x="6096000" y="6110374"/>
              <a:ext cx="825079" cy="32260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829"/>
                <a:t>前廳
antechamber</a:t>
              </a:r>
              <a:r>
                <a:rPr sz="729">
                  <a:solidFill>
                    <a:srgbClr val="C03020"/>
                  </a:solidFill>
                </a:rPr>
                <a:t>
入口／休息處／→@shinier_forest:ruins</a:t>
              </a:r>
            </a:p>
          </p:txBody>
        </p:sp>
      </p:grpSp>
      <p:grpSp>
        <p:nvGrpSpPr>
          <p:cNvPr id="9006" name="shinier_ruins:corridora"/>
          <p:cNvGrpSpPr/>
          <p:nvPr/>
        </p:nvGrpSpPr>
        <p:grpSpPr>
          <a:xfrm>
            <a:off x="5089404" y="5648330"/>
            <a:ext cx="825079" cy="784650"/>
            <a:chOff x="5089404" y="5648330"/>
            <a:chExt cx="825079" cy="784650"/>
          </a:xfrm>
        </p:grpSpPr>
        <p:pic>
          <p:nvPicPr>
            <p:cNvPr id="9006" name="Picture 9005" descr="Ruins_shinier_CorridorA.jp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089404" y="5648330"/>
              <a:ext cx="825079" cy="462044"/>
            </a:xfrm>
            <a:prstGeom prst="rect">
              <a:avLst/>
            </a:prstGeom>
          </p:spPr>
        </p:pic>
        <p:sp>
          <p:nvSpPr>
            <p:cNvPr id="9007" name="TextBox 9006"/>
            <p:cNvSpPr txBox="1"/>
            <p:nvPr/>
          </p:nvSpPr>
          <p:spPr>
            <a:xfrm>
              <a:off x="5089404" y="6110374"/>
              <a:ext cx="825079" cy="32260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829"/>
                <a:t>長廊
corridora</a:t>
              </a:r>
            </a:p>
          </p:txBody>
        </p:sp>
      </p:grpSp>
      <p:grpSp>
        <p:nvGrpSpPr>
          <p:cNvPr id="9007" name="shinier_ruins:crossway"/>
          <p:cNvGrpSpPr/>
          <p:nvPr/>
        </p:nvGrpSpPr>
        <p:grpSpPr>
          <a:xfrm>
            <a:off x="5089404" y="4698665"/>
            <a:ext cx="825079" cy="784650"/>
            <a:chOff x="5089404" y="4698665"/>
            <a:chExt cx="825079" cy="784650"/>
          </a:xfrm>
        </p:grpSpPr>
        <p:pic>
          <p:nvPicPr>
            <p:cNvPr id="9008" name="Picture 9007" descr="Ruins_shinier_Crossway.jp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089404" y="4698665"/>
              <a:ext cx="825079" cy="462044"/>
            </a:xfrm>
            <a:prstGeom prst="rect">
              <a:avLst/>
            </a:prstGeom>
          </p:spPr>
        </p:pic>
        <p:sp>
          <p:nvSpPr>
            <p:cNvPr id="9009" name="TextBox 9008"/>
            <p:cNvSpPr txBox="1"/>
            <p:nvPr/>
          </p:nvSpPr>
          <p:spPr>
            <a:xfrm>
              <a:off x="5089404" y="5160709"/>
              <a:ext cx="825079" cy="32260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829"/>
                <a:t>岔道
crossway</a:t>
              </a:r>
            </a:p>
          </p:txBody>
        </p:sp>
      </p:grpSp>
      <p:grpSp>
        <p:nvGrpSpPr>
          <p:cNvPr id="9008" name="shinier_ruins:well"/>
          <p:cNvGrpSpPr/>
          <p:nvPr/>
        </p:nvGrpSpPr>
        <p:grpSpPr>
          <a:xfrm>
            <a:off x="5089404" y="3749000"/>
            <a:ext cx="825079" cy="784650"/>
            <a:chOff x="5089404" y="3749000"/>
            <a:chExt cx="825079" cy="784650"/>
          </a:xfrm>
        </p:grpSpPr>
        <p:pic>
          <p:nvPicPr>
            <p:cNvPr id="9010" name="Picture 9009" descr="Ruins_shinier_Well.jp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089404" y="3749000"/>
              <a:ext cx="825079" cy="462044"/>
            </a:xfrm>
            <a:prstGeom prst="rect">
              <a:avLst/>
            </a:prstGeom>
          </p:spPr>
        </p:pic>
        <p:sp>
          <p:nvSpPr>
            <p:cNvPr id="9011" name="TextBox 9010"/>
            <p:cNvSpPr txBox="1"/>
            <p:nvPr/>
          </p:nvSpPr>
          <p:spPr>
            <a:xfrm>
              <a:off x="5089404" y="4211044"/>
              <a:ext cx="825079" cy="32260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829"/>
                <a:t>圓井房
well</a:t>
              </a:r>
            </a:p>
          </p:txBody>
        </p:sp>
      </p:grpSp>
      <p:grpSp>
        <p:nvGrpSpPr>
          <p:cNvPr id="9009" name="shinier_ruins:stairup"/>
          <p:cNvGrpSpPr/>
          <p:nvPr/>
        </p:nvGrpSpPr>
        <p:grpSpPr>
          <a:xfrm>
            <a:off x="4082808" y="4698665"/>
            <a:ext cx="825079" cy="784650"/>
            <a:chOff x="4082808" y="4698665"/>
            <a:chExt cx="825079" cy="784650"/>
          </a:xfrm>
        </p:grpSpPr>
        <p:pic>
          <p:nvPicPr>
            <p:cNvPr id="9012" name="Picture 9011" descr="Ruins_shinier_StairUp.jp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082808" y="4698665"/>
              <a:ext cx="825079" cy="462044"/>
            </a:xfrm>
            <a:prstGeom prst="rect">
              <a:avLst/>
            </a:prstGeom>
          </p:spPr>
        </p:pic>
        <p:sp>
          <p:nvSpPr>
            <p:cNvPr id="9013" name="TextBox 9012"/>
            <p:cNvSpPr txBox="1"/>
            <p:nvPr/>
          </p:nvSpPr>
          <p:spPr>
            <a:xfrm>
              <a:off x="4082808" y="5160709"/>
              <a:ext cx="825079" cy="32260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829"/>
                <a:t>上行石階
stairup</a:t>
              </a:r>
            </a:p>
          </p:txBody>
        </p:sp>
      </p:grpSp>
      <p:grpSp>
        <p:nvGrpSpPr>
          <p:cNvPr id="9010" name="shinier_ruins:brazier"/>
          <p:cNvGrpSpPr/>
          <p:nvPr/>
        </p:nvGrpSpPr>
        <p:grpSpPr>
          <a:xfrm>
            <a:off x="4082808" y="3749000"/>
            <a:ext cx="825079" cy="784650"/>
            <a:chOff x="4082808" y="3749000"/>
            <a:chExt cx="825079" cy="784650"/>
          </a:xfrm>
        </p:grpSpPr>
        <p:pic>
          <p:nvPicPr>
            <p:cNvPr id="9014" name="Picture 9013" descr="Ruins_shinier_Brazier.jp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082808" y="3749000"/>
              <a:ext cx="825079" cy="462044"/>
            </a:xfrm>
            <a:prstGeom prst="rect">
              <a:avLst/>
            </a:prstGeom>
          </p:spPr>
        </p:pic>
        <p:sp>
          <p:nvSpPr>
            <p:cNvPr id="9015" name="TextBox 9014"/>
            <p:cNvSpPr txBox="1"/>
            <p:nvPr/>
          </p:nvSpPr>
          <p:spPr>
            <a:xfrm>
              <a:off x="4082808" y="4211044"/>
              <a:ext cx="825079" cy="32260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829"/>
                <a:t>養息之間
brazier</a:t>
              </a:r>
            </a:p>
          </p:txBody>
        </p:sp>
      </p:grpSp>
      <p:grpSp>
        <p:nvGrpSpPr>
          <p:cNvPr id="9011" name="shinier_ruins:collapsed"/>
          <p:cNvGrpSpPr/>
          <p:nvPr/>
        </p:nvGrpSpPr>
        <p:grpSpPr>
          <a:xfrm>
            <a:off x="3076212" y="3749000"/>
            <a:ext cx="825079" cy="784650"/>
            <a:chOff x="3076212" y="3749000"/>
            <a:chExt cx="825079" cy="784650"/>
          </a:xfrm>
        </p:grpSpPr>
        <p:pic>
          <p:nvPicPr>
            <p:cNvPr id="9016" name="Picture 9015" descr="Ruins_shinier_Collapsed.jp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076212" y="3749000"/>
              <a:ext cx="825079" cy="462044"/>
            </a:xfrm>
            <a:prstGeom prst="rect">
              <a:avLst/>
            </a:prstGeom>
          </p:spPr>
        </p:pic>
        <p:sp>
          <p:nvSpPr>
            <p:cNvPr id="9017" name="TextBox 9016"/>
            <p:cNvSpPr txBox="1"/>
            <p:nvPr/>
          </p:nvSpPr>
          <p:spPr>
            <a:xfrm>
              <a:off x="3076212" y="4211044"/>
              <a:ext cx="825079" cy="32260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829"/>
                <a:t>崩塌走道
collapsed</a:t>
              </a:r>
            </a:p>
          </p:txBody>
        </p:sp>
      </p:grpSp>
      <p:grpSp>
        <p:nvGrpSpPr>
          <p:cNvPr id="9012" name="shinier_ruins:mural"/>
          <p:cNvGrpSpPr/>
          <p:nvPr/>
        </p:nvGrpSpPr>
        <p:grpSpPr>
          <a:xfrm>
            <a:off x="3076212" y="4698665"/>
            <a:ext cx="825079" cy="784650"/>
            <a:chOff x="3076212" y="4698665"/>
            <a:chExt cx="825079" cy="784650"/>
          </a:xfrm>
        </p:grpSpPr>
        <p:pic>
          <p:nvPicPr>
            <p:cNvPr id="9018" name="Picture 9017" descr="Ruins_shinier_Mural.jp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3076212" y="4698665"/>
              <a:ext cx="825079" cy="462044"/>
            </a:xfrm>
            <a:prstGeom prst="rect">
              <a:avLst/>
            </a:prstGeom>
          </p:spPr>
        </p:pic>
        <p:sp>
          <p:nvSpPr>
            <p:cNvPr id="9019" name="TextBox 9018"/>
            <p:cNvSpPr txBox="1"/>
            <p:nvPr/>
          </p:nvSpPr>
          <p:spPr>
            <a:xfrm>
              <a:off x="3076212" y="5160709"/>
              <a:ext cx="825079" cy="32260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829"/>
                <a:t>壁畫廳
mural</a:t>
              </a:r>
            </a:p>
          </p:txBody>
        </p:sp>
      </p:grpSp>
      <p:grpSp>
        <p:nvGrpSpPr>
          <p:cNvPr id="9013" name="shinier_ruins:bridge"/>
          <p:cNvGrpSpPr/>
          <p:nvPr/>
        </p:nvGrpSpPr>
        <p:grpSpPr>
          <a:xfrm>
            <a:off x="4082808" y="2799335"/>
            <a:ext cx="825079" cy="784650"/>
            <a:chOff x="4082808" y="2799335"/>
            <a:chExt cx="825079" cy="784650"/>
          </a:xfrm>
        </p:grpSpPr>
        <p:pic>
          <p:nvPicPr>
            <p:cNvPr id="9020" name="Picture 9019" descr="Ruins_shinier_Bridge.jpg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4082808" y="2799335"/>
              <a:ext cx="825079" cy="462044"/>
            </a:xfrm>
            <a:prstGeom prst="rect">
              <a:avLst/>
            </a:prstGeom>
          </p:spPr>
        </p:pic>
        <p:sp>
          <p:nvSpPr>
            <p:cNvPr id="9021" name="TextBox 9020"/>
            <p:cNvSpPr txBox="1"/>
            <p:nvPr/>
          </p:nvSpPr>
          <p:spPr>
            <a:xfrm>
              <a:off x="4082808" y="3261379"/>
              <a:ext cx="825079" cy="32260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829"/>
                <a:t>石橋
bridge</a:t>
              </a:r>
            </a:p>
          </p:txBody>
        </p:sp>
      </p:grpSp>
      <p:grpSp>
        <p:nvGrpSpPr>
          <p:cNvPr id="9014" name="shinier_ruins:deepaltar"/>
          <p:cNvGrpSpPr/>
          <p:nvPr/>
        </p:nvGrpSpPr>
        <p:grpSpPr>
          <a:xfrm>
            <a:off x="4082808" y="1849670"/>
            <a:ext cx="825079" cy="784650"/>
            <a:chOff x="4082808" y="1849670"/>
            <a:chExt cx="825079" cy="784650"/>
          </a:xfrm>
        </p:grpSpPr>
        <p:pic>
          <p:nvPicPr>
            <p:cNvPr id="9022" name="Picture 9021" descr="Ruins_shinier_DeepAltar.jpg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4082808" y="1849670"/>
              <a:ext cx="825079" cy="462044"/>
            </a:xfrm>
            <a:prstGeom prst="rect">
              <a:avLst/>
            </a:prstGeom>
          </p:spPr>
        </p:pic>
        <p:sp>
          <p:nvSpPr>
            <p:cNvPr id="9023" name="TextBox 9022"/>
            <p:cNvSpPr txBox="1"/>
            <p:nvPr/>
          </p:nvSpPr>
          <p:spPr>
            <a:xfrm>
              <a:off x="4082808" y="2311714"/>
              <a:ext cx="825079" cy="32260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829"/>
                <a:t>深部祭壇
deepaltar</a:t>
              </a:r>
              <a:r>
                <a:rPr sz="729">
                  <a:solidFill>
                    <a:srgbClr val="C03020"/>
                  </a:solidFill>
                </a:rPr>
                <a:t>
休息處</a:t>
              </a:r>
            </a:p>
          </p:txBody>
        </p:sp>
      </p:grpSp>
      <p:grpSp>
        <p:nvGrpSpPr>
          <p:cNvPr id="9015" name="shinier_ruins:colossus"/>
          <p:cNvGrpSpPr/>
          <p:nvPr/>
        </p:nvGrpSpPr>
        <p:grpSpPr>
          <a:xfrm>
            <a:off x="5089404" y="2799335"/>
            <a:ext cx="825079" cy="784650"/>
            <a:chOff x="5089404" y="2799335"/>
            <a:chExt cx="825079" cy="784650"/>
          </a:xfrm>
        </p:grpSpPr>
        <p:pic>
          <p:nvPicPr>
            <p:cNvPr id="9024" name="Picture 9023" descr="Ruins_shinier_Colossus.jpg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5089404" y="2799335"/>
              <a:ext cx="825079" cy="462044"/>
            </a:xfrm>
            <a:prstGeom prst="rect">
              <a:avLst/>
            </a:prstGeom>
          </p:spPr>
        </p:pic>
        <p:sp>
          <p:nvSpPr>
            <p:cNvPr id="9025" name="TextBox 9024"/>
            <p:cNvSpPr txBox="1"/>
            <p:nvPr/>
          </p:nvSpPr>
          <p:spPr>
            <a:xfrm>
              <a:off x="5089404" y="3261379"/>
              <a:ext cx="825079" cy="32260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829"/>
                <a:t>巨像廳
colossus</a:t>
              </a:r>
            </a:p>
          </p:txBody>
        </p:sp>
      </p:grpSp>
      <p:grpSp>
        <p:nvGrpSpPr>
          <p:cNvPr id="9016" name="shinier_ruins:machine"/>
          <p:cNvGrpSpPr/>
          <p:nvPr/>
        </p:nvGrpSpPr>
        <p:grpSpPr>
          <a:xfrm>
            <a:off x="5089404" y="1849670"/>
            <a:ext cx="825079" cy="784650"/>
            <a:chOff x="5089404" y="1849670"/>
            <a:chExt cx="825079" cy="784650"/>
          </a:xfrm>
        </p:grpSpPr>
        <p:pic>
          <p:nvPicPr>
            <p:cNvPr id="9026" name="Picture 9025" descr="Ruins_shinier_Machine.jpg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5089404" y="1849670"/>
              <a:ext cx="825079" cy="462044"/>
            </a:xfrm>
            <a:prstGeom prst="rect">
              <a:avLst/>
            </a:prstGeom>
          </p:spPr>
        </p:pic>
        <p:sp>
          <p:nvSpPr>
            <p:cNvPr id="9027" name="TextBox 9026"/>
            <p:cNvSpPr txBox="1"/>
            <p:nvPr/>
          </p:nvSpPr>
          <p:spPr>
            <a:xfrm>
              <a:off x="5089404" y="2311714"/>
              <a:ext cx="825079" cy="32260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829"/>
                <a:t>古代機械
machine</a:t>
              </a:r>
            </a:p>
          </p:txBody>
        </p:sp>
      </p:grpSp>
      <p:grpSp>
        <p:nvGrpSpPr>
          <p:cNvPr id="9017" name="shinier_ruins:corridorb"/>
          <p:cNvGrpSpPr/>
          <p:nvPr/>
        </p:nvGrpSpPr>
        <p:grpSpPr>
          <a:xfrm>
            <a:off x="7102596" y="5648330"/>
            <a:ext cx="825079" cy="784650"/>
            <a:chOff x="7102596" y="5648330"/>
            <a:chExt cx="825079" cy="784650"/>
          </a:xfrm>
        </p:grpSpPr>
        <p:pic>
          <p:nvPicPr>
            <p:cNvPr id="9028" name="Picture 9027" descr="Ruins_shinier_CorridorB.jpg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7102596" y="5648330"/>
              <a:ext cx="825079" cy="462044"/>
            </a:xfrm>
            <a:prstGeom prst="rect">
              <a:avLst/>
            </a:prstGeom>
          </p:spPr>
        </p:pic>
        <p:sp>
          <p:nvSpPr>
            <p:cNvPr id="9029" name="TextBox 9028"/>
            <p:cNvSpPr txBox="1"/>
            <p:nvPr/>
          </p:nvSpPr>
          <p:spPr>
            <a:xfrm>
              <a:off x="7102596" y="6110374"/>
              <a:ext cx="825079" cy="32260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829"/>
                <a:t>拱門長廊
corridorb</a:t>
              </a:r>
            </a:p>
          </p:txBody>
        </p:sp>
      </p:grpSp>
      <p:grpSp>
        <p:nvGrpSpPr>
          <p:cNvPr id="9018" name="shinier_ruins:stairdeep"/>
          <p:cNvGrpSpPr/>
          <p:nvPr/>
        </p:nvGrpSpPr>
        <p:grpSpPr>
          <a:xfrm>
            <a:off x="7102596" y="4698665"/>
            <a:ext cx="825079" cy="784650"/>
            <a:chOff x="7102596" y="4698665"/>
            <a:chExt cx="825079" cy="784650"/>
          </a:xfrm>
        </p:grpSpPr>
        <p:pic>
          <p:nvPicPr>
            <p:cNvPr id="9030" name="Picture 9029" descr="Ruins_shinier_StairDeep.jpg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7102596" y="4698665"/>
              <a:ext cx="825079" cy="462044"/>
            </a:xfrm>
            <a:prstGeom prst="rect">
              <a:avLst/>
            </a:prstGeom>
          </p:spPr>
        </p:pic>
        <p:sp>
          <p:nvSpPr>
            <p:cNvPr id="9031" name="TextBox 9030"/>
            <p:cNvSpPr txBox="1"/>
            <p:nvPr/>
          </p:nvSpPr>
          <p:spPr>
            <a:xfrm>
              <a:off x="7102596" y="5160709"/>
              <a:ext cx="825079" cy="32260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829"/>
                <a:t>下行深階
stairdeep</a:t>
              </a:r>
            </a:p>
          </p:txBody>
        </p:sp>
      </p:grpSp>
      <p:grpSp>
        <p:nvGrpSpPr>
          <p:cNvPr id="9019" name="shinier_ruins:catacomb"/>
          <p:cNvGrpSpPr/>
          <p:nvPr/>
        </p:nvGrpSpPr>
        <p:grpSpPr>
          <a:xfrm>
            <a:off x="7102596" y="3749000"/>
            <a:ext cx="825079" cy="784650"/>
            <a:chOff x="7102596" y="3749000"/>
            <a:chExt cx="825079" cy="784650"/>
          </a:xfrm>
        </p:grpSpPr>
        <p:pic>
          <p:nvPicPr>
            <p:cNvPr id="9032" name="Picture 9031" descr="Ruins_shinier_Catacomb.jpg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7102596" y="3749000"/>
              <a:ext cx="825079" cy="462044"/>
            </a:xfrm>
            <a:prstGeom prst="rect">
              <a:avLst/>
            </a:prstGeom>
          </p:spPr>
        </p:pic>
        <p:sp>
          <p:nvSpPr>
            <p:cNvPr id="9033" name="TextBox 9032"/>
            <p:cNvSpPr txBox="1"/>
            <p:nvPr/>
          </p:nvSpPr>
          <p:spPr>
            <a:xfrm>
              <a:off x="7102596" y="4211044"/>
              <a:ext cx="825079" cy="32260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829"/>
                <a:t>墓道
catacomb</a:t>
              </a:r>
            </a:p>
          </p:txBody>
        </p:sp>
      </p:grpSp>
      <p:grpSp>
        <p:nvGrpSpPr>
          <p:cNvPr id="9020" name="shinier_ruins:hollow"/>
          <p:cNvGrpSpPr/>
          <p:nvPr/>
        </p:nvGrpSpPr>
        <p:grpSpPr>
          <a:xfrm>
            <a:off x="7102596" y="2799335"/>
            <a:ext cx="825079" cy="784650"/>
            <a:chOff x="7102596" y="2799335"/>
            <a:chExt cx="825079" cy="784650"/>
          </a:xfrm>
        </p:grpSpPr>
        <p:pic>
          <p:nvPicPr>
            <p:cNvPr id="9034" name="Picture 9033" descr="Ruins_shinier_Hollow.jpg"/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7102596" y="2799335"/>
              <a:ext cx="825079" cy="462044"/>
            </a:xfrm>
            <a:prstGeom prst="rect">
              <a:avLst/>
            </a:prstGeom>
          </p:spPr>
        </p:pic>
        <p:sp>
          <p:nvSpPr>
            <p:cNvPr id="9035" name="TextBox 9034"/>
            <p:cNvSpPr txBox="1"/>
            <p:nvPr/>
          </p:nvSpPr>
          <p:spPr>
            <a:xfrm>
              <a:off x="7102596" y="3261379"/>
              <a:ext cx="825079" cy="32260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829"/>
                <a:t>苔穴岔道
hollow</a:t>
              </a:r>
            </a:p>
          </p:txBody>
        </p:sp>
      </p:grpSp>
      <p:grpSp>
        <p:nvGrpSpPr>
          <p:cNvPr id="9021" name="shinier_ruins:prison"/>
          <p:cNvGrpSpPr/>
          <p:nvPr/>
        </p:nvGrpSpPr>
        <p:grpSpPr>
          <a:xfrm>
            <a:off x="6096000" y="2799335"/>
            <a:ext cx="825079" cy="784650"/>
            <a:chOff x="6096000" y="2799335"/>
            <a:chExt cx="825079" cy="784650"/>
          </a:xfrm>
        </p:grpSpPr>
        <p:pic>
          <p:nvPicPr>
            <p:cNvPr id="9036" name="Picture 9035" descr="Ruins_shinier_Prison.jpg"/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6096000" y="2799335"/>
              <a:ext cx="825079" cy="462044"/>
            </a:xfrm>
            <a:prstGeom prst="rect">
              <a:avLst/>
            </a:prstGeom>
          </p:spPr>
        </p:pic>
        <p:sp>
          <p:nvSpPr>
            <p:cNvPr id="9037" name="TextBox 9036"/>
            <p:cNvSpPr txBox="1"/>
            <p:nvPr/>
          </p:nvSpPr>
          <p:spPr>
            <a:xfrm>
              <a:off x="6096000" y="3261379"/>
              <a:ext cx="825079" cy="32260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829"/>
                <a:t>石牢區
prison</a:t>
              </a:r>
            </a:p>
          </p:txBody>
        </p:sp>
      </p:grpSp>
      <p:grpSp>
        <p:nvGrpSpPr>
          <p:cNvPr id="9022" name="shinier_ruins:mosschamber"/>
          <p:cNvGrpSpPr/>
          <p:nvPr/>
        </p:nvGrpSpPr>
        <p:grpSpPr>
          <a:xfrm>
            <a:off x="8109192" y="2799335"/>
            <a:ext cx="825079" cy="784650"/>
            <a:chOff x="8109192" y="2799335"/>
            <a:chExt cx="825079" cy="784650"/>
          </a:xfrm>
        </p:grpSpPr>
        <p:pic>
          <p:nvPicPr>
            <p:cNvPr id="9038" name="Picture 9037" descr="Ruins_shinier_MossChamber.jpg"/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8109192" y="2799335"/>
              <a:ext cx="825079" cy="462044"/>
            </a:xfrm>
            <a:prstGeom prst="rect">
              <a:avLst/>
            </a:prstGeom>
          </p:spPr>
        </p:pic>
        <p:sp>
          <p:nvSpPr>
            <p:cNvPr id="9039" name="TextBox 9038"/>
            <p:cNvSpPr txBox="1"/>
            <p:nvPr/>
          </p:nvSpPr>
          <p:spPr>
            <a:xfrm>
              <a:off x="8109192" y="3261379"/>
              <a:ext cx="825079" cy="32260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829"/>
                <a:t>青苔密室
mosschamber</a:t>
              </a:r>
            </a:p>
          </p:txBody>
        </p:sp>
      </p:grpSp>
      <p:grpSp>
        <p:nvGrpSpPr>
          <p:cNvPr id="9023" name="shinier_ruins:deepspring"/>
          <p:cNvGrpSpPr/>
          <p:nvPr/>
        </p:nvGrpSpPr>
        <p:grpSpPr>
          <a:xfrm>
            <a:off x="7102596" y="1849670"/>
            <a:ext cx="825079" cy="784650"/>
            <a:chOff x="7102596" y="1849670"/>
            <a:chExt cx="825079" cy="784650"/>
          </a:xfrm>
        </p:grpSpPr>
        <p:pic>
          <p:nvPicPr>
            <p:cNvPr id="9040" name="Picture 9039" descr="Ruins_shinier_DeepSpring.jpg"/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7102596" y="1849670"/>
              <a:ext cx="825079" cy="462044"/>
            </a:xfrm>
            <a:prstGeom prst="rect">
              <a:avLst/>
            </a:prstGeom>
          </p:spPr>
        </p:pic>
        <p:sp>
          <p:nvSpPr>
            <p:cNvPr id="9041" name="TextBox 9040"/>
            <p:cNvSpPr txBox="1"/>
            <p:nvPr/>
          </p:nvSpPr>
          <p:spPr>
            <a:xfrm>
              <a:off x="7102596" y="2311714"/>
              <a:ext cx="825079" cy="32260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829"/>
                <a:t>命之泉
deepspring</a:t>
              </a:r>
              <a:r>
                <a:rPr sz="729">
                  <a:solidFill>
                    <a:srgbClr val="C03020"/>
                  </a:solidFill>
                </a:rPr>
                <a:t>
休息處</a:t>
              </a:r>
            </a:p>
          </p:txBody>
        </p:sp>
      </p:grpSp>
      <p:grpSp>
        <p:nvGrpSpPr>
          <p:cNvPr id="9024" name="shinier_ruins:rift"/>
          <p:cNvGrpSpPr/>
          <p:nvPr/>
        </p:nvGrpSpPr>
        <p:grpSpPr>
          <a:xfrm>
            <a:off x="8109192" y="1849670"/>
            <a:ext cx="825079" cy="784650"/>
            <a:chOff x="8109192" y="1849670"/>
            <a:chExt cx="825079" cy="784650"/>
          </a:xfrm>
        </p:grpSpPr>
        <p:pic>
          <p:nvPicPr>
            <p:cNvPr id="9042" name="Picture 9041" descr="Ruins_shinier_Rift.jpg"/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8109192" y="1849670"/>
              <a:ext cx="825079" cy="462044"/>
            </a:xfrm>
            <a:prstGeom prst="rect">
              <a:avLst/>
            </a:prstGeom>
          </p:spPr>
        </p:pic>
        <p:sp>
          <p:nvSpPr>
            <p:cNvPr id="9043" name="TextBox 9042"/>
            <p:cNvSpPr txBox="1"/>
            <p:nvPr/>
          </p:nvSpPr>
          <p:spPr>
            <a:xfrm>
              <a:off x="8109192" y="2311714"/>
              <a:ext cx="825079" cy="32260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829"/>
                <a:t>地底裂隙
rift</a:t>
              </a:r>
            </a:p>
          </p:txBody>
        </p:sp>
      </p:grpSp>
      <p:grpSp>
        <p:nvGrpSpPr>
          <p:cNvPr id="9025" name="shinier_ruins:darkbridge"/>
          <p:cNvGrpSpPr/>
          <p:nvPr/>
        </p:nvGrpSpPr>
        <p:grpSpPr>
          <a:xfrm>
            <a:off x="8109192" y="900005"/>
            <a:ext cx="825079" cy="784650"/>
            <a:chOff x="8109192" y="900005"/>
            <a:chExt cx="825079" cy="784650"/>
          </a:xfrm>
        </p:grpSpPr>
        <p:pic>
          <p:nvPicPr>
            <p:cNvPr id="9044" name="Picture 9043" descr="Ruins_shinier_DarkBridge.jpg"/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8109192" y="900005"/>
              <a:ext cx="825079" cy="462044"/>
            </a:xfrm>
            <a:prstGeom prst="rect">
              <a:avLst/>
            </a:prstGeom>
          </p:spPr>
        </p:pic>
        <p:sp>
          <p:nvSpPr>
            <p:cNvPr id="9045" name="TextBox 9044"/>
            <p:cNvSpPr txBox="1"/>
            <p:nvPr/>
          </p:nvSpPr>
          <p:spPr>
            <a:xfrm>
              <a:off x="8109192" y="1362049"/>
              <a:ext cx="825079" cy="32260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829"/>
                <a:t>黑暗斷橋
darkbridge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9050" name="Connector 9049"/>
          <p:cNvCxnSpPr>
            <a:stCxn id="9024" idx="0"/>
            <a:endCxn id="9030" idx="0"/>
          </p:cNvCxnSpPr>
          <p:nvPr/>
        </p:nvCxnSpPr>
        <p:spPr>
          <a:xfrm>
            <a:off x="7816000" y="3749000"/>
            <a:ext cx="0" cy="1151000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49" name="Connector 9048"/>
          <p:cNvCxnSpPr>
            <a:stCxn id="9024" idx="0"/>
            <a:endCxn id="9028" idx="0"/>
          </p:cNvCxnSpPr>
          <p:nvPr/>
        </p:nvCxnSpPr>
        <p:spPr>
          <a:xfrm>
            <a:off x="7816000" y="3749000"/>
            <a:ext cx="1220000" cy="0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48" name="Connector 9047"/>
          <p:cNvCxnSpPr>
            <a:stCxn id="9024" idx="0"/>
            <a:endCxn id="9026" idx="0"/>
          </p:cNvCxnSpPr>
          <p:nvPr/>
        </p:nvCxnSpPr>
        <p:spPr>
          <a:xfrm flipV="1">
            <a:off x="7816000" y="2598000"/>
            <a:ext cx="0" cy="1151000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47" name="Connector 9046"/>
          <p:cNvCxnSpPr>
            <a:stCxn id="9022" idx="0"/>
            <a:endCxn id="9032" idx="0"/>
          </p:cNvCxnSpPr>
          <p:nvPr/>
        </p:nvCxnSpPr>
        <p:spPr>
          <a:xfrm>
            <a:off x="6596000" y="3749000"/>
            <a:ext cx="0" cy="1151000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46" name="Connector 9045"/>
          <p:cNvCxnSpPr>
            <a:stCxn id="9022" idx="0"/>
            <a:endCxn id="9034" idx="0"/>
          </p:cNvCxnSpPr>
          <p:nvPr/>
        </p:nvCxnSpPr>
        <p:spPr>
          <a:xfrm flipV="1">
            <a:off x="6596000" y="1447000"/>
            <a:ext cx="0" cy="2302000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45" name="Connector 9044"/>
          <p:cNvCxnSpPr>
            <a:stCxn id="9022" idx="0"/>
            <a:endCxn id="9024" idx="0"/>
          </p:cNvCxnSpPr>
          <p:nvPr/>
        </p:nvCxnSpPr>
        <p:spPr>
          <a:xfrm>
            <a:off x="6596000" y="3749000"/>
            <a:ext cx="1220000" cy="0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44" name="Connector 9043"/>
          <p:cNvCxnSpPr>
            <a:stCxn id="9014" idx="0"/>
            <a:endCxn id="9020" idx="0"/>
          </p:cNvCxnSpPr>
          <p:nvPr/>
        </p:nvCxnSpPr>
        <p:spPr>
          <a:xfrm>
            <a:off x="4156000" y="3749000"/>
            <a:ext cx="0" cy="1151000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43" name="Connector 9042"/>
          <p:cNvCxnSpPr>
            <a:stCxn id="9014" idx="0"/>
            <a:endCxn id="9018" idx="0"/>
          </p:cNvCxnSpPr>
          <p:nvPr/>
        </p:nvCxnSpPr>
        <p:spPr>
          <a:xfrm flipH="1" flipV="1">
            <a:off x="2936000" y="1447000"/>
            <a:ext cx="1220000" cy="2302000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42" name="Connector 9041"/>
          <p:cNvCxnSpPr>
            <a:stCxn id="9014" idx="0"/>
            <a:endCxn id="9016" idx="0"/>
          </p:cNvCxnSpPr>
          <p:nvPr/>
        </p:nvCxnSpPr>
        <p:spPr>
          <a:xfrm flipH="1">
            <a:off x="2936000" y="3749000"/>
            <a:ext cx="1220000" cy="0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41" name="Connector 9040"/>
          <p:cNvCxnSpPr>
            <a:stCxn id="9006" idx="0"/>
            <a:endCxn id="9012" idx="0"/>
          </p:cNvCxnSpPr>
          <p:nvPr/>
        </p:nvCxnSpPr>
        <p:spPr>
          <a:xfrm flipV="1">
            <a:off x="5376000" y="1447000"/>
            <a:ext cx="0" cy="1151000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40" name="Connector 9039"/>
          <p:cNvCxnSpPr>
            <a:stCxn id="9006" idx="0"/>
            <a:endCxn id="9008" idx="0"/>
          </p:cNvCxnSpPr>
          <p:nvPr/>
        </p:nvCxnSpPr>
        <p:spPr>
          <a:xfrm>
            <a:off x="5376000" y="2598000"/>
            <a:ext cx="1220000" cy="0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39" name="Connector 9038"/>
          <p:cNvCxnSpPr>
            <a:stCxn id="9006" idx="0"/>
            <a:endCxn id="9010" idx="0"/>
          </p:cNvCxnSpPr>
          <p:nvPr/>
        </p:nvCxnSpPr>
        <p:spPr>
          <a:xfrm flipH="1">
            <a:off x="4156000" y="2598000"/>
            <a:ext cx="1220000" cy="0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38" name="Connector 9037"/>
          <p:cNvCxnSpPr>
            <a:stCxn id="3" idx="0"/>
            <a:endCxn id="9022" idx="0"/>
          </p:cNvCxnSpPr>
          <p:nvPr/>
        </p:nvCxnSpPr>
        <p:spPr>
          <a:xfrm>
            <a:off x="5376000" y="3749000"/>
            <a:ext cx="1220000" cy="0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37" name="Connector 9036"/>
          <p:cNvCxnSpPr>
            <a:stCxn id="3" idx="0"/>
            <a:endCxn id="9014" idx="0"/>
          </p:cNvCxnSpPr>
          <p:nvPr/>
        </p:nvCxnSpPr>
        <p:spPr>
          <a:xfrm flipH="1">
            <a:off x="4156000" y="3749000"/>
            <a:ext cx="1220000" cy="0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36" name="Connector 9035"/>
          <p:cNvCxnSpPr>
            <a:stCxn id="3" idx="0"/>
            <a:endCxn id="9006" idx="0"/>
          </p:cNvCxnSpPr>
          <p:nvPr/>
        </p:nvCxnSpPr>
        <p:spPr>
          <a:xfrm flipV="1">
            <a:off x="5376000" y="2598000"/>
            <a:ext cx="0" cy="1151000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420000" y="220000"/>
            <a:ext cx="11352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/>
              <a:t>東方泊地　（eastport）　16 格</a:t>
            </a:r>
          </a:p>
        </p:txBody>
      </p:sp>
      <p:grpSp>
        <p:nvGrpSpPr>
          <p:cNvPr id="9005" name="eastport:square"/>
          <p:cNvGrpSpPr/>
          <p:nvPr/>
        </p:nvGrpSpPr>
        <p:grpSpPr>
          <a:xfrm>
            <a:off x="4876000" y="3749000"/>
            <a:ext cx="1000000" cy="951000"/>
            <a:chOff x="4876000" y="3749000"/>
            <a:chExt cx="1000000" cy="951000"/>
          </a:xfrm>
        </p:grpSpPr>
        <p:pic>
          <p:nvPicPr>
            <p:cNvPr id="3" name="Picture 2" descr="East_Square.jp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876000" y="3749000"/>
              <a:ext cx="1000000" cy="560000"/>
            </a:xfrm>
            <a:prstGeom prst="rect">
              <a:avLst/>
            </a:prstGeom>
          </p:spPr>
        </p:pic>
        <p:sp>
          <p:nvSpPr>
            <p:cNvPr id="4" name="TextBox 3"/>
            <p:cNvSpPr txBox="1"/>
            <p:nvPr/>
          </p:nvSpPr>
          <p:spPr>
            <a:xfrm>
              <a:off x="4876000" y="4309000"/>
              <a:ext cx="1000000" cy="391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900"/>
                <a:t>港口廣場
square</a:t>
              </a:r>
              <a:r>
                <a:rPr sz="800">
                  <a:solidFill>
                    <a:srgbClr val="C03020"/>
                  </a:solidFill>
                </a:rPr>
                <a:t>
入口</a:t>
              </a:r>
            </a:p>
          </p:txBody>
        </p:sp>
      </p:grpSp>
      <p:grpSp>
        <p:nvGrpSpPr>
          <p:cNvPr id="9006" name="eastport:midtown"/>
          <p:cNvGrpSpPr/>
          <p:nvPr/>
        </p:nvGrpSpPr>
        <p:grpSpPr>
          <a:xfrm>
            <a:off x="4876000" y="2598000"/>
            <a:ext cx="1000000" cy="951000"/>
            <a:chOff x="4876000" y="2598000"/>
            <a:chExt cx="1000000" cy="951000"/>
          </a:xfrm>
        </p:grpSpPr>
        <p:pic>
          <p:nvPicPr>
            <p:cNvPr id="9006" name="Picture 9005" descr="East_Midtown.jp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876000" y="2598000"/>
              <a:ext cx="1000000" cy="560000"/>
            </a:xfrm>
            <a:prstGeom prst="rect">
              <a:avLst/>
            </a:prstGeom>
          </p:spPr>
        </p:pic>
        <p:sp>
          <p:nvSpPr>
            <p:cNvPr id="9007" name="TextBox 9006"/>
            <p:cNvSpPr txBox="1"/>
            <p:nvPr/>
          </p:nvSpPr>
          <p:spPr>
            <a:xfrm>
              <a:off x="4876000" y="3158000"/>
              <a:ext cx="1000000" cy="391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900"/>
                <a:t>中心區
midtown</a:t>
              </a:r>
            </a:p>
          </p:txBody>
        </p:sp>
      </p:grpSp>
      <p:grpSp>
        <p:nvGrpSpPr>
          <p:cNvPr id="9007" name="eastport:church"/>
          <p:cNvGrpSpPr/>
          <p:nvPr/>
        </p:nvGrpSpPr>
        <p:grpSpPr>
          <a:xfrm>
            <a:off x="6096000" y="2598000"/>
            <a:ext cx="1000000" cy="951000"/>
            <a:chOff x="6096000" y="2598000"/>
            <a:chExt cx="1000000" cy="951000"/>
          </a:xfrm>
        </p:grpSpPr>
        <p:pic>
          <p:nvPicPr>
            <p:cNvPr id="9008" name="Picture 9007" descr="East_Church.jp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096000" y="2598000"/>
              <a:ext cx="1000000" cy="560000"/>
            </a:xfrm>
            <a:prstGeom prst="rect">
              <a:avLst/>
            </a:prstGeom>
          </p:spPr>
        </p:pic>
        <p:sp>
          <p:nvSpPr>
            <p:cNvPr id="9009" name="TextBox 9008"/>
            <p:cNvSpPr txBox="1"/>
            <p:nvPr/>
          </p:nvSpPr>
          <p:spPr>
            <a:xfrm>
              <a:off x="6096000" y="3158000"/>
              <a:ext cx="1000000" cy="391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900"/>
                <a:t>主教座堂
church</a:t>
              </a:r>
            </a:p>
          </p:txBody>
        </p:sp>
      </p:grpSp>
      <p:grpSp>
        <p:nvGrpSpPr>
          <p:cNvPr id="9008" name="eastport:cityhall"/>
          <p:cNvGrpSpPr/>
          <p:nvPr/>
        </p:nvGrpSpPr>
        <p:grpSpPr>
          <a:xfrm>
            <a:off x="3656000" y="2598000"/>
            <a:ext cx="1000000" cy="951000"/>
            <a:chOff x="3656000" y="2598000"/>
            <a:chExt cx="1000000" cy="951000"/>
          </a:xfrm>
        </p:grpSpPr>
        <p:pic>
          <p:nvPicPr>
            <p:cNvPr id="9010" name="Picture 9009" descr="East_Customs.jp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656000" y="2598000"/>
              <a:ext cx="1000000" cy="560000"/>
            </a:xfrm>
            <a:prstGeom prst="rect">
              <a:avLst/>
            </a:prstGeom>
          </p:spPr>
        </p:pic>
        <p:sp>
          <p:nvSpPr>
            <p:cNvPr id="9011" name="TextBox 9010"/>
            <p:cNvSpPr txBox="1"/>
            <p:nvPr/>
          </p:nvSpPr>
          <p:spPr>
            <a:xfrm>
              <a:off x="3656000" y="3158000"/>
              <a:ext cx="1000000" cy="391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900"/>
                <a:t>海關署
cityhall</a:t>
              </a:r>
            </a:p>
          </p:txBody>
        </p:sp>
      </p:grpSp>
      <p:grpSp>
        <p:nvGrpSpPr>
          <p:cNvPr id="9009" name="eastport:university"/>
          <p:cNvGrpSpPr/>
          <p:nvPr/>
        </p:nvGrpSpPr>
        <p:grpSpPr>
          <a:xfrm>
            <a:off x="4876000" y="1447000"/>
            <a:ext cx="1000000" cy="951000"/>
            <a:chOff x="4876000" y="1447000"/>
            <a:chExt cx="1000000" cy="951000"/>
          </a:xfrm>
        </p:grpSpPr>
        <p:pic>
          <p:nvPicPr>
            <p:cNvPr id="9012" name="Picture 9011" descr="East_University.jp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876000" y="1447000"/>
              <a:ext cx="1000000" cy="560000"/>
            </a:xfrm>
            <a:prstGeom prst="rect">
              <a:avLst/>
            </a:prstGeom>
          </p:spPr>
        </p:pic>
        <p:sp>
          <p:nvSpPr>
            <p:cNvPr id="9013" name="TextBox 9012"/>
            <p:cNvSpPr txBox="1"/>
            <p:nvPr/>
          </p:nvSpPr>
          <p:spPr>
            <a:xfrm>
              <a:off x="4876000" y="2007000"/>
              <a:ext cx="1000000" cy="391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900"/>
                <a:t>大學
university</a:t>
              </a:r>
            </a:p>
          </p:txBody>
        </p:sp>
      </p:grpSp>
      <p:grpSp>
        <p:nvGrpSpPr>
          <p:cNvPr id="9010" name="eastport:oldtown"/>
          <p:cNvGrpSpPr/>
          <p:nvPr/>
        </p:nvGrpSpPr>
        <p:grpSpPr>
          <a:xfrm>
            <a:off x="3656000" y="3749000"/>
            <a:ext cx="1000000" cy="951000"/>
            <a:chOff x="3656000" y="3749000"/>
            <a:chExt cx="1000000" cy="951000"/>
          </a:xfrm>
        </p:grpSpPr>
        <p:pic>
          <p:nvPicPr>
            <p:cNvPr id="9014" name="Picture 9013" descr="East_Oldtown.jp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656000" y="3749000"/>
              <a:ext cx="1000000" cy="560000"/>
            </a:xfrm>
            <a:prstGeom prst="rect">
              <a:avLst/>
            </a:prstGeom>
          </p:spPr>
        </p:pic>
        <p:sp>
          <p:nvSpPr>
            <p:cNvPr id="9015" name="TextBox 9014"/>
            <p:cNvSpPr txBox="1"/>
            <p:nvPr/>
          </p:nvSpPr>
          <p:spPr>
            <a:xfrm>
              <a:off x="3656000" y="4309000"/>
              <a:ext cx="1000000" cy="391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900"/>
                <a:t>舊城區
oldtown</a:t>
              </a:r>
            </a:p>
          </p:txBody>
        </p:sp>
      </p:grpSp>
      <p:grpSp>
        <p:nvGrpSpPr>
          <p:cNvPr id="9011" name="eastport:gunstore"/>
          <p:cNvGrpSpPr/>
          <p:nvPr/>
        </p:nvGrpSpPr>
        <p:grpSpPr>
          <a:xfrm>
            <a:off x="2436000" y="3749000"/>
            <a:ext cx="1000000" cy="951000"/>
            <a:chOff x="2436000" y="3749000"/>
            <a:chExt cx="1000000" cy="951000"/>
          </a:xfrm>
        </p:grpSpPr>
        <p:pic>
          <p:nvPicPr>
            <p:cNvPr id="9016" name="Picture 9015" descr="East_Firearm.jp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436000" y="3749000"/>
              <a:ext cx="1000000" cy="560000"/>
            </a:xfrm>
            <a:prstGeom prst="rect">
              <a:avLst/>
            </a:prstGeom>
          </p:spPr>
        </p:pic>
        <p:sp>
          <p:nvSpPr>
            <p:cNvPr id="9017" name="TextBox 9016"/>
            <p:cNvSpPr txBox="1"/>
            <p:nvPr/>
          </p:nvSpPr>
          <p:spPr>
            <a:xfrm>
              <a:off x="2436000" y="4309000"/>
              <a:ext cx="1000000" cy="391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900"/>
                <a:t>武器店
gunstore</a:t>
              </a:r>
            </a:p>
          </p:txBody>
        </p:sp>
      </p:grpSp>
      <p:grpSp>
        <p:nvGrpSpPr>
          <p:cNvPr id="9012" name="eastport:dock"/>
          <p:cNvGrpSpPr/>
          <p:nvPr/>
        </p:nvGrpSpPr>
        <p:grpSpPr>
          <a:xfrm>
            <a:off x="2436000" y="1447000"/>
            <a:ext cx="1000000" cy="951000"/>
            <a:chOff x="2436000" y="1447000"/>
            <a:chExt cx="1000000" cy="951000"/>
          </a:xfrm>
        </p:grpSpPr>
        <p:pic>
          <p:nvPicPr>
            <p:cNvPr id="9018" name="Picture 9017" descr="East_SouthGate.jp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436000" y="1447000"/>
              <a:ext cx="1000000" cy="560000"/>
            </a:xfrm>
            <a:prstGeom prst="rect">
              <a:avLst/>
            </a:prstGeom>
          </p:spPr>
        </p:pic>
        <p:sp>
          <p:nvSpPr>
            <p:cNvPr id="9019" name="TextBox 9018"/>
            <p:cNvSpPr txBox="1"/>
            <p:nvPr/>
          </p:nvSpPr>
          <p:spPr>
            <a:xfrm>
              <a:off x="2436000" y="2007000"/>
              <a:ext cx="1000000" cy="391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900"/>
                <a:t>南門驛站
dock</a:t>
              </a:r>
              <a:r>
                <a:rPr sz="800">
                  <a:solidFill>
                    <a:srgbClr val="C03020"/>
                  </a:solidFill>
                </a:rPr>
                <a:t>
→@plainsroad</a:t>
              </a:r>
            </a:p>
          </p:txBody>
        </p:sp>
      </p:grpSp>
      <p:grpSp>
        <p:nvGrpSpPr>
          <p:cNvPr id="9013" name="eastport:guild"/>
          <p:cNvGrpSpPr/>
          <p:nvPr/>
        </p:nvGrpSpPr>
        <p:grpSpPr>
          <a:xfrm>
            <a:off x="3656000" y="4900000"/>
            <a:ext cx="1000000" cy="951000"/>
            <a:chOff x="3656000" y="4900000"/>
            <a:chExt cx="1000000" cy="951000"/>
          </a:xfrm>
        </p:grpSpPr>
        <p:pic>
          <p:nvPicPr>
            <p:cNvPr id="9020" name="Picture 9019" descr="East_Guild.jpg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3656000" y="4900000"/>
              <a:ext cx="1000000" cy="560000"/>
            </a:xfrm>
            <a:prstGeom prst="rect">
              <a:avLst/>
            </a:prstGeom>
          </p:spPr>
        </p:pic>
        <p:sp>
          <p:nvSpPr>
            <p:cNvPr id="9021" name="TextBox 9020"/>
            <p:cNvSpPr txBox="1"/>
            <p:nvPr/>
          </p:nvSpPr>
          <p:spPr>
            <a:xfrm>
              <a:off x="3656000" y="5460000"/>
              <a:ext cx="1000000" cy="391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900"/>
                <a:t>賞金獵人公會
guild</a:t>
              </a:r>
            </a:p>
          </p:txBody>
        </p:sp>
      </p:grpSp>
      <p:grpSp>
        <p:nvGrpSpPr>
          <p:cNvPr id="9014" name="eastport:uptown"/>
          <p:cNvGrpSpPr/>
          <p:nvPr/>
        </p:nvGrpSpPr>
        <p:grpSpPr>
          <a:xfrm>
            <a:off x="6096000" y="3749000"/>
            <a:ext cx="1000000" cy="951000"/>
            <a:chOff x="6096000" y="3749000"/>
            <a:chExt cx="1000000" cy="951000"/>
          </a:xfrm>
        </p:grpSpPr>
        <p:pic>
          <p:nvPicPr>
            <p:cNvPr id="9022" name="Picture 9021" descr="East_Uptown.jpg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6096000" y="3749000"/>
              <a:ext cx="1000000" cy="560000"/>
            </a:xfrm>
            <a:prstGeom prst="rect">
              <a:avLst/>
            </a:prstGeom>
          </p:spPr>
        </p:pic>
        <p:sp>
          <p:nvSpPr>
            <p:cNvPr id="9023" name="TextBox 9022"/>
            <p:cNvSpPr txBox="1"/>
            <p:nvPr/>
          </p:nvSpPr>
          <p:spPr>
            <a:xfrm>
              <a:off x="6096000" y="4309000"/>
              <a:ext cx="1000000" cy="391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900"/>
                <a:t>上城區
uptown</a:t>
              </a:r>
            </a:p>
          </p:txBody>
        </p:sp>
      </p:grpSp>
      <p:grpSp>
        <p:nvGrpSpPr>
          <p:cNvPr id="9015" name="eastport:tavern"/>
          <p:cNvGrpSpPr/>
          <p:nvPr/>
        </p:nvGrpSpPr>
        <p:grpSpPr>
          <a:xfrm>
            <a:off x="7316000" y="3749000"/>
            <a:ext cx="1000000" cy="951000"/>
            <a:chOff x="7316000" y="3749000"/>
            <a:chExt cx="1000000" cy="951000"/>
          </a:xfrm>
        </p:grpSpPr>
        <p:pic>
          <p:nvPicPr>
            <p:cNvPr id="9024" name="Picture 9023" descr="East_Dining.jpg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7316000" y="3749000"/>
              <a:ext cx="1000000" cy="560000"/>
            </a:xfrm>
            <a:prstGeom prst="rect">
              <a:avLst/>
            </a:prstGeom>
          </p:spPr>
        </p:pic>
        <p:sp>
          <p:nvSpPr>
            <p:cNvPr id="9025" name="TextBox 9024"/>
            <p:cNvSpPr txBox="1"/>
            <p:nvPr/>
          </p:nvSpPr>
          <p:spPr>
            <a:xfrm>
              <a:off x="7316000" y="4309000"/>
              <a:ext cx="1000000" cy="391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900"/>
                <a:t>餐飲街
tavern</a:t>
              </a:r>
            </a:p>
          </p:txBody>
        </p:sp>
      </p:grpSp>
      <p:grpSp>
        <p:nvGrpSpPr>
          <p:cNvPr id="9016" name="eastport:restaurant"/>
          <p:cNvGrpSpPr/>
          <p:nvPr/>
        </p:nvGrpSpPr>
        <p:grpSpPr>
          <a:xfrm>
            <a:off x="7316000" y="2598000"/>
            <a:ext cx="1000000" cy="951000"/>
            <a:chOff x="7316000" y="2598000"/>
            <a:chExt cx="1000000" cy="951000"/>
          </a:xfrm>
        </p:grpSpPr>
        <p:pic>
          <p:nvPicPr>
            <p:cNvPr id="9026" name="Picture 9025" descr="East_Restaurant.jpg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7316000" y="2598000"/>
              <a:ext cx="1000000" cy="560000"/>
            </a:xfrm>
            <a:prstGeom prst="rect">
              <a:avLst/>
            </a:prstGeom>
          </p:spPr>
        </p:pic>
        <p:sp>
          <p:nvSpPr>
            <p:cNvPr id="9027" name="TextBox 9026"/>
            <p:cNvSpPr txBox="1"/>
            <p:nvPr/>
          </p:nvSpPr>
          <p:spPr>
            <a:xfrm>
              <a:off x="7316000" y="3158000"/>
              <a:ext cx="1000000" cy="391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900"/>
                <a:t>餐廳
restaurant</a:t>
              </a:r>
            </a:p>
          </p:txBody>
        </p:sp>
      </p:grpSp>
      <p:grpSp>
        <p:nvGrpSpPr>
          <p:cNvPr id="9017" name="eastport:cafe"/>
          <p:cNvGrpSpPr/>
          <p:nvPr/>
        </p:nvGrpSpPr>
        <p:grpSpPr>
          <a:xfrm>
            <a:off x="8536000" y="3749000"/>
            <a:ext cx="1000000" cy="951000"/>
            <a:chOff x="8536000" y="3749000"/>
            <a:chExt cx="1000000" cy="951000"/>
          </a:xfrm>
        </p:grpSpPr>
        <p:pic>
          <p:nvPicPr>
            <p:cNvPr id="9028" name="Picture 9027" descr="East_Cafe.jpg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8536000" y="3749000"/>
              <a:ext cx="1000000" cy="560000"/>
            </a:xfrm>
            <a:prstGeom prst="rect">
              <a:avLst/>
            </a:prstGeom>
          </p:spPr>
        </p:pic>
        <p:sp>
          <p:nvSpPr>
            <p:cNvPr id="9029" name="TextBox 9028"/>
            <p:cNvSpPr txBox="1"/>
            <p:nvPr/>
          </p:nvSpPr>
          <p:spPr>
            <a:xfrm>
              <a:off x="8536000" y="4309000"/>
              <a:ext cx="1000000" cy="391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900"/>
                <a:t>咖啡廳
cafe</a:t>
              </a:r>
            </a:p>
          </p:txBody>
        </p:sp>
      </p:grpSp>
      <p:grpSp>
        <p:nvGrpSpPr>
          <p:cNvPr id="9018" name="eastport:dessert"/>
          <p:cNvGrpSpPr/>
          <p:nvPr/>
        </p:nvGrpSpPr>
        <p:grpSpPr>
          <a:xfrm>
            <a:off x="7316000" y="4900000"/>
            <a:ext cx="1000000" cy="951000"/>
            <a:chOff x="7316000" y="4900000"/>
            <a:chExt cx="1000000" cy="951000"/>
          </a:xfrm>
        </p:grpSpPr>
        <p:pic>
          <p:nvPicPr>
            <p:cNvPr id="9030" name="Picture 9029" descr="East_Dessert.jpg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7316000" y="4900000"/>
              <a:ext cx="1000000" cy="560000"/>
            </a:xfrm>
            <a:prstGeom prst="rect">
              <a:avLst/>
            </a:prstGeom>
          </p:spPr>
        </p:pic>
        <p:sp>
          <p:nvSpPr>
            <p:cNvPr id="9031" name="TextBox 9030"/>
            <p:cNvSpPr txBox="1"/>
            <p:nvPr/>
          </p:nvSpPr>
          <p:spPr>
            <a:xfrm>
              <a:off x="7316000" y="5460000"/>
              <a:ext cx="1000000" cy="391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900"/>
                <a:t>甜品店
dessert</a:t>
              </a:r>
            </a:p>
          </p:txBody>
        </p:sp>
      </p:grpSp>
      <p:grpSp>
        <p:nvGrpSpPr>
          <p:cNvPr id="9019" name="eastport:grocery"/>
          <p:cNvGrpSpPr/>
          <p:nvPr/>
        </p:nvGrpSpPr>
        <p:grpSpPr>
          <a:xfrm>
            <a:off x="6096000" y="4900000"/>
            <a:ext cx="1000000" cy="951000"/>
            <a:chOff x="6096000" y="4900000"/>
            <a:chExt cx="1000000" cy="951000"/>
          </a:xfrm>
        </p:grpSpPr>
        <p:pic>
          <p:nvPicPr>
            <p:cNvPr id="9032" name="Picture 9031" descr="East_Grocerie.jpg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6096000" y="4900000"/>
              <a:ext cx="1000000" cy="560000"/>
            </a:xfrm>
            <a:prstGeom prst="rect">
              <a:avLst/>
            </a:prstGeom>
          </p:spPr>
        </p:pic>
        <p:sp>
          <p:nvSpPr>
            <p:cNvPr id="9033" name="TextBox 9032"/>
            <p:cNvSpPr txBox="1"/>
            <p:nvPr/>
          </p:nvSpPr>
          <p:spPr>
            <a:xfrm>
              <a:off x="6096000" y="5460000"/>
              <a:ext cx="1000000" cy="391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900"/>
                <a:t>雜貨舖
grocery</a:t>
              </a:r>
            </a:p>
          </p:txBody>
        </p:sp>
      </p:grpSp>
      <p:grpSp>
        <p:nvGrpSpPr>
          <p:cNvPr id="9020" name="eastport:inn"/>
          <p:cNvGrpSpPr/>
          <p:nvPr/>
        </p:nvGrpSpPr>
        <p:grpSpPr>
          <a:xfrm>
            <a:off x="6096000" y="1447000"/>
            <a:ext cx="1000000" cy="951000"/>
            <a:chOff x="6096000" y="1447000"/>
            <a:chExt cx="1000000" cy="951000"/>
          </a:xfrm>
        </p:grpSpPr>
        <p:pic>
          <p:nvPicPr>
            <p:cNvPr id="9034" name="Picture 9033" descr="East_Hotel.jpg"/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6096000" y="1447000"/>
              <a:ext cx="1000000" cy="560000"/>
            </a:xfrm>
            <a:prstGeom prst="rect">
              <a:avLst/>
            </a:prstGeom>
          </p:spPr>
        </p:pic>
        <p:sp>
          <p:nvSpPr>
            <p:cNvPr id="9035" name="TextBox 9034"/>
            <p:cNvSpPr txBox="1"/>
            <p:nvPr/>
          </p:nvSpPr>
          <p:spPr>
            <a:xfrm>
              <a:off x="6096000" y="2007000"/>
              <a:ext cx="1000000" cy="391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900"/>
                <a:t>旅店
inn</a:t>
              </a:r>
              <a:r>
                <a:rPr sz="800">
                  <a:solidFill>
                    <a:srgbClr val="C03020"/>
                  </a:solidFill>
                </a:rPr>
                <a:t>
旅店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9041" name="Connector 9040"/>
          <p:cNvCxnSpPr>
            <a:stCxn id="9012" idx="0"/>
            <a:endCxn id="9024" idx="0"/>
          </p:cNvCxnSpPr>
          <p:nvPr/>
        </p:nvCxnSpPr>
        <p:spPr>
          <a:xfrm flipV="1">
            <a:off x="5124947" y="1869824"/>
            <a:ext cx="2787492" cy="2909472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40" name="Connector 9039"/>
          <p:cNvCxnSpPr>
            <a:stCxn id="9012" idx="0"/>
            <a:endCxn id="9028" idx="0"/>
          </p:cNvCxnSpPr>
          <p:nvPr/>
        </p:nvCxnSpPr>
        <p:spPr>
          <a:xfrm flipV="1">
            <a:off x="5124947" y="900000"/>
            <a:ext cx="3716656" cy="3879296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39" name="Connector 9038"/>
          <p:cNvCxnSpPr>
            <a:stCxn id="9012" idx="0"/>
            <a:endCxn id="9026" idx="0"/>
          </p:cNvCxnSpPr>
          <p:nvPr/>
        </p:nvCxnSpPr>
        <p:spPr>
          <a:xfrm flipV="1">
            <a:off x="5124947" y="1384912"/>
            <a:ext cx="3252074" cy="3394384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38" name="Connector 9037"/>
          <p:cNvCxnSpPr>
            <a:stCxn id="9010" idx="0"/>
            <a:endCxn id="9022" idx="0"/>
          </p:cNvCxnSpPr>
          <p:nvPr/>
        </p:nvCxnSpPr>
        <p:spPr>
          <a:xfrm flipV="1">
            <a:off x="4660365" y="2354736"/>
            <a:ext cx="2787492" cy="2909472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37" name="Connector 9036"/>
          <p:cNvCxnSpPr>
            <a:stCxn id="9010" idx="0"/>
            <a:endCxn id="9020" idx="0"/>
          </p:cNvCxnSpPr>
          <p:nvPr/>
        </p:nvCxnSpPr>
        <p:spPr>
          <a:xfrm flipV="1">
            <a:off x="4660365" y="2839648"/>
            <a:ext cx="2322910" cy="2424560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36" name="Connector 9035"/>
          <p:cNvCxnSpPr>
            <a:stCxn id="9010" idx="0"/>
            <a:endCxn id="9018" idx="0"/>
          </p:cNvCxnSpPr>
          <p:nvPr/>
        </p:nvCxnSpPr>
        <p:spPr>
          <a:xfrm flipV="1">
            <a:off x="4660365" y="3324560"/>
            <a:ext cx="1858328" cy="1939648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35" name="Connector 9034"/>
          <p:cNvCxnSpPr>
            <a:stCxn id="9006" idx="0"/>
            <a:endCxn id="9016" idx="0"/>
          </p:cNvCxnSpPr>
          <p:nvPr/>
        </p:nvCxnSpPr>
        <p:spPr>
          <a:xfrm flipV="1">
            <a:off x="4195783" y="3809472"/>
            <a:ext cx="1858328" cy="1939648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34" name="Connector 9033"/>
          <p:cNvCxnSpPr>
            <a:stCxn id="9006" idx="0"/>
            <a:endCxn id="9014" idx="0"/>
          </p:cNvCxnSpPr>
          <p:nvPr/>
        </p:nvCxnSpPr>
        <p:spPr>
          <a:xfrm flipV="1">
            <a:off x="4195783" y="4294384"/>
            <a:ext cx="1393746" cy="1454736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33" name="Connector 9032"/>
          <p:cNvCxnSpPr>
            <a:stCxn id="9006" idx="0"/>
            <a:endCxn id="9008" idx="0"/>
          </p:cNvCxnSpPr>
          <p:nvPr/>
        </p:nvCxnSpPr>
        <p:spPr>
          <a:xfrm flipH="1">
            <a:off x="3266619" y="5749120"/>
            <a:ext cx="929164" cy="969824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32" name="Connector 9031"/>
          <p:cNvCxnSpPr>
            <a:stCxn id="3" idx="0"/>
            <a:endCxn id="9012" idx="0"/>
          </p:cNvCxnSpPr>
          <p:nvPr/>
        </p:nvCxnSpPr>
        <p:spPr>
          <a:xfrm flipV="1">
            <a:off x="3731201" y="4779296"/>
            <a:ext cx="1393746" cy="1454736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31" name="Connector 9030"/>
          <p:cNvCxnSpPr>
            <a:stCxn id="3" idx="0"/>
            <a:endCxn id="9006" idx="0"/>
          </p:cNvCxnSpPr>
          <p:nvPr/>
        </p:nvCxnSpPr>
        <p:spPr>
          <a:xfrm flipV="1">
            <a:off x="3731201" y="5749120"/>
            <a:ext cx="464582" cy="484912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30" name="Connector 9029"/>
          <p:cNvCxnSpPr>
            <a:stCxn id="3" idx="0"/>
            <a:endCxn id="9010" idx="0"/>
          </p:cNvCxnSpPr>
          <p:nvPr/>
        </p:nvCxnSpPr>
        <p:spPr>
          <a:xfrm flipV="1">
            <a:off x="3731201" y="5264208"/>
            <a:ext cx="929164" cy="969824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420000" y="220000"/>
            <a:ext cx="11352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/>
              <a:t>北方泊地　（northport）　13 格</a:t>
            </a:r>
          </a:p>
        </p:txBody>
      </p:sp>
      <p:grpSp>
        <p:nvGrpSpPr>
          <p:cNvPr id="9005" name="northport:entrance"/>
          <p:cNvGrpSpPr/>
          <p:nvPr/>
        </p:nvGrpSpPr>
        <p:grpSpPr>
          <a:xfrm>
            <a:off x="3540799" y="6234032"/>
            <a:ext cx="380805" cy="408751"/>
            <a:chOff x="3540799" y="6234032"/>
            <a:chExt cx="380805" cy="408751"/>
          </a:xfrm>
        </p:grpSpPr>
        <p:pic>
          <p:nvPicPr>
            <p:cNvPr id="3" name="Picture 2" descr="Northport_Square_BF.jp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540799" y="6234032"/>
              <a:ext cx="380805" cy="213251"/>
            </a:xfrm>
            <a:prstGeom prst="rect">
              <a:avLst/>
            </a:prstGeom>
          </p:spPr>
        </p:pic>
        <p:sp>
          <p:nvSpPr>
            <p:cNvPr id="4" name="TextBox 3"/>
            <p:cNvSpPr txBox="1"/>
            <p:nvPr/>
          </p:nvSpPr>
          <p:spPr>
            <a:xfrm>
              <a:off x="3540799" y="6447283"/>
              <a:ext cx="380805" cy="1955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649"/>
                <a:t>碼頭大道
entrance</a:t>
              </a:r>
            </a:p>
          </p:txBody>
        </p:sp>
      </p:grpSp>
      <p:grpSp>
        <p:nvGrpSpPr>
          <p:cNvPr id="9006" name="northport:west"/>
          <p:cNvGrpSpPr/>
          <p:nvPr/>
        </p:nvGrpSpPr>
        <p:grpSpPr>
          <a:xfrm>
            <a:off x="4005381" y="5749120"/>
            <a:ext cx="380805" cy="408751"/>
            <a:chOff x="4005381" y="5749120"/>
            <a:chExt cx="380805" cy="408751"/>
          </a:xfrm>
        </p:grpSpPr>
        <p:pic>
          <p:nvPicPr>
            <p:cNvPr id="9006" name="Picture 9005" descr="Northport_west_BF.jp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005381" y="5749120"/>
              <a:ext cx="380805" cy="213251"/>
            </a:xfrm>
            <a:prstGeom prst="rect">
              <a:avLst/>
            </a:prstGeom>
          </p:spPr>
        </p:pic>
        <p:sp>
          <p:nvSpPr>
            <p:cNvPr id="9007" name="TextBox 9006"/>
            <p:cNvSpPr txBox="1"/>
            <p:nvPr/>
          </p:nvSpPr>
          <p:spPr>
            <a:xfrm>
              <a:off x="4005381" y="5962371"/>
              <a:ext cx="380805" cy="1955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649"/>
                <a:t>西側
west</a:t>
              </a:r>
            </a:p>
          </p:txBody>
        </p:sp>
      </p:grpSp>
      <p:grpSp>
        <p:nvGrpSpPr>
          <p:cNvPr id="9007" name="northport:port"/>
          <p:cNvGrpSpPr/>
          <p:nvPr/>
        </p:nvGrpSpPr>
        <p:grpSpPr>
          <a:xfrm>
            <a:off x="3076217" y="6718944"/>
            <a:ext cx="380805" cy="408751"/>
            <a:chOff x="3076217" y="6718944"/>
            <a:chExt cx="380805" cy="408751"/>
          </a:xfrm>
        </p:grpSpPr>
        <p:pic>
          <p:nvPicPr>
            <p:cNvPr id="9008" name="Picture 9007" descr="Northport_port_BF.jp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076217" y="6718944"/>
              <a:ext cx="380805" cy="213251"/>
            </a:xfrm>
            <a:prstGeom prst="rect">
              <a:avLst/>
            </a:prstGeom>
          </p:spPr>
        </p:pic>
        <p:sp>
          <p:nvSpPr>
            <p:cNvPr id="9009" name="TextBox 9008"/>
            <p:cNvSpPr txBox="1"/>
            <p:nvPr/>
          </p:nvSpPr>
          <p:spPr>
            <a:xfrm>
              <a:off x="3076217" y="6932195"/>
              <a:ext cx="380805" cy="1955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649"/>
                <a:t>碼頭
port</a:t>
              </a:r>
              <a:r>
                <a:rPr sz="550">
                  <a:solidFill>
                    <a:srgbClr val="C03020"/>
                  </a:solidFill>
                </a:rPr>
                <a:t>
入口</a:t>
              </a:r>
            </a:p>
          </p:txBody>
        </p:sp>
      </p:grpSp>
      <p:grpSp>
        <p:nvGrpSpPr>
          <p:cNvPr id="9008" name="northport:north"/>
          <p:cNvGrpSpPr/>
          <p:nvPr/>
        </p:nvGrpSpPr>
        <p:grpSpPr>
          <a:xfrm>
            <a:off x="4469963" y="5264208"/>
            <a:ext cx="380805" cy="408751"/>
            <a:chOff x="4469963" y="5264208"/>
            <a:chExt cx="380805" cy="408751"/>
          </a:xfrm>
        </p:grpSpPr>
        <p:pic>
          <p:nvPicPr>
            <p:cNvPr id="9010" name="Picture 9009" descr="Northport_north_BF.jp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469963" y="5264208"/>
              <a:ext cx="380805" cy="213251"/>
            </a:xfrm>
            <a:prstGeom prst="rect">
              <a:avLst/>
            </a:prstGeom>
          </p:spPr>
        </p:pic>
        <p:sp>
          <p:nvSpPr>
            <p:cNvPr id="9011" name="TextBox 9010"/>
            <p:cNvSpPr txBox="1"/>
            <p:nvPr/>
          </p:nvSpPr>
          <p:spPr>
            <a:xfrm>
              <a:off x="4469963" y="5477459"/>
              <a:ext cx="380805" cy="1955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649"/>
                <a:t>北側
north</a:t>
              </a:r>
            </a:p>
          </p:txBody>
        </p:sp>
      </p:grpSp>
      <p:grpSp>
        <p:nvGrpSpPr>
          <p:cNvPr id="9009" name="northport:east"/>
          <p:cNvGrpSpPr/>
          <p:nvPr/>
        </p:nvGrpSpPr>
        <p:grpSpPr>
          <a:xfrm>
            <a:off x="4934545" y="4779296"/>
            <a:ext cx="380805" cy="408751"/>
            <a:chOff x="4934545" y="4779296"/>
            <a:chExt cx="380805" cy="408751"/>
          </a:xfrm>
        </p:grpSpPr>
        <p:pic>
          <p:nvPicPr>
            <p:cNvPr id="9012" name="Picture 9011" descr="Northport_east_BF.jp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934545" y="4779296"/>
              <a:ext cx="380805" cy="213251"/>
            </a:xfrm>
            <a:prstGeom prst="rect">
              <a:avLst/>
            </a:prstGeom>
          </p:spPr>
        </p:pic>
        <p:sp>
          <p:nvSpPr>
            <p:cNvPr id="9013" name="TextBox 9012"/>
            <p:cNvSpPr txBox="1"/>
            <p:nvPr/>
          </p:nvSpPr>
          <p:spPr>
            <a:xfrm>
              <a:off x="4934545" y="4992547"/>
              <a:ext cx="380805" cy="1955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649"/>
                <a:t>東側
east</a:t>
              </a:r>
            </a:p>
          </p:txBody>
        </p:sp>
      </p:grpSp>
      <p:grpSp>
        <p:nvGrpSpPr>
          <p:cNvPr id="9010" name="northport:gunstore"/>
          <p:cNvGrpSpPr/>
          <p:nvPr/>
        </p:nvGrpSpPr>
        <p:grpSpPr>
          <a:xfrm>
            <a:off x="5399127" y="4294384"/>
            <a:ext cx="380805" cy="408751"/>
            <a:chOff x="5399127" y="4294384"/>
            <a:chExt cx="380805" cy="408751"/>
          </a:xfrm>
        </p:grpSpPr>
        <p:pic>
          <p:nvPicPr>
            <p:cNvPr id="9014" name="Picture 9013" descr="Northport_gunstore_BF.jp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399127" y="4294384"/>
              <a:ext cx="380805" cy="213251"/>
            </a:xfrm>
            <a:prstGeom prst="rect">
              <a:avLst/>
            </a:prstGeom>
          </p:spPr>
        </p:pic>
        <p:sp>
          <p:nvSpPr>
            <p:cNvPr id="9015" name="TextBox 9014"/>
            <p:cNvSpPr txBox="1"/>
            <p:nvPr/>
          </p:nvSpPr>
          <p:spPr>
            <a:xfrm>
              <a:off x="5399127" y="4507635"/>
              <a:ext cx="380805" cy="1955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649"/>
                <a:t>武器店
gunstore</a:t>
              </a:r>
            </a:p>
          </p:txBody>
        </p:sp>
      </p:grpSp>
      <p:grpSp>
        <p:nvGrpSpPr>
          <p:cNvPr id="9011" name="northport:guild"/>
          <p:cNvGrpSpPr/>
          <p:nvPr/>
        </p:nvGrpSpPr>
        <p:grpSpPr>
          <a:xfrm>
            <a:off x="5863709" y="3809472"/>
            <a:ext cx="380805" cy="408751"/>
            <a:chOff x="5863709" y="3809472"/>
            <a:chExt cx="380805" cy="408751"/>
          </a:xfrm>
        </p:grpSpPr>
        <p:pic>
          <p:nvPicPr>
            <p:cNvPr id="9016" name="Picture 9015" descr="Northport_guild_BF.jp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863709" y="3809472"/>
              <a:ext cx="380805" cy="213251"/>
            </a:xfrm>
            <a:prstGeom prst="rect">
              <a:avLst/>
            </a:prstGeom>
          </p:spPr>
        </p:pic>
        <p:sp>
          <p:nvSpPr>
            <p:cNvPr id="9017" name="TextBox 9016"/>
            <p:cNvSpPr txBox="1"/>
            <p:nvPr/>
          </p:nvSpPr>
          <p:spPr>
            <a:xfrm>
              <a:off x="5863709" y="4022723"/>
              <a:ext cx="380805" cy="1955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649"/>
                <a:t>賞金獵人公會
guild</a:t>
              </a:r>
            </a:p>
          </p:txBody>
        </p:sp>
      </p:grpSp>
      <p:grpSp>
        <p:nvGrpSpPr>
          <p:cNvPr id="9012" name="northport:cityhall"/>
          <p:cNvGrpSpPr/>
          <p:nvPr/>
        </p:nvGrpSpPr>
        <p:grpSpPr>
          <a:xfrm>
            <a:off x="6328291" y="3324560"/>
            <a:ext cx="380805" cy="408751"/>
            <a:chOff x="6328291" y="3324560"/>
            <a:chExt cx="380805" cy="408751"/>
          </a:xfrm>
        </p:grpSpPr>
        <p:pic>
          <p:nvPicPr>
            <p:cNvPr id="9018" name="Picture 9017" descr="Northport_cityhall_BF.jp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6328291" y="3324560"/>
              <a:ext cx="380805" cy="213251"/>
            </a:xfrm>
            <a:prstGeom prst="rect">
              <a:avLst/>
            </a:prstGeom>
          </p:spPr>
        </p:pic>
        <p:sp>
          <p:nvSpPr>
            <p:cNvPr id="9019" name="TextBox 9018"/>
            <p:cNvSpPr txBox="1"/>
            <p:nvPr/>
          </p:nvSpPr>
          <p:spPr>
            <a:xfrm>
              <a:off x="6328291" y="3537811"/>
              <a:ext cx="380805" cy="1955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649"/>
                <a:t>市鎮中心
cityhall</a:t>
              </a:r>
            </a:p>
          </p:txBody>
        </p:sp>
      </p:grpSp>
      <p:grpSp>
        <p:nvGrpSpPr>
          <p:cNvPr id="9013" name="northport:church"/>
          <p:cNvGrpSpPr/>
          <p:nvPr/>
        </p:nvGrpSpPr>
        <p:grpSpPr>
          <a:xfrm>
            <a:off x="6792873" y="2839648"/>
            <a:ext cx="380805" cy="408751"/>
            <a:chOff x="6792873" y="2839648"/>
            <a:chExt cx="380805" cy="408751"/>
          </a:xfrm>
        </p:grpSpPr>
        <p:pic>
          <p:nvPicPr>
            <p:cNvPr id="9020" name="Picture 9019" descr="Northport_church_BF.jpg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6792873" y="2839648"/>
              <a:ext cx="380805" cy="213251"/>
            </a:xfrm>
            <a:prstGeom prst="rect">
              <a:avLst/>
            </a:prstGeom>
          </p:spPr>
        </p:pic>
        <p:sp>
          <p:nvSpPr>
            <p:cNvPr id="9021" name="TextBox 9020"/>
            <p:cNvSpPr txBox="1"/>
            <p:nvPr/>
          </p:nvSpPr>
          <p:spPr>
            <a:xfrm>
              <a:off x="6792873" y="3052899"/>
              <a:ext cx="380805" cy="1955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649"/>
                <a:t>教堂
church</a:t>
              </a:r>
            </a:p>
          </p:txBody>
        </p:sp>
      </p:grpSp>
      <p:grpSp>
        <p:nvGrpSpPr>
          <p:cNvPr id="9014" name="northport:cemetery"/>
          <p:cNvGrpSpPr/>
          <p:nvPr/>
        </p:nvGrpSpPr>
        <p:grpSpPr>
          <a:xfrm>
            <a:off x="7257455" y="2354736"/>
            <a:ext cx="380805" cy="408751"/>
            <a:chOff x="7257455" y="2354736"/>
            <a:chExt cx="380805" cy="408751"/>
          </a:xfrm>
        </p:grpSpPr>
        <p:pic>
          <p:nvPicPr>
            <p:cNvPr id="9022" name="Picture 9021" descr="Northport_cemetery_BF.jpg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7257455" y="2354736"/>
              <a:ext cx="380805" cy="213251"/>
            </a:xfrm>
            <a:prstGeom prst="rect">
              <a:avLst/>
            </a:prstGeom>
          </p:spPr>
        </p:pic>
        <p:sp>
          <p:nvSpPr>
            <p:cNvPr id="9023" name="TextBox 9022"/>
            <p:cNvSpPr txBox="1"/>
            <p:nvPr/>
          </p:nvSpPr>
          <p:spPr>
            <a:xfrm>
              <a:off x="7257455" y="2567987"/>
              <a:ext cx="380805" cy="1955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649"/>
                <a:t>墓地
cemetery</a:t>
              </a:r>
            </a:p>
          </p:txBody>
        </p:sp>
      </p:grpSp>
      <p:grpSp>
        <p:nvGrpSpPr>
          <p:cNvPr id="9015" name="northport:grocery"/>
          <p:cNvGrpSpPr/>
          <p:nvPr/>
        </p:nvGrpSpPr>
        <p:grpSpPr>
          <a:xfrm>
            <a:off x="7722037" y="1869824"/>
            <a:ext cx="380805" cy="408751"/>
            <a:chOff x="7722037" y="1869824"/>
            <a:chExt cx="380805" cy="408751"/>
          </a:xfrm>
        </p:grpSpPr>
        <p:pic>
          <p:nvPicPr>
            <p:cNvPr id="9024" name="Picture 9023" descr="Northport_grocery_BF.jpg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7722037" y="1869824"/>
              <a:ext cx="380805" cy="213251"/>
            </a:xfrm>
            <a:prstGeom prst="rect">
              <a:avLst/>
            </a:prstGeom>
          </p:spPr>
        </p:pic>
        <p:sp>
          <p:nvSpPr>
            <p:cNvPr id="9025" name="TextBox 9024"/>
            <p:cNvSpPr txBox="1"/>
            <p:nvPr/>
          </p:nvSpPr>
          <p:spPr>
            <a:xfrm>
              <a:off x="7722037" y="2083075"/>
              <a:ext cx="380805" cy="1955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649"/>
                <a:t>雜貨街
grocery</a:t>
              </a:r>
            </a:p>
          </p:txBody>
        </p:sp>
      </p:grpSp>
      <p:grpSp>
        <p:nvGrpSpPr>
          <p:cNvPr id="9016" name="northport:tavern"/>
          <p:cNvGrpSpPr/>
          <p:nvPr/>
        </p:nvGrpSpPr>
        <p:grpSpPr>
          <a:xfrm>
            <a:off x="8186619" y="1384912"/>
            <a:ext cx="380805" cy="408751"/>
            <a:chOff x="8186619" y="1384912"/>
            <a:chExt cx="380805" cy="408751"/>
          </a:xfrm>
        </p:grpSpPr>
        <p:pic>
          <p:nvPicPr>
            <p:cNvPr id="9026" name="Picture 9025" descr="Northport_tavern_BF.jpg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8186619" y="1384912"/>
              <a:ext cx="380805" cy="213251"/>
            </a:xfrm>
            <a:prstGeom prst="rect">
              <a:avLst/>
            </a:prstGeom>
          </p:spPr>
        </p:pic>
        <p:sp>
          <p:nvSpPr>
            <p:cNvPr id="9027" name="TextBox 9026"/>
            <p:cNvSpPr txBox="1"/>
            <p:nvPr/>
          </p:nvSpPr>
          <p:spPr>
            <a:xfrm>
              <a:off x="8186619" y="1598163"/>
              <a:ext cx="380805" cy="1955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649"/>
                <a:t>餐飲街
tavern</a:t>
              </a:r>
            </a:p>
          </p:txBody>
        </p:sp>
      </p:grpSp>
      <p:grpSp>
        <p:nvGrpSpPr>
          <p:cNvPr id="9017" name="northport:inn"/>
          <p:cNvGrpSpPr/>
          <p:nvPr/>
        </p:nvGrpSpPr>
        <p:grpSpPr>
          <a:xfrm>
            <a:off x="8651201" y="900000"/>
            <a:ext cx="380805" cy="408751"/>
            <a:chOff x="8651201" y="900000"/>
            <a:chExt cx="380805" cy="408751"/>
          </a:xfrm>
        </p:grpSpPr>
        <p:pic>
          <p:nvPicPr>
            <p:cNvPr id="9028" name="Picture 9027" descr="Northport_hotel_BF.jpg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8651201" y="900000"/>
              <a:ext cx="380805" cy="213251"/>
            </a:xfrm>
            <a:prstGeom prst="rect">
              <a:avLst/>
            </a:prstGeom>
          </p:spPr>
        </p:pic>
        <p:sp>
          <p:nvSpPr>
            <p:cNvPr id="9029" name="TextBox 9028"/>
            <p:cNvSpPr txBox="1"/>
            <p:nvPr/>
          </p:nvSpPr>
          <p:spPr>
            <a:xfrm>
              <a:off x="8651201" y="1113251"/>
              <a:ext cx="380805" cy="1955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649"/>
                <a:t>旅店
inn</a:t>
              </a:r>
              <a:r>
                <a:rPr sz="550">
                  <a:solidFill>
                    <a:srgbClr val="C03020"/>
                  </a:solidFill>
                </a:rPr>
                <a:t>
旅店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9041" name="Connector 9040"/>
          <p:cNvCxnSpPr>
            <a:stCxn id="9010" idx="0"/>
            <a:endCxn id="9026" idx="0"/>
          </p:cNvCxnSpPr>
          <p:nvPr/>
        </p:nvCxnSpPr>
        <p:spPr>
          <a:xfrm>
            <a:off x="7206000" y="3749000"/>
            <a:ext cx="0" cy="1151000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40" name="Connector 9039"/>
          <p:cNvCxnSpPr>
            <a:stCxn id="9010" idx="0"/>
            <a:endCxn id="9028" idx="0"/>
          </p:cNvCxnSpPr>
          <p:nvPr/>
        </p:nvCxnSpPr>
        <p:spPr>
          <a:xfrm>
            <a:off x="7206000" y="3749000"/>
            <a:ext cx="1220000" cy="0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39" name="Connector 9038"/>
          <p:cNvCxnSpPr>
            <a:stCxn id="9010" idx="0"/>
            <a:endCxn id="9024" idx="0"/>
          </p:cNvCxnSpPr>
          <p:nvPr/>
        </p:nvCxnSpPr>
        <p:spPr>
          <a:xfrm flipV="1">
            <a:off x="7206000" y="1447000"/>
            <a:ext cx="0" cy="2302000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38" name="Connector 9037"/>
          <p:cNvCxnSpPr>
            <a:stCxn id="9008" idx="0"/>
            <a:endCxn id="9022" idx="0"/>
          </p:cNvCxnSpPr>
          <p:nvPr/>
        </p:nvCxnSpPr>
        <p:spPr>
          <a:xfrm>
            <a:off x="4766000" y="3749000"/>
            <a:ext cx="0" cy="1151000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37" name="Connector 9036"/>
          <p:cNvCxnSpPr>
            <a:stCxn id="9008" idx="0"/>
            <a:endCxn id="9020" idx="0"/>
          </p:cNvCxnSpPr>
          <p:nvPr/>
        </p:nvCxnSpPr>
        <p:spPr>
          <a:xfrm flipH="1">
            <a:off x="3546000" y="3749000"/>
            <a:ext cx="1220000" cy="0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36" name="Connector 9035"/>
          <p:cNvCxnSpPr>
            <a:stCxn id="9008" idx="0"/>
            <a:endCxn id="9018" idx="0"/>
          </p:cNvCxnSpPr>
          <p:nvPr/>
        </p:nvCxnSpPr>
        <p:spPr>
          <a:xfrm flipH="1" flipV="1">
            <a:off x="3546000" y="1447000"/>
            <a:ext cx="1220000" cy="2302000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35" name="Connector 9034"/>
          <p:cNvCxnSpPr>
            <a:stCxn id="9006" idx="0"/>
            <a:endCxn id="9016" idx="0"/>
          </p:cNvCxnSpPr>
          <p:nvPr/>
        </p:nvCxnSpPr>
        <p:spPr>
          <a:xfrm>
            <a:off x="5986000" y="2598000"/>
            <a:ext cx="1220000" cy="0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34" name="Connector 9033"/>
          <p:cNvCxnSpPr>
            <a:stCxn id="9006" idx="0"/>
            <a:endCxn id="9014" idx="0"/>
          </p:cNvCxnSpPr>
          <p:nvPr/>
        </p:nvCxnSpPr>
        <p:spPr>
          <a:xfrm flipH="1">
            <a:off x="4766000" y="2598000"/>
            <a:ext cx="1220000" cy="0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33" name="Connector 9032"/>
          <p:cNvCxnSpPr>
            <a:stCxn id="9006" idx="0"/>
            <a:endCxn id="9012" idx="0"/>
          </p:cNvCxnSpPr>
          <p:nvPr/>
        </p:nvCxnSpPr>
        <p:spPr>
          <a:xfrm flipV="1">
            <a:off x="5986000" y="1447000"/>
            <a:ext cx="0" cy="1151000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32" name="Connector 9031"/>
          <p:cNvCxnSpPr>
            <a:stCxn id="3" idx="0"/>
            <a:endCxn id="9010" idx="0"/>
          </p:cNvCxnSpPr>
          <p:nvPr/>
        </p:nvCxnSpPr>
        <p:spPr>
          <a:xfrm>
            <a:off x="5986000" y="3749000"/>
            <a:ext cx="1220000" cy="0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31" name="Connector 9030"/>
          <p:cNvCxnSpPr>
            <a:stCxn id="3" idx="0"/>
            <a:endCxn id="9008" idx="0"/>
          </p:cNvCxnSpPr>
          <p:nvPr/>
        </p:nvCxnSpPr>
        <p:spPr>
          <a:xfrm flipH="1">
            <a:off x="4766000" y="3749000"/>
            <a:ext cx="1220000" cy="0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30" name="Connector 9029"/>
          <p:cNvCxnSpPr>
            <a:stCxn id="3" idx="0"/>
            <a:endCxn id="9006" idx="0"/>
          </p:cNvCxnSpPr>
          <p:nvPr/>
        </p:nvCxnSpPr>
        <p:spPr>
          <a:xfrm flipV="1">
            <a:off x="5986000" y="2598000"/>
            <a:ext cx="0" cy="1151000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420000" y="220000"/>
            <a:ext cx="11352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/>
              <a:t>夏爾村　（shinier）　13 格</a:t>
            </a:r>
          </a:p>
        </p:txBody>
      </p:sp>
      <p:grpSp>
        <p:nvGrpSpPr>
          <p:cNvPr id="9005" name="shinier:plaza"/>
          <p:cNvGrpSpPr/>
          <p:nvPr/>
        </p:nvGrpSpPr>
        <p:grpSpPr>
          <a:xfrm>
            <a:off x="5486000" y="3749000"/>
            <a:ext cx="1000000" cy="951000"/>
            <a:chOff x="5486000" y="3749000"/>
            <a:chExt cx="1000000" cy="951000"/>
          </a:xfrm>
        </p:grpSpPr>
        <p:pic>
          <p:nvPicPr>
            <p:cNvPr id="3" name="Picture 2" descr="Shinier_Plaza.jp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486000" y="3749000"/>
              <a:ext cx="1000000" cy="560000"/>
            </a:xfrm>
            <a:prstGeom prst="rect">
              <a:avLst/>
            </a:prstGeom>
          </p:spPr>
        </p:pic>
        <p:sp>
          <p:nvSpPr>
            <p:cNvPr id="4" name="TextBox 3"/>
            <p:cNvSpPr txBox="1"/>
            <p:nvPr/>
          </p:nvSpPr>
          <p:spPr>
            <a:xfrm>
              <a:off x="5486000" y="4309000"/>
              <a:ext cx="1000000" cy="391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900"/>
                <a:t>剝製廣場
plaza</a:t>
              </a:r>
              <a:r>
                <a:rPr sz="800">
                  <a:solidFill>
                    <a:srgbClr val="C03020"/>
                  </a:solidFill>
                </a:rPr>
                <a:t>
入口</a:t>
              </a:r>
            </a:p>
          </p:txBody>
        </p:sp>
      </p:grpSp>
      <p:grpSp>
        <p:nvGrpSpPr>
          <p:cNvPr id="9006" name="shinier:north"/>
          <p:cNvGrpSpPr/>
          <p:nvPr/>
        </p:nvGrpSpPr>
        <p:grpSpPr>
          <a:xfrm>
            <a:off x="5486000" y="2598000"/>
            <a:ext cx="1000000" cy="951000"/>
            <a:chOff x="5486000" y="2598000"/>
            <a:chExt cx="1000000" cy="951000"/>
          </a:xfrm>
        </p:grpSpPr>
        <p:pic>
          <p:nvPicPr>
            <p:cNvPr id="9006" name="Picture 9005" descr="Shinier_North.jp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486000" y="2598000"/>
              <a:ext cx="1000000" cy="560000"/>
            </a:xfrm>
            <a:prstGeom prst="rect">
              <a:avLst/>
            </a:prstGeom>
          </p:spPr>
        </p:pic>
        <p:sp>
          <p:nvSpPr>
            <p:cNvPr id="9007" name="TextBox 9006"/>
            <p:cNvSpPr txBox="1"/>
            <p:nvPr/>
          </p:nvSpPr>
          <p:spPr>
            <a:xfrm>
              <a:off x="5486000" y="3158000"/>
              <a:ext cx="1000000" cy="391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900"/>
                <a:t>北側
north</a:t>
              </a:r>
            </a:p>
          </p:txBody>
        </p:sp>
      </p:grpSp>
      <p:grpSp>
        <p:nvGrpSpPr>
          <p:cNvPr id="9007" name="shinier:west"/>
          <p:cNvGrpSpPr/>
          <p:nvPr/>
        </p:nvGrpSpPr>
        <p:grpSpPr>
          <a:xfrm>
            <a:off x="4266000" y="3749000"/>
            <a:ext cx="1000000" cy="951000"/>
            <a:chOff x="4266000" y="3749000"/>
            <a:chExt cx="1000000" cy="951000"/>
          </a:xfrm>
        </p:grpSpPr>
        <p:pic>
          <p:nvPicPr>
            <p:cNvPr id="9008" name="Picture 9007" descr="Shinier_West.jp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266000" y="3749000"/>
              <a:ext cx="1000000" cy="560000"/>
            </a:xfrm>
            <a:prstGeom prst="rect">
              <a:avLst/>
            </a:prstGeom>
          </p:spPr>
        </p:pic>
        <p:sp>
          <p:nvSpPr>
            <p:cNvPr id="9009" name="TextBox 9008"/>
            <p:cNvSpPr txBox="1"/>
            <p:nvPr/>
          </p:nvSpPr>
          <p:spPr>
            <a:xfrm>
              <a:off x="4266000" y="4309000"/>
              <a:ext cx="1000000" cy="391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900"/>
                <a:t>西側
west</a:t>
              </a:r>
            </a:p>
          </p:txBody>
        </p:sp>
      </p:grpSp>
      <p:grpSp>
        <p:nvGrpSpPr>
          <p:cNvPr id="9008" name="shinier:east"/>
          <p:cNvGrpSpPr/>
          <p:nvPr/>
        </p:nvGrpSpPr>
        <p:grpSpPr>
          <a:xfrm>
            <a:off x="6706000" y="3749000"/>
            <a:ext cx="1000000" cy="951000"/>
            <a:chOff x="6706000" y="3749000"/>
            <a:chExt cx="1000000" cy="951000"/>
          </a:xfrm>
        </p:grpSpPr>
        <p:pic>
          <p:nvPicPr>
            <p:cNvPr id="9010" name="Picture 9009" descr="Shinier_East.jp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706000" y="3749000"/>
              <a:ext cx="1000000" cy="560000"/>
            </a:xfrm>
            <a:prstGeom prst="rect">
              <a:avLst/>
            </a:prstGeom>
          </p:spPr>
        </p:pic>
        <p:sp>
          <p:nvSpPr>
            <p:cNvPr id="9011" name="TextBox 9010"/>
            <p:cNvSpPr txBox="1"/>
            <p:nvPr/>
          </p:nvSpPr>
          <p:spPr>
            <a:xfrm>
              <a:off x="6706000" y="4309000"/>
              <a:ext cx="1000000" cy="391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900"/>
                <a:t>東側
east</a:t>
              </a:r>
            </a:p>
          </p:txBody>
        </p:sp>
      </p:grpSp>
      <p:grpSp>
        <p:nvGrpSpPr>
          <p:cNvPr id="9009" name="shinier:lakeside"/>
          <p:cNvGrpSpPr/>
          <p:nvPr/>
        </p:nvGrpSpPr>
        <p:grpSpPr>
          <a:xfrm>
            <a:off x="5486000" y="1447000"/>
            <a:ext cx="1000000" cy="951000"/>
            <a:chOff x="5486000" y="1447000"/>
            <a:chExt cx="1000000" cy="951000"/>
          </a:xfrm>
        </p:grpSpPr>
        <p:pic>
          <p:nvPicPr>
            <p:cNvPr id="9012" name="Picture 9011" descr="Shinier_Lakeside.jp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486000" y="1447000"/>
              <a:ext cx="1000000" cy="560000"/>
            </a:xfrm>
            <a:prstGeom prst="rect">
              <a:avLst/>
            </a:prstGeom>
          </p:spPr>
        </p:pic>
        <p:sp>
          <p:nvSpPr>
            <p:cNvPr id="9013" name="TextBox 9012"/>
            <p:cNvSpPr txBox="1"/>
            <p:nvPr/>
          </p:nvSpPr>
          <p:spPr>
            <a:xfrm>
              <a:off x="5486000" y="2007000"/>
              <a:ext cx="1000000" cy="391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900"/>
                <a:t>湖畔
lakeside</a:t>
              </a:r>
            </a:p>
          </p:txBody>
        </p:sp>
      </p:grpSp>
      <p:grpSp>
        <p:nvGrpSpPr>
          <p:cNvPr id="9010" name="shinier:chief"/>
          <p:cNvGrpSpPr/>
          <p:nvPr/>
        </p:nvGrpSpPr>
        <p:grpSpPr>
          <a:xfrm>
            <a:off x="4266000" y="2598000"/>
            <a:ext cx="1000000" cy="951000"/>
            <a:chOff x="4266000" y="2598000"/>
            <a:chExt cx="1000000" cy="951000"/>
          </a:xfrm>
        </p:grpSpPr>
        <p:pic>
          <p:nvPicPr>
            <p:cNvPr id="9014" name="Picture 9013" descr="Shinier_chiefhouse.jp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266000" y="2598000"/>
              <a:ext cx="1000000" cy="560000"/>
            </a:xfrm>
            <a:prstGeom prst="rect">
              <a:avLst/>
            </a:prstGeom>
          </p:spPr>
        </p:pic>
        <p:sp>
          <p:nvSpPr>
            <p:cNvPr id="9015" name="TextBox 9014"/>
            <p:cNvSpPr txBox="1"/>
            <p:nvPr/>
          </p:nvSpPr>
          <p:spPr>
            <a:xfrm>
              <a:off x="4266000" y="3158000"/>
              <a:ext cx="1000000" cy="391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900"/>
                <a:t>村長的家
chief</a:t>
              </a:r>
            </a:p>
          </p:txBody>
        </p:sp>
      </p:grpSp>
      <p:grpSp>
        <p:nvGrpSpPr>
          <p:cNvPr id="9011" name="shinier:altar"/>
          <p:cNvGrpSpPr/>
          <p:nvPr/>
        </p:nvGrpSpPr>
        <p:grpSpPr>
          <a:xfrm>
            <a:off x="6706000" y="2598000"/>
            <a:ext cx="1000000" cy="951000"/>
            <a:chOff x="6706000" y="2598000"/>
            <a:chExt cx="1000000" cy="951000"/>
          </a:xfrm>
        </p:grpSpPr>
        <p:pic>
          <p:nvPicPr>
            <p:cNvPr id="9016" name="Picture 9015" descr="Shinier_Altar.jp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706000" y="2598000"/>
              <a:ext cx="1000000" cy="560000"/>
            </a:xfrm>
            <a:prstGeom prst="rect">
              <a:avLst/>
            </a:prstGeom>
          </p:spPr>
        </p:pic>
        <p:sp>
          <p:nvSpPr>
            <p:cNvPr id="9017" name="TextBox 9016"/>
            <p:cNvSpPr txBox="1"/>
            <p:nvPr/>
          </p:nvSpPr>
          <p:spPr>
            <a:xfrm>
              <a:off x="6706000" y="3158000"/>
              <a:ext cx="1000000" cy="391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900"/>
                <a:t>祭壇
altar</a:t>
              </a:r>
            </a:p>
          </p:txBody>
        </p:sp>
      </p:grpSp>
      <p:grpSp>
        <p:nvGrpSpPr>
          <p:cNvPr id="9012" name="shinier:wild"/>
          <p:cNvGrpSpPr/>
          <p:nvPr/>
        </p:nvGrpSpPr>
        <p:grpSpPr>
          <a:xfrm>
            <a:off x="3046000" y="1447000"/>
            <a:ext cx="1000000" cy="951000"/>
            <a:chOff x="3046000" y="1447000"/>
            <a:chExt cx="1000000" cy="951000"/>
          </a:xfrm>
        </p:grpSpPr>
        <p:pic>
          <p:nvPicPr>
            <p:cNvPr id="9018" name="Picture 9017" descr="Shinier_Wilds.jp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3046000" y="1447000"/>
              <a:ext cx="1000000" cy="560000"/>
            </a:xfrm>
            <a:prstGeom prst="rect">
              <a:avLst/>
            </a:prstGeom>
          </p:spPr>
        </p:pic>
        <p:sp>
          <p:nvSpPr>
            <p:cNvPr id="9019" name="TextBox 9018"/>
            <p:cNvSpPr txBox="1"/>
            <p:nvPr/>
          </p:nvSpPr>
          <p:spPr>
            <a:xfrm>
              <a:off x="3046000" y="2007000"/>
              <a:ext cx="1000000" cy="391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900"/>
                <a:t>野外
wild</a:t>
              </a:r>
              <a:r>
                <a:rPr sz="800">
                  <a:solidFill>
                    <a:srgbClr val="C03020"/>
                  </a:solidFill>
                </a:rPr>
                <a:t>
→@shinier_forest</a:t>
              </a:r>
            </a:p>
          </p:txBody>
        </p:sp>
      </p:grpSp>
      <p:grpSp>
        <p:nvGrpSpPr>
          <p:cNvPr id="9013" name="shinier:workshop"/>
          <p:cNvGrpSpPr/>
          <p:nvPr/>
        </p:nvGrpSpPr>
        <p:grpSpPr>
          <a:xfrm>
            <a:off x="3046000" y="3749000"/>
            <a:ext cx="1000000" cy="951000"/>
            <a:chOff x="3046000" y="3749000"/>
            <a:chExt cx="1000000" cy="951000"/>
          </a:xfrm>
        </p:grpSpPr>
        <p:pic>
          <p:nvPicPr>
            <p:cNvPr id="9020" name="Picture 9019" descr="Shinier_Workshop.jpg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3046000" y="3749000"/>
              <a:ext cx="1000000" cy="560000"/>
            </a:xfrm>
            <a:prstGeom prst="rect">
              <a:avLst/>
            </a:prstGeom>
          </p:spPr>
        </p:pic>
        <p:sp>
          <p:nvSpPr>
            <p:cNvPr id="9021" name="TextBox 9020"/>
            <p:cNvSpPr txBox="1"/>
            <p:nvPr/>
          </p:nvSpPr>
          <p:spPr>
            <a:xfrm>
              <a:off x="3046000" y="4309000"/>
              <a:ext cx="1000000" cy="391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900"/>
                <a:t>工坊
workshop</a:t>
              </a:r>
            </a:p>
          </p:txBody>
        </p:sp>
      </p:grpSp>
      <p:grpSp>
        <p:nvGrpSpPr>
          <p:cNvPr id="9014" name="shinier:hunter"/>
          <p:cNvGrpSpPr/>
          <p:nvPr/>
        </p:nvGrpSpPr>
        <p:grpSpPr>
          <a:xfrm>
            <a:off x="4266000" y="4900000"/>
            <a:ext cx="1000000" cy="951000"/>
            <a:chOff x="4266000" y="4900000"/>
            <a:chExt cx="1000000" cy="951000"/>
          </a:xfrm>
        </p:grpSpPr>
        <p:pic>
          <p:nvPicPr>
            <p:cNvPr id="9022" name="Picture 9021" descr="Shinier_huntercabin.jpg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4266000" y="4900000"/>
              <a:ext cx="1000000" cy="560000"/>
            </a:xfrm>
            <a:prstGeom prst="rect">
              <a:avLst/>
            </a:prstGeom>
          </p:spPr>
        </p:pic>
        <p:sp>
          <p:nvSpPr>
            <p:cNvPr id="9023" name="TextBox 9022"/>
            <p:cNvSpPr txBox="1"/>
            <p:nvPr/>
          </p:nvSpPr>
          <p:spPr>
            <a:xfrm>
              <a:off x="4266000" y="5460000"/>
              <a:ext cx="1000000" cy="391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900"/>
                <a:t>獵人小屋
hunter</a:t>
              </a:r>
            </a:p>
          </p:txBody>
        </p:sp>
      </p:grpSp>
      <p:grpSp>
        <p:nvGrpSpPr>
          <p:cNvPr id="9015" name="shinier:sorahome"/>
          <p:cNvGrpSpPr/>
          <p:nvPr/>
        </p:nvGrpSpPr>
        <p:grpSpPr>
          <a:xfrm>
            <a:off x="6706000" y="1447000"/>
            <a:ext cx="1000000" cy="951000"/>
            <a:chOff x="6706000" y="1447000"/>
            <a:chExt cx="1000000" cy="951000"/>
          </a:xfrm>
        </p:grpSpPr>
        <p:pic>
          <p:nvPicPr>
            <p:cNvPr id="9024" name="Picture 9023" descr="Shinier_soranahouse.jpg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6706000" y="1447000"/>
              <a:ext cx="1000000" cy="560000"/>
            </a:xfrm>
            <a:prstGeom prst="rect">
              <a:avLst/>
            </a:prstGeom>
          </p:spPr>
        </p:pic>
        <p:sp>
          <p:nvSpPr>
            <p:cNvPr id="9025" name="TextBox 9024"/>
            <p:cNvSpPr txBox="1"/>
            <p:nvPr/>
          </p:nvSpPr>
          <p:spPr>
            <a:xfrm>
              <a:off x="6706000" y="2007000"/>
              <a:ext cx="1000000" cy="391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900"/>
                <a:t>索菈娜的家
sorahome</a:t>
              </a:r>
              <a:r>
                <a:rPr sz="800">
                  <a:solidFill>
                    <a:srgbClr val="C03020"/>
                  </a:solidFill>
                </a:rPr>
                <a:t>
旅店</a:t>
              </a:r>
            </a:p>
          </p:txBody>
        </p:sp>
      </p:grpSp>
      <p:grpSp>
        <p:nvGrpSpPr>
          <p:cNvPr id="9016" name="shinier:grocery"/>
          <p:cNvGrpSpPr/>
          <p:nvPr/>
        </p:nvGrpSpPr>
        <p:grpSpPr>
          <a:xfrm>
            <a:off x="6706000" y="4900000"/>
            <a:ext cx="1000000" cy="951000"/>
            <a:chOff x="6706000" y="4900000"/>
            <a:chExt cx="1000000" cy="951000"/>
          </a:xfrm>
        </p:grpSpPr>
        <p:pic>
          <p:nvPicPr>
            <p:cNvPr id="9026" name="Picture 9025" descr="Shinier_Grocery.jpg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6706000" y="4900000"/>
              <a:ext cx="1000000" cy="560000"/>
            </a:xfrm>
            <a:prstGeom prst="rect">
              <a:avLst/>
            </a:prstGeom>
          </p:spPr>
        </p:pic>
        <p:sp>
          <p:nvSpPr>
            <p:cNvPr id="9027" name="TextBox 9026"/>
            <p:cNvSpPr txBox="1"/>
            <p:nvPr/>
          </p:nvSpPr>
          <p:spPr>
            <a:xfrm>
              <a:off x="6706000" y="5460000"/>
              <a:ext cx="1000000" cy="391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900"/>
                <a:t>雜貨街
grocery</a:t>
              </a:r>
            </a:p>
          </p:txBody>
        </p:sp>
      </p:grpSp>
      <p:grpSp>
        <p:nvGrpSpPr>
          <p:cNvPr id="9017" name="shinier:restaurant"/>
          <p:cNvGrpSpPr/>
          <p:nvPr/>
        </p:nvGrpSpPr>
        <p:grpSpPr>
          <a:xfrm>
            <a:off x="7926000" y="3749000"/>
            <a:ext cx="1000000" cy="951000"/>
            <a:chOff x="7926000" y="3749000"/>
            <a:chExt cx="1000000" cy="951000"/>
          </a:xfrm>
        </p:grpSpPr>
        <p:pic>
          <p:nvPicPr>
            <p:cNvPr id="9028" name="Picture 9027" descr="Shinier_Restaurant.jpg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7926000" y="3749000"/>
              <a:ext cx="1000000" cy="560000"/>
            </a:xfrm>
            <a:prstGeom prst="rect">
              <a:avLst/>
            </a:prstGeom>
          </p:spPr>
        </p:pic>
        <p:sp>
          <p:nvSpPr>
            <p:cNvPr id="9029" name="TextBox 9028"/>
            <p:cNvSpPr txBox="1"/>
            <p:nvPr/>
          </p:nvSpPr>
          <p:spPr>
            <a:xfrm>
              <a:off x="7926000" y="4309000"/>
              <a:ext cx="1000000" cy="391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900"/>
                <a:t>餐廳
restaurant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9038" name="Connector 9037"/>
          <p:cNvCxnSpPr>
            <a:stCxn id="9024" idx="0"/>
            <a:endCxn id="9022" idx="0"/>
          </p:cNvCxnSpPr>
          <p:nvPr/>
        </p:nvCxnSpPr>
        <p:spPr>
          <a:xfrm>
            <a:off x="7206000" y="3749000"/>
            <a:ext cx="0" cy="1151000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37" name="Connector 9036"/>
          <p:cNvCxnSpPr>
            <a:stCxn id="9024" idx="0"/>
            <a:endCxn id="9026" idx="0"/>
          </p:cNvCxnSpPr>
          <p:nvPr/>
        </p:nvCxnSpPr>
        <p:spPr>
          <a:xfrm flipH="1" flipV="1">
            <a:off x="5986000" y="1447000"/>
            <a:ext cx="1220000" cy="2302000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36" name="Connector 9035"/>
          <p:cNvCxnSpPr>
            <a:stCxn id="9024" idx="0"/>
            <a:endCxn id="9020" idx="0"/>
          </p:cNvCxnSpPr>
          <p:nvPr/>
        </p:nvCxnSpPr>
        <p:spPr>
          <a:xfrm>
            <a:off x="7206000" y="3749000"/>
            <a:ext cx="1220000" cy="0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35" name="Connector 9034"/>
          <p:cNvCxnSpPr>
            <a:stCxn id="9012" idx="0"/>
            <a:endCxn id="9018" idx="0"/>
          </p:cNvCxnSpPr>
          <p:nvPr/>
        </p:nvCxnSpPr>
        <p:spPr>
          <a:xfrm>
            <a:off x="4766000" y="3749000"/>
            <a:ext cx="0" cy="1151000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34" name="Connector 9033"/>
          <p:cNvCxnSpPr>
            <a:stCxn id="9012" idx="0"/>
            <a:endCxn id="9016" idx="0"/>
          </p:cNvCxnSpPr>
          <p:nvPr/>
        </p:nvCxnSpPr>
        <p:spPr>
          <a:xfrm flipH="1" flipV="1">
            <a:off x="3546000" y="1447000"/>
            <a:ext cx="1220000" cy="2302000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33" name="Connector 9032"/>
          <p:cNvCxnSpPr>
            <a:stCxn id="9012" idx="0"/>
            <a:endCxn id="9014" idx="0"/>
          </p:cNvCxnSpPr>
          <p:nvPr/>
        </p:nvCxnSpPr>
        <p:spPr>
          <a:xfrm flipH="1">
            <a:off x="3546000" y="3749000"/>
            <a:ext cx="1220000" cy="0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32" name="Connector 9031"/>
          <p:cNvCxnSpPr>
            <a:stCxn id="9006" idx="0"/>
            <a:endCxn id="9008" idx="0"/>
          </p:cNvCxnSpPr>
          <p:nvPr/>
        </p:nvCxnSpPr>
        <p:spPr>
          <a:xfrm>
            <a:off x="5986000" y="2598000"/>
            <a:ext cx="1220000" cy="0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31" name="Connector 9030"/>
          <p:cNvCxnSpPr>
            <a:stCxn id="9006" idx="0"/>
            <a:endCxn id="9010" idx="0"/>
          </p:cNvCxnSpPr>
          <p:nvPr/>
        </p:nvCxnSpPr>
        <p:spPr>
          <a:xfrm flipH="1">
            <a:off x="4766000" y="2598000"/>
            <a:ext cx="1220000" cy="0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30" name="Connector 9029"/>
          <p:cNvCxnSpPr>
            <a:stCxn id="3" idx="0"/>
            <a:endCxn id="9024" idx="0"/>
          </p:cNvCxnSpPr>
          <p:nvPr/>
        </p:nvCxnSpPr>
        <p:spPr>
          <a:xfrm>
            <a:off x="5986000" y="3749000"/>
            <a:ext cx="1220000" cy="0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29" name="Connector 9028"/>
          <p:cNvCxnSpPr>
            <a:stCxn id="3" idx="0"/>
            <a:endCxn id="9012" idx="0"/>
          </p:cNvCxnSpPr>
          <p:nvPr/>
        </p:nvCxnSpPr>
        <p:spPr>
          <a:xfrm flipH="1">
            <a:off x="4766000" y="3749000"/>
            <a:ext cx="1220000" cy="0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28" name="Connector 9027"/>
          <p:cNvCxnSpPr>
            <a:stCxn id="3" idx="0"/>
            <a:endCxn id="9006" idx="0"/>
          </p:cNvCxnSpPr>
          <p:nvPr/>
        </p:nvCxnSpPr>
        <p:spPr>
          <a:xfrm flipV="1">
            <a:off x="5986000" y="2598000"/>
            <a:ext cx="0" cy="1151000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420000" y="220000"/>
            <a:ext cx="11352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/>
              <a:t>帝都　（capital）　12 格</a:t>
            </a:r>
          </a:p>
        </p:txBody>
      </p:sp>
      <p:grpSp>
        <p:nvGrpSpPr>
          <p:cNvPr id="9005" name="capital:square"/>
          <p:cNvGrpSpPr/>
          <p:nvPr/>
        </p:nvGrpSpPr>
        <p:grpSpPr>
          <a:xfrm>
            <a:off x="5486000" y="3749000"/>
            <a:ext cx="1000000" cy="951000"/>
            <a:chOff x="5486000" y="3749000"/>
            <a:chExt cx="1000000" cy="951000"/>
          </a:xfrm>
        </p:grpSpPr>
        <p:pic>
          <p:nvPicPr>
            <p:cNvPr id="3" name="Picture 2" descr="Capital_Square.jp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486000" y="3749000"/>
              <a:ext cx="1000000" cy="560000"/>
            </a:xfrm>
            <a:prstGeom prst="rect">
              <a:avLst/>
            </a:prstGeom>
          </p:spPr>
        </p:pic>
        <p:sp>
          <p:nvSpPr>
            <p:cNvPr id="4" name="TextBox 3"/>
            <p:cNvSpPr txBox="1"/>
            <p:nvPr/>
          </p:nvSpPr>
          <p:spPr>
            <a:xfrm>
              <a:off x="5486000" y="4309000"/>
              <a:ext cx="1000000" cy="391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900"/>
                <a:t>攝政王廣場
square</a:t>
              </a:r>
              <a:r>
                <a:rPr sz="800">
                  <a:solidFill>
                    <a:srgbClr val="C03020"/>
                  </a:solidFill>
                </a:rPr>
                <a:t>
入口</a:t>
              </a:r>
            </a:p>
          </p:txBody>
        </p:sp>
      </p:grpSp>
      <p:grpSp>
        <p:nvGrpSpPr>
          <p:cNvPr id="9006" name="capital:midtown"/>
          <p:cNvGrpSpPr/>
          <p:nvPr/>
        </p:nvGrpSpPr>
        <p:grpSpPr>
          <a:xfrm>
            <a:off x="5486000" y="2598000"/>
            <a:ext cx="1000000" cy="951000"/>
            <a:chOff x="5486000" y="2598000"/>
            <a:chExt cx="1000000" cy="951000"/>
          </a:xfrm>
        </p:grpSpPr>
        <p:pic>
          <p:nvPicPr>
            <p:cNvPr id="9006" name="Picture 9005" descr="Capital_Midtown.jp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486000" y="2598000"/>
              <a:ext cx="1000000" cy="560000"/>
            </a:xfrm>
            <a:prstGeom prst="rect">
              <a:avLst/>
            </a:prstGeom>
          </p:spPr>
        </p:pic>
        <p:sp>
          <p:nvSpPr>
            <p:cNvPr id="9007" name="TextBox 9006"/>
            <p:cNvSpPr txBox="1"/>
            <p:nvPr/>
          </p:nvSpPr>
          <p:spPr>
            <a:xfrm>
              <a:off x="5486000" y="3158000"/>
              <a:ext cx="1000000" cy="391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900"/>
                <a:t>中心區
midtown</a:t>
              </a:r>
            </a:p>
          </p:txBody>
        </p:sp>
      </p:grpSp>
      <p:grpSp>
        <p:nvGrpSpPr>
          <p:cNvPr id="9007" name="capital:church"/>
          <p:cNvGrpSpPr/>
          <p:nvPr/>
        </p:nvGrpSpPr>
        <p:grpSpPr>
          <a:xfrm>
            <a:off x="6706000" y="2598000"/>
            <a:ext cx="1000000" cy="951000"/>
            <a:chOff x="6706000" y="2598000"/>
            <a:chExt cx="1000000" cy="951000"/>
          </a:xfrm>
        </p:grpSpPr>
        <p:pic>
          <p:nvPicPr>
            <p:cNvPr id="9008" name="Picture 9007" descr="Capital_Church.jp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706000" y="2598000"/>
              <a:ext cx="1000000" cy="560000"/>
            </a:xfrm>
            <a:prstGeom prst="rect">
              <a:avLst/>
            </a:prstGeom>
          </p:spPr>
        </p:pic>
        <p:sp>
          <p:nvSpPr>
            <p:cNvPr id="9009" name="TextBox 9008"/>
            <p:cNvSpPr txBox="1"/>
            <p:nvPr/>
          </p:nvSpPr>
          <p:spPr>
            <a:xfrm>
              <a:off x="6706000" y="3158000"/>
              <a:ext cx="1000000" cy="391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900"/>
                <a:t>大教堂
church</a:t>
              </a:r>
            </a:p>
          </p:txBody>
        </p:sp>
      </p:grpSp>
      <p:grpSp>
        <p:nvGrpSpPr>
          <p:cNvPr id="9008" name="capital:cityhall"/>
          <p:cNvGrpSpPr/>
          <p:nvPr/>
        </p:nvGrpSpPr>
        <p:grpSpPr>
          <a:xfrm>
            <a:off x="4266000" y="2598000"/>
            <a:ext cx="1000000" cy="951000"/>
            <a:chOff x="4266000" y="2598000"/>
            <a:chExt cx="1000000" cy="951000"/>
          </a:xfrm>
        </p:grpSpPr>
        <p:pic>
          <p:nvPicPr>
            <p:cNvPr id="9010" name="Picture 9009" descr="Capital_Cityhall.jp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266000" y="2598000"/>
              <a:ext cx="1000000" cy="560000"/>
            </a:xfrm>
            <a:prstGeom prst="rect">
              <a:avLst/>
            </a:prstGeom>
          </p:spPr>
        </p:pic>
        <p:sp>
          <p:nvSpPr>
            <p:cNvPr id="9011" name="TextBox 9010"/>
            <p:cNvSpPr txBox="1"/>
            <p:nvPr/>
          </p:nvSpPr>
          <p:spPr>
            <a:xfrm>
              <a:off x="4266000" y="3158000"/>
              <a:ext cx="1000000" cy="391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900"/>
                <a:t>行政廳
cityhall</a:t>
              </a:r>
            </a:p>
          </p:txBody>
        </p:sp>
      </p:grpSp>
      <p:grpSp>
        <p:nvGrpSpPr>
          <p:cNvPr id="9009" name="capital:oldtown"/>
          <p:cNvGrpSpPr/>
          <p:nvPr/>
        </p:nvGrpSpPr>
        <p:grpSpPr>
          <a:xfrm>
            <a:off x="4266000" y="3749000"/>
            <a:ext cx="1000000" cy="951000"/>
            <a:chOff x="4266000" y="3749000"/>
            <a:chExt cx="1000000" cy="951000"/>
          </a:xfrm>
        </p:grpSpPr>
        <p:pic>
          <p:nvPicPr>
            <p:cNvPr id="9012" name="Picture 9011" descr="Capital_Downtown.jp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266000" y="3749000"/>
              <a:ext cx="1000000" cy="560000"/>
            </a:xfrm>
            <a:prstGeom prst="rect">
              <a:avLst/>
            </a:prstGeom>
          </p:spPr>
        </p:pic>
        <p:sp>
          <p:nvSpPr>
            <p:cNvPr id="9013" name="TextBox 9012"/>
            <p:cNvSpPr txBox="1"/>
            <p:nvPr/>
          </p:nvSpPr>
          <p:spPr>
            <a:xfrm>
              <a:off x="4266000" y="4309000"/>
              <a:ext cx="1000000" cy="391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900"/>
                <a:t>舊街區
oldtown</a:t>
              </a:r>
            </a:p>
          </p:txBody>
        </p:sp>
      </p:grpSp>
      <p:grpSp>
        <p:nvGrpSpPr>
          <p:cNvPr id="9010" name="capital:gunstore"/>
          <p:cNvGrpSpPr/>
          <p:nvPr/>
        </p:nvGrpSpPr>
        <p:grpSpPr>
          <a:xfrm>
            <a:off x="3046000" y="3749000"/>
            <a:ext cx="1000000" cy="951000"/>
            <a:chOff x="3046000" y="3749000"/>
            <a:chExt cx="1000000" cy="951000"/>
          </a:xfrm>
        </p:grpSpPr>
        <p:pic>
          <p:nvPicPr>
            <p:cNvPr id="9014" name="Picture 9013" descr="Capital_Firearm.jp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046000" y="3749000"/>
              <a:ext cx="1000000" cy="560000"/>
            </a:xfrm>
            <a:prstGeom prst="rect">
              <a:avLst/>
            </a:prstGeom>
          </p:spPr>
        </p:pic>
        <p:sp>
          <p:nvSpPr>
            <p:cNvPr id="9015" name="TextBox 9014"/>
            <p:cNvSpPr txBox="1"/>
            <p:nvPr/>
          </p:nvSpPr>
          <p:spPr>
            <a:xfrm>
              <a:off x="3046000" y="4309000"/>
              <a:ext cx="1000000" cy="391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900"/>
                <a:t>武器店
gunstore</a:t>
              </a:r>
            </a:p>
          </p:txBody>
        </p:sp>
      </p:grpSp>
      <p:grpSp>
        <p:nvGrpSpPr>
          <p:cNvPr id="9011" name="capital:dock"/>
          <p:cNvGrpSpPr/>
          <p:nvPr/>
        </p:nvGrpSpPr>
        <p:grpSpPr>
          <a:xfrm>
            <a:off x="3046000" y="1447000"/>
            <a:ext cx="1000000" cy="951000"/>
            <a:chOff x="3046000" y="1447000"/>
            <a:chExt cx="1000000" cy="951000"/>
          </a:xfrm>
        </p:grpSpPr>
        <p:pic>
          <p:nvPicPr>
            <p:cNvPr id="9016" name="Picture 9015" descr="Capital_Dock.jp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046000" y="1447000"/>
              <a:ext cx="1000000" cy="560000"/>
            </a:xfrm>
            <a:prstGeom prst="rect">
              <a:avLst/>
            </a:prstGeom>
          </p:spPr>
        </p:pic>
        <p:sp>
          <p:nvSpPr>
            <p:cNvPr id="9017" name="TextBox 9016"/>
            <p:cNvSpPr txBox="1"/>
            <p:nvPr/>
          </p:nvSpPr>
          <p:spPr>
            <a:xfrm>
              <a:off x="3046000" y="2007000"/>
              <a:ext cx="1000000" cy="391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900"/>
                <a:t>船塢
dock</a:t>
              </a:r>
            </a:p>
          </p:txBody>
        </p:sp>
      </p:grpSp>
      <p:grpSp>
        <p:nvGrpSpPr>
          <p:cNvPr id="9012" name="capital:guild"/>
          <p:cNvGrpSpPr/>
          <p:nvPr/>
        </p:nvGrpSpPr>
        <p:grpSpPr>
          <a:xfrm>
            <a:off x="4266000" y="4900000"/>
            <a:ext cx="1000000" cy="951000"/>
            <a:chOff x="4266000" y="4900000"/>
            <a:chExt cx="1000000" cy="951000"/>
          </a:xfrm>
        </p:grpSpPr>
        <p:pic>
          <p:nvPicPr>
            <p:cNvPr id="9018" name="Picture 9017" descr="Captal_Guild.jp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266000" y="4900000"/>
              <a:ext cx="1000000" cy="560000"/>
            </a:xfrm>
            <a:prstGeom prst="rect">
              <a:avLst/>
            </a:prstGeom>
          </p:spPr>
        </p:pic>
        <p:sp>
          <p:nvSpPr>
            <p:cNvPr id="9019" name="TextBox 9018"/>
            <p:cNvSpPr txBox="1"/>
            <p:nvPr/>
          </p:nvSpPr>
          <p:spPr>
            <a:xfrm>
              <a:off x="4266000" y="5460000"/>
              <a:ext cx="1000000" cy="391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900"/>
                <a:t>賞金獵人公會
guild</a:t>
              </a:r>
            </a:p>
          </p:txBody>
        </p:sp>
      </p:grpSp>
      <p:grpSp>
        <p:nvGrpSpPr>
          <p:cNvPr id="9013" name="capital:tavern"/>
          <p:cNvGrpSpPr/>
          <p:nvPr/>
        </p:nvGrpSpPr>
        <p:grpSpPr>
          <a:xfrm>
            <a:off x="7926000" y="3749000"/>
            <a:ext cx="1000000" cy="951000"/>
            <a:chOff x="7926000" y="3749000"/>
            <a:chExt cx="1000000" cy="951000"/>
          </a:xfrm>
        </p:grpSpPr>
        <p:pic>
          <p:nvPicPr>
            <p:cNvPr id="9020" name="Picture 9019" descr="Capital_Bistro.jpg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7926000" y="3749000"/>
              <a:ext cx="1000000" cy="560000"/>
            </a:xfrm>
            <a:prstGeom prst="rect">
              <a:avLst/>
            </a:prstGeom>
          </p:spPr>
        </p:pic>
        <p:sp>
          <p:nvSpPr>
            <p:cNvPr id="9021" name="TextBox 9020"/>
            <p:cNvSpPr txBox="1"/>
            <p:nvPr/>
          </p:nvSpPr>
          <p:spPr>
            <a:xfrm>
              <a:off x="7926000" y="4309000"/>
              <a:ext cx="1000000" cy="391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900"/>
                <a:t>餐飲街
tavern</a:t>
              </a:r>
            </a:p>
          </p:txBody>
        </p:sp>
      </p:grpSp>
      <p:grpSp>
        <p:nvGrpSpPr>
          <p:cNvPr id="9014" name="capital:grocery"/>
          <p:cNvGrpSpPr/>
          <p:nvPr/>
        </p:nvGrpSpPr>
        <p:grpSpPr>
          <a:xfrm>
            <a:off x="6706000" y="4900000"/>
            <a:ext cx="1000000" cy="951000"/>
            <a:chOff x="6706000" y="4900000"/>
            <a:chExt cx="1000000" cy="951000"/>
          </a:xfrm>
        </p:grpSpPr>
        <p:pic>
          <p:nvPicPr>
            <p:cNvPr id="9022" name="Picture 9021" descr="Capital_Grocerie.jpg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6706000" y="4900000"/>
              <a:ext cx="1000000" cy="560000"/>
            </a:xfrm>
            <a:prstGeom prst="rect">
              <a:avLst/>
            </a:prstGeom>
          </p:spPr>
        </p:pic>
        <p:sp>
          <p:nvSpPr>
            <p:cNvPr id="9023" name="TextBox 9022"/>
            <p:cNvSpPr txBox="1"/>
            <p:nvPr/>
          </p:nvSpPr>
          <p:spPr>
            <a:xfrm>
              <a:off x="6706000" y="5460000"/>
              <a:ext cx="1000000" cy="391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900"/>
                <a:t>雜貨舖
grocery</a:t>
              </a:r>
            </a:p>
          </p:txBody>
        </p:sp>
      </p:grpSp>
      <p:grpSp>
        <p:nvGrpSpPr>
          <p:cNvPr id="9015" name="capital:uptown"/>
          <p:cNvGrpSpPr/>
          <p:nvPr/>
        </p:nvGrpSpPr>
        <p:grpSpPr>
          <a:xfrm>
            <a:off x="6706000" y="3749000"/>
            <a:ext cx="1000000" cy="951000"/>
            <a:chOff x="6706000" y="3749000"/>
            <a:chExt cx="1000000" cy="951000"/>
          </a:xfrm>
        </p:grpSpPr>
        <p:pic>
          <p:nvPicPr>
            <p:cNvPr id="9024" name="Picture 9023" descr="Capital_Uptown.jpg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6706000" y="3749000"/>
              <a:ext cx="1000000" cy="560000"/>
            </a:xfrm>
            <a:prstGeom prst="rect">
              <a:avLst/>
            </a:prstGeom>
          </p:spPr>
        </p:pic>
        <p:sp>
          <p:nvSpPr>
            <p:cNvPr id="9025" name="TextBox 9024"/>
            <p:cNvSpPr txBox="1"/>
            <p:nvPr/>
          </p:nvSpPr>
          <p:spPr>
            <a:xfrm>
              <a:off x="6706000" y="4309000"/>
              <a:ext cx="1000000" cy="391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900"/>
                <a:t>上街區
uptown</a:t>
              </a:r>
            </a:p>
          </p:txBody>
        </p:sp>
      </p:grpSp>
      <p:grpSp>
        <p:nvGrpSpPr>
          <p:cNvPr id="9016" name="capital:inn"/>
          <p:cNvGrpSpPr/>
          <p:nvPr/>
        </p:nvGrpSpPr>
        <p:grpSpPr>
          <a:xfrm>
            <a:off x="5486000" y="1447000"/>
            <a:ext cx="1000000" cy="951000"/>
            <a:chOff x="5486000" y="1447000"/>
            <a:chExt cx="1000000" cy="951000"/>
          </a:xfrm>
        </p:grpSpPr>
        <p:pic>
          <p:nvPicPr>
            <p:cNvPr id="9026" name="Picture 9025" descr="Capital_Hotel.jpg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5486000" y="1447000"/>
              <a:ext cx="1000000" cy="560000"/>
            </a:xfrm>
            <a:prstGeom prst="rect">
              <a:avLst/>
            </a:prstGeom>
          </p:spPr>
        </p:pic>
        <p:sp>
          <p:nvSpPr>
            <p:cNvPr id="9027" name="TextBox 9026"/>
            <p:cNvSpPr txBox="1"/>
            <p:nvPr/>
          </p:nvSpPr>
          <p:spPr>
            <a:xfrm>
              <a:off x="5486000" y="2007000"/>
              <a:ext cx="1000000" cy="391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900"/>
                <a:t>旅店
inn</a:t>
              </a:r>
              <a:r>
                <a:rPr sz="800">
                  <a:solidFill>
                    <a:srgbClr val="C03020"/>
                  </a:solidFill>
                </a:rPr>
                <a:t>
旅店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9038" name="Connector 9037"/>
          <p:cNvCxnSpPr>
            <a:stCxn id="9020" idx="0"/>
            <a:endCxn id="9024" idx="0"/>
          </p:cNvCxnSpPr>
          <p:nvPr/>
        </p:nvCxnSpPr>
        <p:spPr>
          <a:xfrm>
            <a:off x="7206000" y="3749000"/>
            <a:ext cx="0" cy="1151000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37" name="Connector 9036"/>
          <p:cNvCxnSpPr>
            <a:stCxn id="9020" idx="0"/>
            <a:endCxn id="9026" idx="0"/>
          </p:cNvCxnSpPr>
          <p:nvPr/>
        </p:nvCxnSpPr>
        <p:spPr>
          <a:xfrm flipH="1" flipV="1">
            <a:off x="5986000" y="1447000"/>
            <a:ext cx="1220000" cy="2302000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36" name="Connector 9035"/>
          <p:cNvCxnSpPr>
            <a:stCxn id="9020" idx="0"/>
            <a:endCxn id="9022" idx="0"/>
          </p:cNvCxnSpPr>
          <p:nvPr/>
        </p:nvCxnSpPr>
        <p:spPr>
          <a:xfrm>
            <a:off x="7206000" y="3749000"/>
            <a:ext cx="1220000" cy="0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35" name="Connector 9034"/>
          <p:cNvCxnSpPr>
            <a:stCxn id="9012" idx="0"/>
            <a:endCxn id="9018" idx="0"/>
          </p:cNvCxnSpPr>
          <p:nvPr/>
        </p:nvCxnSpPr>
        <p:spPr>
          <a:xfrm>
            <a:off x="4766000" y="3749000"/>
            <a:ext cx="0" cy="1151000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34" name="Connector 9033"/>
          <p:cNvCxnSpPr>
            <a:stCxn id="9012" idx="0"/>
            <a:endCxn id="9016" idx="0"/>
          </p:cNvCxnSpPr>
          <p:nvPr/>
        </p:nvCxnSpPr>
        <p:spPr>
          <a:xfrm flipH="1" flipV="1">
            <a:off x="3546000" y="1447000"/>
            <a:ext cx="1220000" cy="2302000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33" name="Connector 9032"/>
          <p:cNvCxnSpPr>
            <a:stCxn id="9012" idx="0"/>
            <a:endCxn id="9014" idx="0"/>
          </p:cNvCxnSpPr>
          <p:nvPr/>
        </p:nvCxnSpPr>
        <p:spPr>
          <a:xfrm flipH="1">
            <a:off x="3546000" y="3749000"/>
            <a:ext cx="1220000" cy="0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32" name="Connector 9031"/>
          <p:cNvCxnSpPr>
            <a:stCxn id="9006" idx="0"/>
            <a:endCxn id="9008" idx="0"/>
          </p:cNvCxnSpPr>
          <p:nvPr/>
        </p:nvCxnSpPr>
        <p:spPr>
          <a:xfrm>
            <a:off x="5986000" y="2598000"/>
            <a:ext cx="1220000" cy="0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31" name="Connector 9030"/>
          <p:cNvCxnSpPr>
            <a:stCxn id="9006" idx="0"/>
            <a:endCxn id="9010" idx="0"/>
          </p:cNvCxnSpPr>
          <p:nvPr/>
        </p:nvCxnSpPr>
        <p:spPr>
          <a:xfrm flipH="1">
            <a:off x="4766000" y="2598000"/>
            <a:ext cx="1220000" cy="0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30" name="Connector 9029"/>
          <p:cNvCxnSpPr>
            <a:stCxn id="3" idx="0"/>
            <a:endCxn id="9020" idx="0"/>
          </p:cNvCxnSpPr>
          <p:nvPr/>
        </p:nvCxnSpPr>
        <p:spPr>
          <a:xfrm>
            <a:off x="5986000" y="3749000"/>
            <a:ext cx="1220000" cy="0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29" name="Connector 9028"/>
          <p:cNvCxnSpPr>
            <a:stCxn id="3" idx="0"/>
            <a:endCxn id="9012" idx="0"/>
          </p:cNvCxnSpPr>
          <p:nvPr/>
        </p:nvCxnSpPr>
        <p:spPr>
          <a:xfrm flipH="1">
            <a:off x="4766000" y="3749000"/>
            <a:ext cx="1220000" cy="0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28" name="Connector 9027"/>
          <p:cNvCxnSpPr>
            <a:stCxn id="3" idx="0"/>
            <a:endCxn id="9006" idx="0"/>
          </p:cNvCxnSpPr>
          <p:nvPr/>
        </p:nvCxnSpPr>
        <p:spPr>
          <a:xfrm flipV="1">
            <a:off x="5986000" y="2598000"/>
            <a:ext cx="0" cy="1151000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420000" y="220000"/>
            <a:ext cx="11352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/>
              <a:t>聖索菲亞城　（santasofia）　12 格</a:t>
            </a:r>
          </a:p>
        </p:txBody>
      </p:sp>
      <p:grpSp>
        <p:nvGrpSpPr>
          <p:cNvPr id="9005" name="santasofia:square"/>
          <p:cNvGrpSpPr/>
          <p:nvPr/>
        </p:nvGrpSpPr>
        <p:grpSpPr>
          <a:xfrm>
            <a:off x="5486000" y="3749000"/>
            <a:ext cx="1000000" cy="951000"/>
            <a:chOff x="5486000" y="3749000"/>
            <a:chExt cx="1000000" cy="951000"/>
          </a:xfrm>
        </p:grpSpPr>
        <p:pic>
          <p:nvPicPr>
            <p:cNvPr id="3" name="Picture 2" descr="Sofia_Square.jp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486000" y="3749000"/>
              <a:ext cx="1000000" cy="560000"/>
            </a:xfrm>
            <a:prstGeom prst="rect">
              <a:avLst/>
            </a:prstGeom>
          </p:spPr>
        </p:pic>
        <p:sp>
          <p:nvSpPr>
            <p:cNvPr id="4" name="TextBox 3"/>
            <p:cNvSpPr txBox="1"/>
            <p:nvPr/>
          </p:nvSpPr>
          <p:spPr>
            <a:xfrm>
              <a:off x="5486000" y="4309000"/>
              <a:ext cx="1000000" cy="391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900"/>
                <a:t>主廣場
square</a:t>
              </a:r>
              <a:r>
                <a:rPr sz="800">
                  <a:solidFill>
                    <a:srgbClr val="C03020"/>
                  </a:solidFill>
                </a:rPr>
                <a:t>
入口</a:t>
              </a:r>
            </a:p>
          </p:txBody>
        </p:sp>
      </p:grpSp>
      <p:grpSp>
        <p:nvGrpSpPr>
          <p:cNvPr id="9006" name="santasofia:midtown"/>
          <p:cNvGrpSpPr/>
          <p:nvPr/>
        </p:nvGrpSpPr>
        <p:grpSpPr>
          <a:xfrm>
            <a:off x="5486000" y="2598000"/>
            <a:ext cx="1000000" cy="951000"/>
            <a:chOff x="5486000" y="2598000"/>
            <a:chExt cx="1000000" cy="951000"/>
          </a:xfrm>
        </p:grpSpPr>
        <p:pic>
          <p:nvPicPr>
            <p:cNvPr id="9006" name="Picture 9005" descr="Sofia_Midtown.jp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486000" y="2598000"/>
              <a:ext cx="1000000" cy="560000"/>
            </a:xfrm>
            <a:prstGeom prst="rect">
              <a:avLst/>
            </a:prstGeom>
          </p:spPr>
        </p:pic>
        <p:sp>
          <p:nvSpPr>
            <p:cNvPr id="9007" name="TextBox 9006"/>
            <p:cNvSpPr txBox="1"/>
            <p:nvPr/>
          </p:nvSpPr>
          <p:spPr>
            <a:xfrm>
              <a:off x="5486000" y="3158000"/>
              <a:ext cx="1000000" cy="391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900"/>
                <a:t>中心區
midtown</a:t>
              </a:r>
            </a:p>
          </p:txBody>
        </p:sp>
      </p:grpSp>
      <p:grpSp>
        <p:nvGrpSpPr>
          <p:cNvPr id="9007" name="santasofia:church"/>
          <p:cNvGrpSpPr/>
          <p:nvPr/>
        </p:nvGrpSpPr>
        <p:grpSpPr>
          <a:xfrm>
            <a:off x="6706000" y="2598000"/>
            <a:ext cx="1000000" cy="951000"/>
            <a:chOff x="6706000" y="2598000"/>
            <a:chExt cx="1000000" cy="951000"/>
          </a:xfrm>
        </p:grpSpPr>
        <p:pic>
          <p:nvPicPr>
            <p:cNvPr id="9008" name="Picture 9007" descr="Sofia_Church.jp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706000" y="2598000"/>
              <a:ext cx="1000000" cy="560000"/>
            </a:xfrm>
            <a:prstGeom prst="rect">
              <a:avLst/>
            </a:prstGeom>
          </p:spPr>
        </p:pic>
        <p:sp>
          <p:nvSpPr>
            <p:cNvPr id="9009" name="TextBox 9008"/>
            <p:cNvSpPr txBox="1"/>
            <p:nvPr/>
          </p:nvSpPr>
          <p:spPr>
            <a:xfrm>
              <a:off x="6706000" y="3158000"/>
              <a:ext cx="1000000" cy="391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900"/>
                <a:t>大教堂
church</a:t>
              </a:r>
            </a:p>
          </p:txBody>
        </p:sp>
      </p:grpSp>
      <p:grpSp>
        <p:nvGrpSpPr>
          <p:cNvPr id="9008" name="santasofia:cityhall"/>
          <p:cNvGrpSpPr/>
          <p:nvPr/>
        </p:nvGrpSpPr>
        <p:grpSpPr>
          <a:xfrm>
            <a:off x="4266000" y="2598000"/>
            <a:ext cx="1000000" cy="951000"/>
            <a:chOff x="4266000" y="2598000"/>
            <a:chExt cx="1000000" cy="951000"/>
          </a:xfrm>
        </p:grpSpPr>
        <p:pic>
          <p:nvPicPr>
            <p:cNvPr id="9010" name="Picture 9009" descr="Sofia_Cityhall.jp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266000" y="2598000"/>
              <a:ext cx="1000000" cy="560000"/>
            </a:xfrm>
            <a:prstGeom prst="rect">
              <a:avLst/>
            </a:prstGeom>
          </p:spPr>
        </p:pic>
        <p:sp>
          <p:nvSpPr>
            <p:cNvPr id="9011" name="TextBox 9010"/>
            <p:cNvSpPr txBox="1"/>
            <p:nvPr/>
          </p:nvSpPr>
          <p:spPr>
            <a:xfrm>
              <a:off x="4266000" y="3158000"/>
              <a:ext cx="1000000" cy="391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900"/>
                <a:t>市政廳
cityhall</a:t>
              </a:r>
            </a:p>
          </p:txBody>
        </p:sp>
      </p:grpSp>
      <p:grpSp>
        <p:nvGrpSpPr>
          <p:cNvPr id="9009" name="santasofia:oldtown"/>
          <p:cNvGrpSpPr/>
          <p:nvPr/>
        </p:nvGrpSpPr>
        <p:grpSpPr>
          <a:xfrm>
            <a:off x="4266000" y="3749000"/>
            <a:ext cx="1000000" cy="951000"/>
            <a:chOff x="4266000" y="3749000"/>
            <a:chExt cx="1000000" cy="951000"/>
          </a:xfrm>
        </p:grpSpPr>
        <p:pic>
          <p:nvPicPr>
            <p:cNvPr id="9012" name="Picture 9011" descr="Sofia_Downtown.jp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266000" y="3749000"/>
              <a:ext cx="1000000" cy="560000"/>
            </a:xfrm>
            <a:prstGeom prst="rect">
              <a:avLst/>
            </a:prstGeom>
          </p:spPr>
        </p:pic>
        <p:sp>
          <p:nvSpPr>
            <p:cNvPr id="9013" name="TextBox 9012"/>
            <p:cNvSpPr txBox="1"/>
            <p:nvPr/>
          </p:nvSpPr>
          <p:spPr>
            <a:xfrm>
              <a:off x="4266000" y="4309000"/>
              <a:ext cx="1000000" cy="391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900"/>
                <a:t>舊街區
oldtown</a:t>
              </a:r>
            </a:p>
          </p:txBody>
        </p:sp>
      </p:grpSp>
      <p:grpSp>
        <p:nvGrpSpPr>
          <p:cNvPr id="9010" name="santasofia:gunstore"/>
          <p:cNvGrpSpPr/>
          <p:nvPr/>
        </p:nvGrpSpPr>
        <p:grpSpPr>
          <a:xfrm>
            <a:off x="3046000" y="3749000"/>
            <a:ext cx="1000000" cy="951000"/>
            <a:chOff x="3046000" y="3749000"/>
            <a:chExt cx="1000000" cy="951000"/>
          </a:xfrm>
        </p:grpSpPr>
        <p:pic>
          <p:nvPicPr>
            <p:cNvPr id="9014" name="Picture 9013" descr="Sofia_Firearm.jp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046000" y="3749000"/>
              <a:ext cx="1000000" cy="560000"/>
            </a:xfrm>
            <a:prstGeom prst="rect">
              <a:avLst/>
            </a:prstGeom>
          </p:spPr>
        </p:pic>
        <p:sp>
          <p:nvSpPr>
            <p:cNvPr id="9015" name="TextBox 9014"/>
            <p:cNvSpPr txBox="1"/>
            <p:nvPr/>
          </p:nvSpPr>
          <p:spPr>
            <a:xfrm>
              <a:off x="3046000" y="4309000"/>
              <a:ext cx="1000000" cy="391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900"/>
                <a:t>武器店
gunstore</a:t>
              </a:r>
            </a:p>
          </p:txBody>
        </p:sp>
      </p:grpSp>
      <p:grpSp>
        <p:nvGrpSpPr>
          <p:cNvPr id="9011" name="santasofia:dock"/>
          <p:cNvGrpSpPr/>
          <p:nvPr/>
        </p:nvGrpSpPr>
        <p:grpSpPr>
          <a:xfrm>
            <a:off x="3046000" y="1447000"/>
            <a:ext cx="1000000" cy="951000"/>
            <a:chOff x="3046000" y="1447000"/>
            <a:chExt cx="1000000" cy="951000"/>
          </a:xfrm>
        </p:grpSpPr>
        <p:pic>
          <p:nvPicPr>
            <p:cNvPr id="9016" name="Picture 9015" descr="Sofia_Dock.jp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046000" y="1447000"/>
              <a:ext cx="1000000" cy="560000"/>
            </a:xfrm>
            <a:prstGeom prst="rect">
              <a:avLst/>
            </a:prstGeom>
          </p:spPr>
        </p:pic>
        <p:sp>
          <p:nvSpPr>
            <p:cNvPr id="9017" name="TextBox 9016"/>
            <p:cNvSpPr txBox="1"/>
            <p:nvPr/>
          </p:nvSpPr>
          <p:spPr>
            <a:xfrm>
              <a:off x="3046000" y="2007000"/>
              <a:ext cx="1000000" cy="391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900"/>
                <a:t>船塢
dock</a:t>
              </a:r>
            </a:p>
          </p:txBody>
        </p:sp>
      </p:grpSp>
      <p:grpSp>
        <p:nvGrpSpPr>
          <p:cNvPr id="9012" name="santasofia:guild"/>
          <p:cNvGrpSpPr/>
          <p:nvPr/>
        </p:nvGrpSpPr>
        <p:grpSpPr>
          <a:xfrm>
            <a:off x="4266000" y="4900000"/>
            <a:ext cx="1000000" cy="951000"/>
            <a:chOff x="4266000" y="4900000"/>
            <a:chExt cx="1000000" cy="951000"/>
          </a:xfrm>
        </p:grpSpPr>
        <p:pic>
          <p:nvPicPr>
            <p:cNvPr id="9018" name="Picture 9017" descr="Sofia_Guild.jp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266000" y="4900000"/>
              <a:ext cx="1000000" cy="560000"/>
            </a:xfrm>
            <a:prstGeom prst="rect">
              <a:avLst/>
            </a:prstGeom>
          </p:spPr>
        </p:pic>
        <p:sp>
          <p:nvSpPr>
            <p:cNvPr id="9019" name="TextBox 9018"/>
            <p:cNvSpPr txBox="1"/>
            <p:nvPr/>
          </p:nvSpPr>
          <p:spPr>
            <a:xfrm>
              <a:off x="4266000" y="5460000"/>
              <a:ext cx="1000000" cy="391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900"/>
                <a:t>賞金獵人公會
guild</a:t>
              </a:r>
            </a:p>
          </p:txBody>
        </p:sp>
      </p:grpSp>
      <p:grpSp>
        <p:nvGrpSpPr>
          <p:cNvPr id="9013" name="santasofia:uptown"/>
          <p:cNvGrpSpPr/>
          <p:nvPr/>
        </p:nvGrpSpPr>
        <p:grpSpPr>
          <a:xfrm>
            <a:off x="6706000" y="3749000"/>
            <a:ext cx="1000000" cy="951000"/>
            <a:chOff x="6706000" y="3749000"/>
            <a:chExt cx="1000000" cy="951000"/>
          </a:xfrm>
        </p:grpSpPr>
        <p:pic>
          <p:nvPicPr>
            <p:cNvPr id="9020" name="Picture 9019" descr="Sofia_Uptown.jpg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6706000" y="3749000"/>
              <a:ext cx="1000000" cy="560000"/>
            </a:xfrm>
            <a:prstGeom prst="rect">
              <a:avLst/>
            </a:prstGeom>
          </p:spPr>
        </p:pic>
        <p:sp>
          <p:nvSpPr>
            <p:cNvPr id="9021" name="TextBox 9020"/>
            <p:cNvSpPr txBox="1"/>
            <p:nvPr/>
          </p:nvSpPr>
          <p:spPr>
            <a:xfrm>
              <a:off x="6706000" y="4309000"/>
              <a:ext cx="1000000" cy="391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900"/>
                <a:t>上街區
uptown</a:t>
              </a:r>
            </a:p>
          </p:txBody>
        </p:sp>
      </p:grpSp>
      <p:grpSp>
        <p:nvGrpSpPr>
          <p:cNvPr id="9014" name="santasofia:tavern"/>
          <p:cNvGrpSpPr/>
          <p:nvPr/>
        </p:nvGrpSpPr>
        <p:grpSpPr>
          <a:xfrm>
            <a:off x="7926000" y="3749000"/>
            <a:ext cx="1000000" cy="951000"/>
            <a:chOff x="7926000" y="3749000"/>
            <a:chExt cx="1000000" cy="951000"/>
          </a:xfrm>
        </p:grpSpPr>
        <p:pic>
          <p:nvPicPr>
            <p:cNvPr id="9022" name="Picture 9021" descr="Sofia_Bistro.jpg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7926000" y="3749000"/>
              <a:ext cx="1000000" cy="560000"/>
            </a:xfrm>
            <a:prstGeom prst="rect">
              <a:avLst/>
            </a:prstGeom>
          </p:spPr>
        </p:pic>
        <p:sp>
          <p:nvSpPr>
            <p:cNvPr id="9023" name="TextBox 9022"/>
            <p:cNvSpPr txBox="1"/>
            <p:nvPr/>
          </p:nvSpPr>
          <p:spPr>
            <a:xfrm>
              <a:off x="7926000" y="4309000"/>
              <a:ext cx="1000000" cy="391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900"/>
                <a:t>餐飲街
tavern</a:t>
              </a:r>
            </a:p>
          </p:txBody>
        </p:sp>
      </p:grpSp>
      <p:grpSp>
        <p:nvGrpSpPr>
          <p:cNvPr id="9015" name="santasofia:grocery"/>
          <p:cNvGrpSpPr/>
          <p:nvPr/>
        </p:nvGrpSpPr>
        <p:grpSpPr>
          <a:xfrm>
            <a:off x="6706000" y="4900000"/>
            <a:ext cx="1000000" cy="951000"/>
            <a:chOff x="6706000" y="4900000"/>
            <a:chExt cx="1000000" cy="951000"/>
          </a:xfrm>
        </p:grpSpPr>
        <p:pic>
          <p:nvPicPr>
            <p:cNvPr id="9024" name="Picture 9023" descr="Sofia_Grocerie.jpg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6706000" y="4900000"/>
              <a:ext cx="1000000" cy="560000"/>
            </a:xfrm>
            <a:prstGeom prst="rect">
              <a:avLst/>
            </a:prstGeom>
          </p:spPr>
        </p:pic>
        <p:sp>
          <p:nvSpPr>
            <p:cNvPr id="9025" name="TextBox 9024"/>
            <p:cNvSpPr txBox="1"/>
            <p:nvPr/>
          </p:nvSpPr>
          <p:spPr>
            <a:xfrm>
              <a:off x="6706000" y="5460000"/>
              <a:ext cx="1000000" cy="391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900"/>
                <a:t>雜貨舖
grocery</a:t>
              </a:r>
            </a:p>
          </p:txBody>
        </p:sp>
      </p:grpSp>
      <p:grpSp>
        <p:nvGrpSpPr>
          <p:cNvPr id="9016" name="santasofia:inn"/>
          <p:cNvGrpSpPr/>
          <p:nvPr/>
        </p:nvGrpSpPr>
        <p:grpSpPr>
          <a:xfrm>
            <a:off x="5486000" y="1447000"/>
            <a:ext cx="1000000" cy="951000"/>
            <a:chOff x="5486000" y="1447000"/>
            <a:chExt cx="1000000" cy="951000"/>
          </a:xfrm>
        </p:grpSpPr>
        <p:pic>
          <p:nvPicPr>
            <p:cNvPr id="9026" name="Picture 9025" descr="Sofia_Hotel.jpg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5486000" y="1447000"/>
              <a:ext cx="1000000" cy="560000"/>
            </a:xfrm>
            <a:prstGeom prst="rect">
              <a:avLst/>
            </a:prstGeom>
          </p:spPr>
        </p:pic>
        <p:sp>
          <p:nvSpPr>
            <p:cNvPr id="9027" name="TextBox 9026"/>
            <p:cNvSpPr txBox="1"/>
            <p:nvPr/>
          </p:nvSpPr>
          <p:spPr>
            <a:xfrm>
              <a:off x="5486000" y="2007000"/>
              <a:ext cx="1000000" cy="391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900"/>
                <a:t>旅店
inn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9038" name="Connector 9037"/>
          <p:cNvCxnSpPr>
            <a:stCxn id="9020" idx="0"/>
            <a:endCxn id="9024" idx="0"/>
          </p:cNvCxnSpPr>
          <p:nvPr/>
        </p:nvCxnSpPr>
        <p:spPr>
          <a:xfrm>
            <a:off x="7206000" y="3749000"/>
            <a:ext cx="0" cy="1151000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37" name="Connector 9036"/>
          <p:cNvCxnSpPr>
            <a:stCxn id="9020" idx="0"/>
            <a:endCxn id="9026" idx="0"/>
          </p:cNvCxnSpPr>
          <p:nvPr/>
        </p:nvCxnSpPr>
        <p:spPr>
          <a:xfrm flipH="1" flipV="1">
            <a:off x="5986000" y="1447000"/>
            <a:ext cx="1220000" cy="2302000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36" name="Connector 9035"/>
          <p:cNvCxnSpPr>
            <a:stCxn id="9020" idx="0"/>
            <a:endCxn id="9022" idx="0"/>
          </p:cNvCxnSpPr>
          <p:nvPr/>
        </p:nvCxnSpPr>
        <p:spPr>
          <a:xfrm>
            <a:off x="7206000" y="3749000"/>
            <a:ext cx="1220000" cy="0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35" name="Connector 9034"/>
          <p:cNvCxnSpPr>
            <a:stCxn id="9012" idx="0"/>
            <a:endCxn id="9018" idx="0"/>
          </p:cNvCxnSpPr>
          <p:nvPr/>
        </p:nvCxnSpPr>
        <p:spPr>
          <a:xfrm>
            <a:off x="4766000" y="3749000"/>
            <a:ext cx="0" cy="1151000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34" name="Connector 9033"/>
          <p:cNvCxnSpPr>
            <a:stCxn id="9012" idx="0"/>
            <a:endCxn id="9016" idx="0"/>
          </p:cNvCxnSpPr>
          <p:nvPr/>
        </p:nvCxnSpPr>
        <p:spPr>
          <a:xfrm flipH="1" flipV="1">
            <a:off x="3546000" y="1447000"/>
            <a:ext cx="1220000" cy="2302000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33" name="Connector 9032"/>
          <p:cNvCxnSpPr>
            <a:stCxn id="9012" idx="0"/>
            <a:endCxn id="9014" idx="0"/>
          </p:cNvCxnSpPr>
          <p:nvPr/>
        </p:nvCxnSpPr>
        <p:spPr>
          <a:xfrm flipH="1">
            <a:off x="3546000" y="3749000"/>
            <a:ext cx="1220000" cy="0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32" name="Connector 9031"/>
          <p:cNvCxnSpPr>
            <a:stCxn id="9006" idx="0"/>
            <a:endCxn id="9008" idx="0"/>
          </p:cNvCxnSpPr>
          <p:nvPr/>
        </p:nvCxnSpPr>
        <p:spPr>
          <a:xfrm>
            <a:off x="5986000" y="2598000"/>
            <a:ext cx="1220000" cy="0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31" name="Connector 9030"/>
          <p:cNvCxnSpPr>
            <a:stCxn id="9006" idx="0"/>
            <a:endCxn id="9010" idx="0"/>
          </p:cNvCxnSpPr>
          <p:nvPr/>
        </p:nvCxnSpPr>
        <p:spPr>
          <a:xfrm flipH="1">
            <a:off x="4766000" y="2598000"/>
            <a:ext cx="1220000" cy="0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30" name="Connector 9029"/>
          <p:cNvCxnSpPr>
            <a:stCxn id="3" idx="0"/>
            <a:endCxn id="9020" idx="0"/>
          </p:cNvCxnSpPr>
          <p:nvPr/>
        </p:nvCxnSpPr>
        <p:spPr>
          <a:xfrm>
            <a:off x="5986000" y="3749000"/>
            <a:ext cx="1220000" cy="0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29" name="Connector 9028"/>
          <p:cNvCxnSpPr>
            <a:stCxn id="3" idx="0"/>
            <a:endCxn id="9012" idx="0"/>
          </p:cNvCxnSpPr>
          <p:nvPr/>
        </p:nvCxnSpPr>
        <p:spPr>
          <a:xfrm flipH="1">
            <a:off x="4766000" y="3749000"/>
            <a:ext cx="1220000" cy="0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28" name="Connector 9027"/>
          <p:cNvCxnSpPr>
            <a:stCxn id="3" idx="0"/>
            <a:endCxn id="9006" idx="0"/>
          </p:cNvCxnSpPr>
          <p:nvPr/>
        </p:nvCxnSpPr>
        <p:spPr>
          <a:xfrm flipV="1">
            <a:off x="5986000" y="2598000"/>
            <a:ext cx="0" cy="1151000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420000" y="220000"/>
            <a:ext cx="11352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/>
              <a:t>拉芬斯達爾城　（ravnsdal）　12 格</a:t>
            </a:r>
          </a:p>
        </p:txBody>
      </p:sp>
      <p:grpSp>
        <p:nvGrpSpPr>
          <p:cNvPr id="9005" name="ravnsdal:square"/>
          <p:cNvGrpSpPr/>
          <p:nvPr/>
        </p:nvGrpSpPr>
        <p:grpSpPr>
          <a:xfrm>
            <a:off x="5486000" y="3749000"/>
            <a:ext cx="1000000" cy="951000"/>
            <a:chOff x="5486000" y="3749000"/>
            <a:chExt cx="1000000" cy="951000"/>
          </a:xfrm>
        </p:grpSpPr>
        <p:pic>
          <p:nvPicPr>
            <p:cNvPr id="3" name="Picture 2" descr="Ravn_Square.jp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486000" y="3749000"/>
              <a:ext cx="1000000" cy="560000"/>
            </a:xfrm>
            <a:prstGeom prst="rect">
              <a:avLst/>
            </a:prstGeom>
          </p:spPr>
        </p:pic>
        <p:sp>
          <p:nvSpPr>
            <p:cNvPr id="4" name="TextBox 3"/>
            <p:cNvSpPr txBox="1"/>
            <p:nvPr/>
          </p:nvSpPr>
          <p:spPr>
            <a:xfrm>
              <a:off x="5486000" y="4309000"/>
              <a:ext cx="1000000" cy="391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900"/>
                <a:t>港口廣場
square</a:t>
              </a:r>
              <a:r>
                <a:rPr sz="800">
                  <a:solidFill>
                    <a:srgbClr val="C03020"/>
                  </a:solidFill>
                </a:rPr>
                <a:t>
入口</a:t>
              </a:r>
            </a:p>
          </p:txBody>
        </p:sp>
      </p:grpSp>
      <p:grpSp>
        <p:nvGrpSpPr>
          <p:cNvPr id="9006" name="ravnsdal:midtown"/>
          <p:cNvGrpSpPr/>
          <p:nvPr/>
        </p:nvGrpSpPr>
        <p:grpSpPr>
          <a:xfrm>
            <a:off x="5486000" y="2598000"/>
            <a:ext cx="1000000" cy="951000"/>
            <a:chOff x="5486000" y="2598000"/>
            <a:chExt cx="1000000" cy="951000"/>
          </a:xfrm>
        </p:grpSpPr>
        <p:pic>
          <p:nvPicPr>
            <p:cNvPr id="9006" name="Picture 9005" descr="Ravn_Midtown.jp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486000" y="2598000"/>
              <a:ext cx="1000000" cy="560000"/>
            </a:xfrm>
            <a:prstGeom prst="rect">
              <a:avLst/>
            </a:prstGeom>
          </p:spPr>
        </p:pic>
        <p:sp>
          <p:nvSpPr>
            <p:cNvPr id="9007" name="TextBox 9006"/>
            <p:cNvSpPr txBox="1"/>
            <p:nvPr/>
          </p:nvSpPr>
          <p:spPr>
            <a:xfrm>
              <a:off x="5486000" y="3158000"/>
              <a:ext cx="1000000" cy="391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900"/>
                <a:t>中心區
midtown</a:t>
              </a:r>
            </a:p>
          </p:txBody>
        </p:sp>
      </p:grpSp>
      <p:grpSp>
        <p:nvGrpSpPr>
          <p:cNvPr id="9007" name="ravnsdal:church"/>
          <p:cNvGrpSpPr/>
          <p:nvPr/>
        </p:nvGrpSpPr>
        <p:grpSpPr>
          <a:xfrm>
            <a:off x="6706000" y="2598000"/>
            <a:ext cx="1000000" cy="951000"/>
            <a:chOff x="6706000" y="2598000"/>
            <a:chExt cx="1000000" cy="951000"/>
          </a:xfrm>
        </p:grpSpPr>
        <p:pic>
          <p:nvPicPr>
            <p:cNvPr id="9008" name="Picture 9007" descr="Ravn_Midtown.jp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706000" y="2598000"/>
              <a:ext cx="1000000" cy="560000"/>
            </a:xfrm>
            <a:prstGeom prst="rect">
              <a:avLst/>
            </a:prstGeom>
          </p:spPr>
        </p:pic>
        <p:sp>
          <p:nvSpPr>
            <p:cNvPr id="9009" name="TextBox 9008"/>
            <p:cNvSpPr txBox="1"/>
            <p:nvPr/>
          </p:nvSpPr>
          <p:spPr>
            <a:xfrm>
              <a:off x="6706000" y="3158000"/>
              <a:ext cx="1000000" cy="391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900"/>
                <a:t>大教堂
church</a:t>
              </a:r>
            </a:p>
          </p:txBody>
        </p:sp>
      </p:grpSp>
      <p:grpSp>
        <p:nvGrpSpPr>
          <p:cNvPr id="9008" name="ravnsdal:lookout"/>
          <p:cNvGrpSpPr/>
          <p:nvPr/>
        </p:nvGrpSpPr>
        <p:grpSpPr>
          <a:xfrm>
            <a:off x="4266000" y="2598000"/>
            <a:ext cx="1000000" cy="951000"/>
            <a:chOff x="4266000" y="2598000"/>
            <a:chExt cx="1000000" cy="951000"/>
          </a:xfrm>
        </p:grpSpPr>
        <p:pic>
          <p:nvPicPr>
            <p:cNvPr id="9010" name="Picture 9009" descr="Ravn_Lookout.jp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266000" y="2598000"/>
              <a:ext cx="1000000" cy="560000"/>
            </a:xfrm>
            <a:prstGeom prst="rect">
              <a:avLst/>
            </a:prstGeom>
          </p:spPr>
        </p:pic>
        <p:sp>
          <p:nvSpPr>
            <p:cNvPr id="9011" name="TextBox 9010"/>
            <p:cNvSpPr txBox="1"/>
            <p:nvPr/>
          </p:nvSpPr>
          <p:spPr>
            <a:xfrm>
              <a:off x="4266000" y="3158000"/>
              <a:ext cx="1000000" cy="391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900"/>
                <a:t>瞭望台
lookout</a:t>
              </a:r>
            </a:p>
          </p:txBody>
        </p:sp>
      </p:grpSp>
      <p:grpSp>
        <p:nvGrpSpPr>
          <p:cNvPr id="9009" name="ravnsdal:oldtown"/>
          <p:cNvGrpSpPr/>
          <p:nvPr/>
        </p:nvGrpSpPr>
        <p:grpSpPr>
          <a:xfrm>
            <a:off x="4266000" y="3749000"/>
            <a:ext cx="1000000" cy="951000"/>
            <a:chOff x="4266000" y="3749000"/>
            <a:chExt cx="1000000" cy="951000"/>
          </a:xfrm>
        </p:grpSpPr>
        <p:pic>
          <p:nvPicPr>
            <p:cNvPr id="9012" name="Picture 9011" descr="Ravn_Oldtown.jp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266000" y="3749000"/>
              <a:ext cx="1000000" cy="560000"/>
            </a:xfrm>
            <a:prstGeom prst="rect">
              <a:avLst/>
            </a:prstGeom>
          </p:spPr>
        </p:pic>
        <p:sp>
          <p:nvSpPr>
            <p:cNvPr id="9013" name="TextBox 9012"/>
            <p:cNvSpPr txBox="1"/>
            <p:nvPr/>
          </p:nvSpPr>
          <p:spPr>
            <a:xfrm>
              <a:off x="4266000" y="4309000"/>
              <a:ext cx="1000000" cy="391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900"/>
                <a:t>舊街區
oldtown</a:t>
              </a:r>
            </a:p>
          </p:txBody>
        </p:sp>
      </p:grpSp>
      <p:grpSp>
        <p:nvGrpSpPr>
          <p:cNvPr id="9010" name="ravnsdal:gunstore"/>
          <p:cNvGrpSpPr/>
          <p:nvPr/>
        </p:nvGrpSpPr>
        <p:grpSpPr>
          <a:xfrm>
            <a:off x="3046000" y="3749000"/>
            <a:ext cx="1000000" cy="951000"/>
            <a:chOff x="3046000" y="3749000"/>
            <a:chExt cx="1000000" cy="951000"/>
          </a:xfrm>
        </p:grpSpPr>
        <p:pic>
          <p:nvPicPr>
            <p:cNvPr id="9014" name="Picture 9013" descr="Ravn_Firearm.jp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046000" y="3749000"/>
              <a:ext cx="1000000" cy="560000"/>
            </a:xfrm>
            <a:prstGeom prst="rect">
              <a:avLst/>
            </a:prstGeom>
          </p:spPr>
        </p:pic>
        <p:sp>
          <p:nvSpPr>
            <p:cNvPr id="9015" name="TextBox 9014"/>
            <p:cNvSpPr txBox="1"/>
            <p:nvPr/>
          </p:nvSpPr>
          <p:spPr>
            <a:xfrm>
              <a:off x="3046000" y="4309000"/>
              <a:ext cx="1000000" cy="391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900"/>
                <a:t>武器店
gunstore</a:t>
              </a:r>
            </a:p>
          </p:txBody>
        </p:sp>
      </p:grpSp>
      <p:grpSp>
        <p:nvGrpSpPr>
          <p:cNvPr id="9011" name="ravnsdal:station"/>
          <p:cNvGrpSpPr/>
          <p:nvPr/>
        </p:nvGrpSpPr>
        <p:grpSpPr>
          <a:xfrm>
            <a:off x="3046000" y="1447000"/>
            <a:ext cx="1000000" cy="951000"/>
            <a:chOff x="3046000" y="1447000"/>
            <a:chExt cx="1000000" cy="951000"/>
          </a:xfrm>
        </p:grpSpPr>
        <p:pic>
          <p:nvPicPr>
            <p:cNvPr id="9016" name="Picture 9015" descr="Ravn_Station.jp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046000" y="1447000"/>
              <a:ext cx="1000000" cy="560000"/>
            </a:xfrm>
            <a:prstGeom prst="rect">
              <a:avLst/>
            </a:prstGeom>
          </p:spPr>
        </p:pic>
        <p:sp>
          <p:nvSpPr>
            <p:cNvPr id="9017" name="TextBox 9016"/>
            <p:cNvSpPr txBox="1"/>
            <p:nvPr/>
          </p:nvSpPr>
          <p:spPr>
            <a:xfrm>
              <a:off x="3046000" y="2007000"/>
              <a:ext cx="1000000" cy="391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900"/>
                <a:t>火車站
station</a:t>
              </a:r>
            </a:p>
          </p:txBody>
        </p:sp>
      </p:grpSp>
      <p:grpSp>
        <p:nvGrpSpPr>
          <p:cNvPr id="9012" name="ravnsdal:guild"/>
          <p:cNvGrpSpPr/>
          <p:nvPr/>
        </p:nvGrpSpPr>
        <p:grpSpPr>
          <a:xfrm>
            <a:off x="4266000" y="4900000"/>
            <a:ext cx="1000000" cy="951000"/>
            <a:chOff x="4266000" y="4900000"/>
            <a:chExt cx="1000000" cy="951000"/>
          </a:xfrm>
        </p:grpSpPr>
        <p:pic>
          <p:nvPicPr>
            <p:cNvPr id="9018" name="Picture 9017" descr="Ravn_Guild.jp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266000" y="4900000"/>
              <a:ext cx="1000000" cy="560000"/>
            </a:xfrm>
            <a:prstGeom prst="rect">
              <a:avLst/>
            </a:prstGeom>
          </p:spPr>
        </p:pic>
        <p:sp>
          <p:nvSpPr>
            <p:cNvPr id="9019" name="TextBox 9018"/>
            <p:cNvSpPr txBox="1"/>
            <p:nvPr/>
          </p:nvSpPr>
          <p:spPr>
            <a:xfrm>
              <a:off x="4266000" y="5460000"/>
              <a:ext cx="1000000" cy="391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900"/>
                <a:t>賞金獵人公會
guild</a:t>
              </a:r>
            </a:p>
          </p:txBody>
        </p:sp>
      </p:grpSp>
      <p:grpSp>
        <p:nvGrpSpPr>
          <p:cNvPr id="9013" name="ravnsdal:uptown"/>
          <p:cNvGrpSpPr/>
          <p:nvPr/>
        </p:nvGrpSpPr>
        <p:grpSpPr>
          <a:xfrm>
            <a:off x="6706000" y="3749000"/>
            <a:ext cx="1000000" cy="951000"/>
            <a:chOff x="6706000" y="3749000"/>
            <a:chExt cx="1000000" cy="951000"/>
          </a:xfrm>
        </p:grpSpPr>
        <p:pic>
          <p:nvPicPr>
            <p:cNvPr id="9020" name="Picture 9019" descr="Ravn_Uptown.jp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6706000" y="3749000"/>
              <a:ext cx="1000000" cy="560000"/>
            </a:xfrm>
            <a:prstGeom prst="rect">
              <a:avLst/>
            </a:prstGeom>
          </p:spPr>
        </p:pic>
        <p:sp>
          <p:nvSpPr>
            <p:cNvPr id="9021" name="TextBox 9020"/>
            <p:cNvSpPr txBox="1"/>
            <p:nvPr/>
          </p:nvSpPr>
          <p:spPr>
            <a:xfrm>
              <a:off x="6706000" y="4309000"/>
              <a:ext cx="1000000" cy="391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900"/>
                <a:t>上街區
uptown</a:t>
              </a:r>
            </a:p>
          </p:txBody>
        </p:sp>
      </p:grpSp>
      <p:grpSp>
        <p:nvGrpSpPr>
          <p:cNvPr id="9014" name="ravnsdal:tavern"/>
          <p:cNvGrpSpPr/>
          <p:nvPr/>
        </p:nvGrpSpPr>
        <p:grpSpPr>
          <a:xfrm>
            <a:off x="7926000" y="3749000"/>
            <a:ext cx="1000000" cy="951000"/>
            <a:chOff x="7926000" y="3749000"/>
            <a:chExt cx="1000000" cy="951000"/>
          </a:xfrm>
        </p:grpSpPr>
        <p:pic>
          <p:nvPicPr>
            <p:cNvPr id="9022" name="Picture 9021" descr="Ravn_Bistro.jpg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7926000" y="3749000"/>
              <a:ext cx="1000000" cy="560000"/>
            </a:xfrm>
            <a:prstGeom prst="rect">
              <a:avLst/>
            </a:prstGeom>
          </p:spPr>
        </p:pic>
        <p:sp>
          <p:nvSpPr>
            <p:cNvPr id="9023" name="TextBox 9022"/>
            <p:cNvSpPr txBox="1"/>
            <p:nvPr/>
          </p:nvSpPr>
          <p:spPr>
            <a:xfrm>
              <a:off x="7926000" y="4309000"/>
              <a:ext cx="1000000" cy="391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900"/>
                <a:t>餐飲街
tavern</a:t>
              </a:r>
            </a:p>
          </p:txBody>
        </p:sp>
      </p:grpSp>
      <p:grpSp>
        <p:nvGrpSpPr>
          <p:cNvPr id="9015" name="ravnsdal:grocery"/>
          <p:cNvGrpSpPr/>
          <p:nvPr/>
        </p:nvGrpSpPr>
        <p:grpSpPr>
          <a:xfrm>
            <a:off x="6706000" y="4900000"/>
            <a:ext cx="1000000" cy="951000"/>
            <a:chOff x="6706000" y="4900000"/>
            <a:chExt cx="1000000" cy="951000"/>
          </a:xfrm>
        </p:grpSpPr>
        <p:pic>
          <p:nvPicPr>
            <p:cNvPr id="9024" name="Picture 9023" descr="Ravn_Grocerie.jpg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6706000" y="4900000"/>
              <a:ext cx="1000000" cy="560000"/>
            </a:xfrm>
            <a:prstGeom prst="rect">
              <a:avLst/>
            </a:prstGeom>
          </p:spPr>
        </p:pic>
        <p:sp>
          <p:nvSpPr>
            <p:cNvPr id="9025" name="TextBox 9024"/>
            <p:cNvSpPr txBox="1"/>
            <p:nvPr/>
          </p:nvSpPr>
          <p:spPr>
            <a:xfrm>
              <a:off x="6706000" y="5460000"/>
              <a:ext cx="1000000" cy="391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900"/>
                <a:t>雜貨舖
grocery</a:t>
              </a:r>
            </a:p>
          </p:txBody>
        </p:sp>
      </p:grpSp>
      <p:grpSp>
        <p:nvGrpSpPr>
          <p:cNvPr id="9016" name="ravnsdal:inn"/>
          <p:cNvGrpSpPr/>
          <p:nvPr/>
        </p:nvGrpSpPr>
        <p:grpSpPr>
          <a:xfrm>
            <a:off x="5486000" y="1447000"/>
            <a:ext cx="1000000" cy="951000"/>
            <a:chOff x="5486000" y="1447000"/>
            <a:chExt cx="1000000" cy="951000"/>
          </a:xfrm>
        </p:grpSpPr>
        <p:pic>
          <p:nvPicPr>
            <p:cNvPr id="9026" name="Picture 9025" descr="Ravn_Hotel.jpg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5486000" y="1447000"/>
              <a:ext cx="1000000" cy="560000"/>
            </a:xfrm>
            <a:prstGeom prst="rect">
              <a:avLst/>
            </a:prstGeom>
          </p:spPr>
        </p:pic>
        <p:sp>
          <p:nvSpPr>
            <p:cNvPr id="9027" name="TextBox 9026"/>
            <p:cNvSpPr txBox="1"/>
            <p:nvPr/>
          </p:nvSpPr>
          <p:spPr>
            <a:xfrm>
              <a:off x="5486000" y="2007000"/>
              <a:ext cx="1000000" cy="391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900"/>
                <a:t>旅店
inn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9032" name="Connector 9031"/>
          <p:cNvCxnSpPr>
            <a:stCxn id="9020" idx="0"/>
            <a:endCxn id="9022" idx="0"/>
          </p:cNvCxnSpPr>
          <p:nvPr/>
        </p:nvCxnSpPr>
        <p:spPr>
          <a:xfrm flipV="1">
            <a:off x="6591047" y="900002"/>
            <a:ext cx="0" cy="1139599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31" name="Connector 9030"/>
          <p:cNvCxnSpPr>
            <a:stCxn id="9018" idx="0"/>
            <a:endCxn id="9020" idx="0"/>
          </p:cNvCxnSpPr>
          <p:nvPr/>
        </p:nvCxnSpPr>
        <p:spPr>
          <a:xfrm>
            <a:off x="5383131" y="2039601"/>
            <a:ext cx="1207916" cy="0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30" name="Connector 9029"/>
          <p:cNvCxnSpPr>
            <a:stCxn id="9014" idx="0"/>
            <a:endCxn id="9016" idx="0"/>
          </p:cNvCxnSpPr>
          <p:nvPr/>
        </p:nvCxnSpPr>
        <p:spPr>
          <a:xfrm flipH="1">
            <a:off x="4175215" y="3179200"/>
            <a:ext cx="1207916" cy="0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29" name="Connector 9028"/>
          <p:cNvCxnSpPr>
            <a:stCxn id="9014" idx="0"/>
            <a:endCxn id="9018" idx="0"/>
          </p:cNvCxnSpPr>
          <p:nvPr/>
        </p:nvCxnSpPr>
        <p:spPr>
          <a:xfrm flipV="1">
            <a:off x="5383131" y="2039601"/>
            <a:ext cx="0" cy="1139599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28" name="Connector 9027"/>
          <p:cNvCxnSpPr>
            <a:stCxn id="9010" idx="0"/>
            <a:endCxn id="9012" idx="0"/>
          </p:cNvCxnSpPr>
          <p:nvPr/>
        </p:nvCxnSpPr>
        <p:spPr>
          <a:xfrm flipH="1">
            <a:off x="4175215" y="4318799"/>
            <a:ext cx="1207916" cy="0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27" name="Connector 9026"/>
          <p:cNvCxnSpPr>
            <a:stCxn id="9010" idx="0"/>
            <a:endCxn id="9014" idx="0"/>
          </p:cNvCxnSpPr>
          <p:nvPr/>
        </p:nvCxnSpPr>
        <p:spPr>
          <a:xfrm flipV="1">
            <a:off x="5383131" y="3179200"/>
            <a:ext cx="0" cy="1139599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26" name="Connector 9025"/>
          <p:cNvCxnSpPr>
            <a:stCxn id="9006" idx="0"/>
            <a:endCxn id="9008" idx="0"/>
          </p:cNvCxnSpPr>
          <p:nvPr/>
        </p:nvCxnSpPr>
        <p:spPr>
          <a:xfrm>
            <a:off x="6591047" y="4318799"/>
            <a:ext cx="1207916" cy="0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25" name="Connector 9024"/>
          <p:cNvCxnSpPr>
            <a:stCxn id="9006" idx="0"/>
            <a:endCxn id="9010" idx="0"/>
          </p:cNvCxnSpPr>
          <p:nvPr/>
        </p:nvCxnSpPr>
        <p:spPr>
          <a:xfrm flipH="1">
            <a:off x="5383131" y="4318799"/>
            <a:ext cx="1207916" cy="0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24" name="Connector 9023"/>
          <p:cNvCxnSpPr>
            <a:stCxn id="3" idx="0"/>
            <a:endCxn id="9006" idx="0"/>
          </p:cNvCxnSpPr>
          <p:nvPr/>
        </p:nvCxnSpPr>
        <p:spPr>
          <a:xfrm flipV="1">
            <a:off x="6591047" y="4318799"/>
            <a:ext cx="0" cy="1139599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420000" y="220000"/>
            <a:ext cx="11352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/>
              <a:t>夏爾森林　（shinier_forest）　10 格</a:t>
            </a:r>
          </a:p>
        </p:txBody>
      </p:sp>
      <p:grpSp>
        <p:nvGrpSpPr>
          <p:cNvPr id="9005" name="shinier_forest:entry"/>
          <p:cNvGrpSpPr/>
          <p:nvPr/>
        </p:nvGrpSpPr>
        <p:grpSpPr>
          <a:xfrm>
            <a:off x="6096000" y="5458398"/>
            <a:ext cx="990095" cy="941580"/>
            <a:chOff x="6096000" y="5458398"/>
            <a:chExt cx="990095" cy="941580"/>
          </a:xfrm>
        </p:grpSpPr>
        <p:pic>
          <p:nvPicPr>
            <p:cNvPr id="3" name="Picture 2" descr="Forest_Entry.jp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96000" y="5458398"/>
              <a:ext cx="990095" cy="554453"/>
            </a:xfrm>
            <a:prstGeom prst="rect">
              <a:avLst/>
            </a:prstGeom>
          </p:spPr>
        </p:pic>
        <p:sp>
          <p:nvSpPr>
            <p:cNvPr id="4" name="TextBox 3"/>
            <p:cNvSpPr txBox="1"/>
            <p:nvPr/>
          </p:nvSpPr>
          <p:spPr>
            <a:xfrm>
              <a:off x="6096000" y="6012851"/>
              <a:ext cx="990095" cy="38712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895"/>
                <a:t>森林入口
entry</a:t>
              </a:r>
              <a:r>
                <a:rPr sz="795">
                  <a:solidFill>
                    <a:srgbClr val="C03020"/>
                  </a:solidFill>
                </a:rPr>
                <a:t>
入口／休息處／→@shinier:wild</a:t>
              </a:r>
            </a:p>
          </p:txBody>
        </p:sp>
      </p:grpSp>
      <p:grpSp>
        <p:nvGrpSpPr>
          <p:cNvPr id="9006" name="shinier_forest:glade"/>
          <p:cNvGrpSpPr/>
          <p:nvPr/>
        </p:nvGrpSpPr>
        <p:grpSpPr>
          <a:xfrm>
            <a:off x="6096000" y="4318799"/>
            <a:ext cx="990095" cy="941580"/>
            <a:chOff x="6096000" y="4318799"/>
            <a:chExt cx="990095" cy="941580"/>
          </a:xfrm>
        </p:grpSpPr>
        <p:pic>
          <p:nvPicPr>
            <p:cNvPr id="9006" name="Picture 9005" descr="Forest_Glade.jp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0" y="4318799"/>
              <a:ext cx="990095" cy="554453"/>
            </a:xfrm>
            <a:prstGeom prst="rect">
              <a:avLst/>
            </a:prstGeom>
          </p:spPr>
        </p:pic>
        <p:sp>
          <p:nvSpPr>
            <p:cNvPr id="9007" name="TextBox 9006"/>
            <p:cNvSpPr txBox="1"/>
            <p:nvPr/>
          </p:nvSpPr>
          <p:spPr>
            <a:xfrm>
              <a:off x="6096000" y="4873252"/>
              <a:ext cx="990095" cy="38712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895"/>
                <a:t>林間空地
glade</a:t>
              </a:r>
            </a:p>
          </p:txBody>
        </p:sp>
      </p:grpSp>
      <p:grpSp>
        <p:nvGrpSpPr>
          <p:cNvPr id="9007" name="shinier_forest:nest"/>
          <p:cNvGrpSpPr/>
          <p:nvPr/>
        </p:nvGrpSpPr>
        <p:grpSpPr>
          <a:xfrm>
            <a:off x="7303916" y="4318799"/>
            <a:ext cx="990095" cy="941580"/>
            <a:chOff x="7303916" y="4318799"/>
            <a:chExt cx="990095" cy="941580"/>
          </a:xfrm>
        </p:grpSpPr>
        <p:pic>
          <p:nvPicPr>
            <p:cNvPr id="9008" name="Picture 9007" descr="Forest_Nest.jp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303916" y="4318799"/>
              <a:ext cx="990095" cy="554453"/>
            </a:xfrm>
            <a:prstGeom prst="rect">
              <a:avLst/>
            </a:prstGeom>
          </p:spPr>
        </p:pic>
        <p:sp>
          <p:nvSpPr>
            <p:cNvPr id="9009" name="TextBox 9008"/>
            <p:cNvSpPr txBox="1"/>
            <p:nvPr/>
          </p:nvSpPr>
          <p:spPr>
            <a:xfrm>
              <a:off x="7303916" y="4873252"/>
              <a:ext cx="990095" cy="38712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895"/>
                <a:t>獸巢
nest</a:t>
              </a:r>
            </a:p>
          </p:txBody>
        </p:sp>
      </p:grpSp>
      <p:grpSp>
        <p:nvGrpSpPr>
          <p:cNvPr id="9008" name="shinier_forest:shoal"/>
          <p:cNvGrpSpPr/>
          <p:nvPr/>
        </p:nvGrpSpPr>
        <p:grpSpPr>
          <a:xfrm>
            <a:off x="4888084" y="4318799"/>
            <a:ext cx="990095" cy="941580"/>
            <a:chOff x="4888084" y="4318799"/>
            <a:chExt cx="990095" cy="941580"/>
          </a:xfrm>
        </p:grpSpPr>
        <p:pic>
          <p:nvPicPr>
            <p:cNvPr id="9010" name="Picture 9009" descr="Forest_Shoal.jp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888084" y="4318799"/>
              <a:ext cx="990095" cy="554453"/>
            </a:xfrm>
            <a:prstGeom prst="rect">
              <a:avLst/>
            </a:prstGeom>
          </p:spPr>
        </p:pic>
        <p:sp>
          <p:nvSpPr>
            <p:cNvPr id="9011" name="TextBox 9010"/>
            <p:cNvSpPr txBox="1"/>
            <p:nvPr/>
          </p:nvSpPr>
          <p:spPr>
            <a:xfrm>
              <a:off x="4888084" y="4873252"/>
              <a:ext cx="990095" cy="38712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895"/>
                <a:t>淺灘
shoal</a:t>
              </a:r>
            </a:p>
          </p:txBody>
        </p:sp>
      </p:grpSp>
      <p:grpSp>
        <p:nvGrpSpPr>
          <p:cNvPr id="9009" name="shinier_forest:valley"/>
          <p:cNvGrpSpPr/>
          <p:nvPr/>
        </p:nvGrpSpPr>
        <p:grpSpPr>
          <a:xfrm>
            <a:off x="3680168" y="4318799"/>
            <a:ext cx="990095" cy="941580"/>
            <a:chOff x="3680168" y="4318799"/>
            <a:chExt cx="990095" cy="941580"/>
          </a:xfrm>
        </p:grpSpPr>
        <p:pic>
          <p:nvPicPr>
            <p:cNvPr id="9012" name="Picture 9011" descr="Forest_Valley.jp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680168" y="4318799"/>
              <a:ext cx="990095" cy="554453"/>
            </a:xfrm>
            <a:prstGeom prst="rect">
              <a:avLst/>
            </a:prstGeom>
          </p:spPr>
        </p:pic>
        <p:sp>
          <p:nvSpPr>
            <p:cNvPr id="9013" name="TextBox 9012"/>
            <p:cNvSpPr txBox="1"/>
            <p:nvPr/>
          </p:nvSpPr>
          <p:spPr>
            <a:xfrm>
              <a:off x="3680168" y="4873252"/>
              <a:ext cx="990095" cy="38712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895"/>
                <a:t>河谷
valley</a:t>
              </a:r>
            </a:p>
          </p:txBody>
        </p:sp>
      </p:grpSp>
      <p:grpSp>
        <p:nvGrpSpPr>
          <p:cNvPr id="9010" name="shinier_forest:trail"/>
          <p:cNvGrpSpPr/>
          <p:nvPr/>
        </p:nvGrpSpPr>
        <p:grpSpPr>
          <a:xfrm>
            <a:off x="4888084" y="3179200"/>
            <a:ext cx="990095" cy="941580"/>
            <a:chOff x="4888084" y="3179200"/>
            <a:chExt cx="990095" cy="941580"/>
          </a:xfrm>
        </p:grpSpPr>
        <p:pic>
          <p:nvPicPr>
            <p:cNvPr id="9014" name="Picture 9013" descr="Forest_Trail.jp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888084" y="3179200"/>
              <a:ext cx="990095" cy="554453"/>
            </a:xfrm>
            <a:prstGeom prst="rect">
              <a:avLst/>
            </a:prstGeom>
          </p:spPr>
        </p:pic>
        <p:sp>
          <p:nvSpPr>
            <p:cNvPr id="9015" name="TextBox 9014"/>
            <p:cNvSpPr txBox="1"/>
            <p:nvPr/>
          </p:nvSpPr>
          <p:spPr>
            <a:xfrm>
              <a:off x="4888084" y="3733653"/>
              <a:ext cx="990095" cy="38712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895"/>
                <a:t>舊獵道
trail</a:t>
              </a:r>
            </a:p>
          </p:txBody>
        </p:sp>
      </p:grpSp>
      <p:grpSp>
        <p:nvGrpSpPr>
          <p:cNvPr id="9011" name="shinier_forest:cave"/>
          <p:cNvGrpSpPr/>
          <p:nvPr/>
        </p:nvGrpSpPr>
        <p:grpSpPr>
          <a:xfrm>
            <a:off x="3680168" y="3179200"/>
            <a:ext cx="990095" cy="941580"/>
            <a:chOff x="3680168" y="3179200"/>
            <a:chExt cx="990095" cy="941580"/>
          </a:xfrm>
        </p:grpSpPr>
        <p:pic>
          <p:nvPicPr>
            <p:cNvPr id="9016" name="Picture 9015" descr="Forest_Cave.jp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680168" y="3179200"/>
              <a:ext cx="990095" cy="554453"/>
            </a:xfrm>
            <a:prstGeom prst="rect">
              <a:avLst/>
            </a:prstGeom>
          </p:spPr>
        </p:pic>
        <p:sp>
          <p:nvSpPr>
            <p:cNvPr id="9017" name="TextBox 9016"/>
            <p:cNvSpPr txBox="1"/>
            <p:nvPr/>
          </p:nvSpPr>
          <p:spPr>
            <a:xfrm>
              <a:off x="3680168" y="3733653"/>
              <a:ext cx="990095" cy="38712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895"/>
                <a:t>岩窟
cave</a:t>
              </a:r>
            </a:p>
          </p:txBody>
        </p:sp>
      </p:grpSp>
      <p:grpSp>
        <p:nvGrpSpPr>
          <p:cNvPr id="9012" name="shinier_forest:high"/>
          <p:cNvGrpSpPr/>
          <p:nvPr/>
        </p:nvGrpSpPr>
        <p:grpSpPr>
          <a:xfrm>
            <a:off x="4888084" y="2039601"/>
            <a:ext cx="990095" cy="941580"/>
            <a:chOff x="4888084" y="2039601"/>
            <a:chExt cx="990095" cy="941580"/>
          </a:xfrm>
        </p:grpSpPr>
        <p:pic>
          <p:nvPicPr>
            <p:cNvPr id="9018" name="Picture 9017" descr="Forest_Highland.jp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888084" y="2039601"/>
              <a:ext cx="990095" cy="554453"/>
            </a:xfrm>
            <a:prstGeom prst="rect">
              <a:avLst/>
            </a:prstGeom>
          </p:spPr>
        </p:pic>
        <p:sp>
          <p:nvSpPr>
            <p:cNvPr id="9019" name="TextBox 9018"/>
            <p:cNvSpPr txBox="1"/>
            <p:nvPr/>
          </p:nvSpPr>
          <p:spPr>
            <a:xfrm>
              <a:off x="4888084" y="2594054"/>
              <a:ext cx="990095" cy="38712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895"/>
                <a:t>高地
high</a:t>
              </a:r>
            </a:p>
          </p:txBody>
        </p:sp>
      </p:grpSp>
      <p:grpSp>
        <p:nvGrpSpPr>
          <p:cNvPr id="9013" name="shinier_forest:cliff"/>
          <p:cNvGrpSpPr/>
          <p:nvPr/>
        </p:nvGrpSpPr>
        <p:grpSpPr>
          <a:xfrm>
            <a:off x="6096000" y="2039601"/>
            <a:ext cx="990095" cy="941580"/>
            <a:chOff x="6096000" y="2039601"/>
            <a:chExt cx="990095" cy="941580"/>
          </a:xfrm>
        </p:grpSpPr>
        <p:pic>
          <p:nvPicPr>
            <p:cNvPr id="9020" name="Picture 9019" descr="Forest_Cliff.jpg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6096000" y="2039601"/>
              <a:ext cx="990095" cy="554453"/>
            </a:xfrm>
            <a:prstGeom prst="rect">
              <a:avLst/>
            </a:prstGeom>
          </p:spPr>
        </p:pic>
        <p:sp>
          <p:nvSpPr>
            <p:cNvPr id="9021" name="TextBox 9020"/>
            <p:cNvSpPr txBox="1"/>
            <p:nvPr/>
          </p:nvSpPr>
          <p:spPr>
            <a:xfrm>
              <a:off x="6096000" y="2594054"/>
              <a:ext cx="990095" cy="38712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895"/>
                <a:t>斷崖邊
cliff</a:t>
              </a:r>
            </a:p>
          </p:txBody>
        </p:sp>
      </p:grpSp>
      <p:grpSp>
        <p:nvGrpSpPr>
          <p:cNvPr id="9014" name="shinier_forest:ruins"/>
          <p:cNvGrpSpPr/>
          <p:nvPr/>
        </p:nvGrpSpPr>
        <p:grpSpPr>
          <a:xfrm>
            <a:off x="6096000" y="900002"/>
            <a:ext cx="990095" cy="941580"/>
            <a:chOff x="6096000" y="900002"/>
            <a:chExt cx="990095" cy="941580"/>
          </a:xfrm>
        </p:grpSpPr>
        <p:pic>
          <p:nvPicPr>
            <p:cNvPr id="9022" name="Picture 9021" descr="ruins_shinier_entrance.jpg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6096000" y="900002"/>
              <a:ext cx="990095" cy="554453"/>
            </a:xfrm>
            <a:prstGeom prst="rect">
              <a:avLst/>
            </a:prstGeom>
          </p:spPr>
        </p:pic>
        <p:sp>
          <p:nvSpPr>
            <p:cNvPr id="9023" name="TextBox 9022"/>
            <p:cNvSpPr txBox="1"/>
            <p:nvPr/>
          </p:nvSpPr>
          <p:spPr>
            <a:xfrm>
              <a:off x="6096000" y="1454455"/>
              <a:ext cx="990095" cy="38712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895"/>
                <a:t>遺蹟入口
ruins</a:t>
              </a:r>
              <a:r>
                <a:rPr sz="795">
                  <a:solidFill>
                    <a:srgbClr val="C03020"/>
                  </a:solidFill>
                </a:rPr>
                <a:t>
休息處／→@shinier_ruins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9020" name="Connector 9019"/>
          <p:cNvCxnSpPr>
            <a:stCxn id="9010" idx="0"/>
            <a:endCxn id="9012" idx="0"/>
          </p:cNvCxnSpPr>
          <p:nvPr/>
        </p:nvCxnSpPr>
        <p:spPr>
          <a:xfrm>
            <a:off x="5986000" y="2598000"/>
            <a:ext cx="1220000" cy="0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19" name="Connector 9018"/>
          <p:cNvCxnSpPr>
            <a:stCxn id="9010" idx="0"/>
            <a:endCxn id="9014" idx="0"/>
          </p:cNvCxnSpPr>
          <p:nvPr/>
        </p:nvCxnSpPr>
        <p:spPr>
          <a:xfrm flipV="1">
            <a:off x="5986000" y="1447000"/>
            <a:ext cx="0" cy="1151000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18" name="Connector 9017"/>
          <p:cNvCxnSpPr>
            <a:stCxn id="9006" idx="0"/>
            <a:endCxn id="9008" idx="0"/>
          </p:cNvCxnSpPr>
          <p:nvPr/>
        </p:nvCxnSpPr>
        <p:spPr>
          <a:xfrm flipH="1">
            <a:off x="4766000" y="3749000"/>
            <a:ext cx="1220000" cy="0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17" name="Connector 9016"/>
          <p:cNvCxnSpPr>
            <a:stCxn id="9006" idx="0"/>
            <a:endCxn id="9010" idx="0"/>
          </p:cNvCxnSpPr>
          <p:nvPr/>
        </p:nvCxnSpPr>
        <p:spPr>
          <a:xfrm flipV="1">
            <a:off x="5986000" y="2598000"/>
            <a:ext cx="0" cy="1151000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16" name="Connector 9015"/>
          <p:cNvCxnSpPr>
            <a:stCxn id="3" idx="0"/>
            <a:endCxn id="9006" idx="0"/>
          </p:cNvCxnSpPr>
          <p:nvPr/>
        </p:nvCxnSpPr>
        <p:spPr>
          <a:xfrm flipV="1">
            <a:off x="5986000" y="3749000"/>
            <a:ext cx="0" cy="1151000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420000" y="220000"/>
            <a:ext cx="11352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/>
              <a:t>平原古道　（plainsroad）　6 格</a:t>
            </a:r>
          </a:p>
        </p:txBody>
      </p:sp>
      <p:grpSp>
        <p:nvGrpSpPr>
          <p:cNvPr id="9005" name="plainsroad:entry"/>
          <p:cNvGrpSpPr/>
          <p:nvPr/>
        </p:nvGrpSpPr>
        <p:grpSpPr>
          <a:xfrm>
            <a:off x="5486000" y="4900000"/>
            <a:ext cx="1000000" cy="951000"/>
            <a:chOff x="5486000" y="4900000"/>
            <a:chExt cx="1000000" cy="951000"/>
          </a:xfrm>
        </p:grpSpPr>
        <p:pic>
          <p:nvPicPr>
            <p:cNvPr id="3" name="Picture 2" descr="Plains_Entry.jp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486000" y="4900000"/>
              <a:ext cx="1000000" cy="560000"/>
            </a:xfrm>
            <a:prstGeom prst="rect">
              <a:avLst/>
            </a:prstGeom>
          </p:spPr>
        </p:pic>
        <p:sp>
          <p:nvSpPr>
            <p:cNvPr id="4" name="TextBox 3"/>
            <p:cNvSpPr txBox="1"/>
            <p:nvPr/>
          </p:nvSpPr>
          <p:spPr>
            <a:xfrm>
              <a:off x="5486000" y="5460000"/>
              <a:ext cx="1000000" cy="391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900"/>
                <a:t>道口
entry</a:t>
              </a:r>
              <a:r>
                <a:rPr sz="800">
                  <a:solidFill>
                    <a:srgbClr val="C03020"/>
                  </a:solidFill>
                </a:rPr>
                <a:t>
入口／休息處／→@eastport:dock</a:t>
              </a:r>
            </a:p>
          </p:txBody>
        </p:sp>
      </p:grpSp>
      <p:grpSp>
        <p:nvGrpSpPr>
          <p:cNvPr id="9006" name="plainsroad:stone"/>
          <p:cNvGrpSpPr/>
          <p:nvPr/>
        </p:nvGrpSpPr>
        <p:grpSpPr>
          <a:xfrm>
            <a:off x="5486000" y="3749000"/>
            <a:ext cx="1000000" cy="951000"/>
            <a:chOff x="5486000" y="3749000"/>
            <a:chExt cx="1000000" cy="951000"/>
          </a:xfrm>
        </p:grpSpPr>
        <p:pic>
          <p:nvPicPr>
            <p:cNvPr id="9006" name="Picture 9005" descr="Plains_Stone.jp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486000" y="3749000"/>
              <a:ext cx="1000000" cy="560000"/>
            </a:xfrm>
            <a:prstGeom prst="rect">
              <a:avLst/>
            </a:prstGeom>
          </p:spPr>
        </p:pic>
        <p:sp>
          <p:nvSpPr>
            <p:cNvPr id="9007" name="TextBox 9006"/>
            <p:cNvSpPr txBox="1"/>
            <p:nvPr/>
          </p:nvSpPr>
          <p:spPr>
            <a:xfrm>
              <a:off x="5486000" y="4309000"/>
              <a:ext cx="1000000" cy="391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900"/>
                <a:t>里程碑
stone</a:t>
              </a:r>
            </a:p>
          </p:txBody>
        </p:sp>
      </p:grpSp>
      <p:grpSp>
        <p:nvGrpSpPr>
          <p:cNvPr id="9007" name="plainsroad:beacon"/>
          <p:cNvGrpSpPr/>
          <p:nvPr/>
        </p:nvGrpSpPr>
        <p:grpSpPr>
          <a:xfrm>
            <a:off x="4266000" y="3749000"/>
            <a:ext cx="1000000" cy="951000"/>
            <a:chOff x="4266000" y="3749000"/>
            <a:chExt cx="1000000" cy="951000"/>
          </a:xfrm>
        </p:grpSpPr>
        <p:pic>
          <p:nvPicPr>
            <p:cNvPr id="9008" name="Picture 9007" descr="Plains_Beacon.jp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266000" y="3749000"/>
              <a:ext cx="1000000" cy="560000"/>
            </a:xfrm>
            <a:prstGeom prst="rect">
              <a:avLst/>
            </a:prstGeom>
          </p:spPr>
        </p:pic>
        <p:sp>
          <p:nvSpPr>
            <p:cNvPr id="9009" name="TextBox 9008"/>
            <p:cNvSpPr txBox="1"/>
            <p:nvPr/>
          </p:nvSpPr>
          <p:spPr>
            <a:xfrm>
              <a:off x="4266000" y="4309000"/>
              <a:ext cx="1000000" cy="391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900"/>
                <a:t>烽燧臺
beacon</a:t>
              </a:r>
            </a:p>
          </p:txBody>
        </p:sp>
      </p:grpSp>
      <p:grpSp>
        <p:nvGrpSpPr>
          <p:cNvPr id="9008" name="plainsroad:sea"/>
          <p:cNvGrpSpPr/>
          <p:nvPr/>
        </p:nvGrpSpPr>
        <p:grpSpPr>
          <a:xfrm>
            <a:off x="5486000" y="2598000"/>
            <a:ext cx="1000000" cy="951000"/>
            <a:chOff x="5486000" y="2598000"/>
            <a:chExt cx="1000000" cy="951000"/>
          </a:xfrm>
        </p:grpSpPr>
        <p:pic>
          <p:nvPicPr>
            <p:cNvPr id="9010" name="Picture 9009" descr="Plains_Sea.jp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486000" y="2598000"/>
              <a:ext cx="1000000" cy="560000"/>
            </a:xfrm>
            <a:prstGeom prst="rect">
              <a:avLst/>
            </a:prstGeom>
          </p:spPr>
        </p:pic>
        <p:sp>
          <p:nvSpPr>
            <p:cNvPr id="9011" name="TextBox 9010"/>
            <p:cNvSpPr txBox="1"/>
            <p:nvPr/>
          </p:nvSpPr>
          <p:spPr>
            <a:xfrm>
              <a:off x="5486000" y="3158000"/>
              <a:ext cx="1000000" cy="391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900"/>
                <a:t>草海
sea</a:t>
              </a:r>
            </a:p>
          </p:txBody>
        </p:sp>
      </p:grpSp>
      <p:grpSp>
        <p:nvGrpSpPr>
          <p:cNvPr id="9009" name="plainsroad:well"/>
          <p:cNvGrpSpPr/>
          <p:nvPr/>
        </p:nvGrpSpPr>
        <p:grpSpPr>
          <a:xfrm>
            <a:off x="6706000" y="2598000"/>
            <a:ext cx="1000000" cy="951000"/>
            <a:chOff x="6706000" y="2598000"/>
            <a:chExt cx="1000000" cy="951000"/>
          </a:xfrm>
        </p:grpSpPr>
        <p:pic>
          <p:nvPicPr>
            <p:cNvPr id="9012" name="Picture 9011" descr="Plains_Well.jp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706000" y="2598000"/>
              <a:ext cx="1000000" cy="560000"/>
            </a:xfrm>
            <a:prstGeom prst="rect">
              <a:avLst/>
            </a:prstGeom>
          </p:spPr>
        </p:pic>
        <p:sp>
          <p:nvSpPr>
            <p:cNvPr id="9013" name="TextBox 9012"/>
            <p:cNvSpPr txBox="1"/>
            <p:nvPr/>
          </p:nvSpPr>
          <p:spPr>
            <a:xfrm>
              <a:off x="6706000" y="3158000"/>
              <a:ext cx="1000000" cy="391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900"/>
                <a:t>古井驛
well</a:t>
              </a:r>
            </a:p>
          </p:txBody>
        </p:sp>
      </p:grpSp>
      <p:grpSp>
        <p:nvGrpSpPr>
          <p:cNvPr id="9010" name="plainsroad:ravine"/>
          <p:cNvGrpSpPr/>
          <p:nvPr/>
        </p:nvGrpSpPr>
        <p:grpSpPr>
          <a:xfrm>
            <a:off x="5486000" y="1447000"/>
            <a:ext cx="1000000" cy="951000"/>
            <a:chOff x="5486000" y="1447000"/>
            <a:chExt cx="1000000" cy="951000"/>
          </a:xfrm>
        </p:grpSpPr>
        <p:pic>
          <p:nvPicPr>
            <p:cNvPr id="9014" name="Picture 9013" descr="Belisar_Exterior.jp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486000" y="1447000"/>
              <a:ext cx="1000000" cy="560000"/>
            </a:xfrm>
            <a:prstGeom prst="rect">
              <a:avLst/>
            </a:prstGeom>
          </p:spPr>
        </p:pic>
        <p:sp>
          <p:nvSpPr>
            <p:cNvPr id="9015" name="TextBox 9014"/>
            <p:cNvSpPr txBox="1"/>
            <p:nvPr/>
          </p:nvSpPr>
          <p:spPr>
            <a:xfrm>
              <a:off x="5486000" y="2007000"/>
              <a:ext cx="1000000" cy="391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900"/>
                <a:t>溪谷口
ravine</a:t>
              </a:r>
              <a:r>
                <a:rPr sz="800">
                  <a:solidFill>
                    <a:srgbClr val="C03020"/>
                  </a:solidFill>
                </a:rPr>
                <a:t>
休息處／→@belisar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9017" name="Connector 9016"/>
          <p:cNvCxnSpPr>
            <a:stCxn id="9008" idx="0"/>
            <a:endCxn id="9010" idx="0"/>
          </p:cNvCxnSpPr>
          <p:nvPr/>
        </p:nvCxnSpPr>
        <p:spPr>
          <a:xfrm>
            <a:off x="5376000" y="2598000"/>
            <a:ext cx="1220000" cy="0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16" name="Connector 9015"/>
          <p:cNvCxnSpPr>
            <a:stCxn id="9008" idx="0"/>
            <a:endCxn id="9012" idx="0"/>
          </p:cNvCxnSpPr>
          <p:nvPr/>
        </p:nvCxnSpPr>
        <p:spPr>
          <a:xfrm flipV="1">
            <a:off x="5376000" y="1447000"/>
            <a:ext cx="0" cy="1151000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15" name="Connector 9014"/>
          <p:cNvCxnSpPr>
            <a:stCxn id="9006" idx="0"/>
            <a:endCxn id="9008" idx="0"/>
          </p:cNvCxnSpPr>
          <p:nvPr/>
        </p:nvCxnSpPr>
        <p:spPr>
          <a:xfrm flipV="1">
            <a:off x="5376000" y="2598000"/>
            <a:ext cx="0" cy="1151000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14" name="Connector 9013"/>
          <p:cNvCxnSpPr>
            <a:stCxn id="3" idx="0"/>
            <a:endCxn id="9006" idx="0"/>
          </p:cNvCxnSpPr>
          <p:nvPr/>
        </p:nvCxnSpPr>
        <p:spPr>
          <a:xfrm flipV="1">
            <a:off x="5376000" y="3749000"/>
            <a:ext cx="0" cy="1151000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420000" y="220000"/>
            <a:ext cx="11352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/>
              <a:t>卡耶爾山谷　（canyon）　5 格</a:t>
            </a:r>
          </a:p>
        </p:txBody>
      </p:sp>
      <p:grpSp>
        <p:nvGrpSpPr>
          <p:cNvPr id="9005" name="canyon:entry"/>
          <p:cNvGrpSpPr/>
          <p:nvPr/>
        </p:nvGrpSpPr>
        <p:grpSpPr>
          <a:xfrm>
            <a:off x="4876000" y="4900000"/>
            <a:ext cx="1000000" cy="951000"/>
            <a:chOff x="4876000" y="4900000"/>
            <a:chExt cx="1000000" cy="951000"/>
          </a:xfrm>
        </p:grpSpPr>
        <p:pic>
          <p:nvPicPr>
            <p:cNvPr id="3" name="Picture 2" descr="Canyon_entry.jp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876000" y="4900000"/>
              <a:ext cx="1000000" cy="560000"/>
            </a:xfrm>
            <a:prstGeom prst="rect">
              <a:avLst/>
            </a:prstGeom>
          </p:spPr>
        </p:pic>
        <p:sp>
          <p:nvSpPr>
            <p:cNvPr id="4" name="TextBox 3"/>
            <p:cNvSpPr txBox="1"/>
            <p:nvPr/>
          </p:nvSpPr>
          <p:spPr>
            <a:xfrm>
              <a:off x="4876000" y="5460000"/>
              <a:ext cx="1000000" cy="391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900"/>
                <a:t>峽谷入口
entry</a:t>
              </a:r>
              <a:r>
                <a:rPr sz="800">
                  <a:solidFill>
                    <a:srgbClr val="C03020"/>
                  </a:solidFill>
                </a:rPr>
                <a:t>
入口／休息處</a:t>
              </a:r>
            </a:p>
          </p:txBody>
        </p:sp>
      </p:grpSp>
      <p:grpSp>
        <p:nvGrpSpPr>
          <p:cNvPr id="9006" name="canyon:corridor"/>
          <p:cNvGrpSpPr/>
          <p:nvPr/>
        </p:nvGrpSpPr>
        <p:grpSpPr>
          <a:xfrm>
            <a:off x="4876000" y="3749000"/>
            <a:ext cx="1000000" cy="951000"/>
            <a:chOff x="4876000" y="3749000"/>
            <a:chExt cx="1000000" cy="951000"/>
          </a:xfrm>
        </p:grpSpPr>
        <p:pic>
          <p:nvPicPr>
            <p:cNvPr id="9006" name="Picture 9005" descr="Canyon_corridor.jp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876000" y="3749000"/>
              <a:ext cx="1000000" cy="560000"/>
            </a:xfrm>
            <a:prstGeom prst="rect">
              <a:avLst/>
            </a:prstGeom>
          </p:spPr>
        </p:pic>
        <p:sp>
          <p:nvSpPr>
            <p:cNvPr id="9007" name="TextBox 9006"/>
            <p:cNvSpPr txBox="1"/>
            <p:nvPr/>
          </p:nvSpPr>
          <p:spPr>
            <a:xfrm>
              <a:off x="4876000" y="4309000"/>
              <a:ext cx="1000000" cy="391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900"/>
                <a:t>風蝕迴廊
corridor</a:t>
              </a:r>
            </a:p>
          </p:txBody>
        </p:sp>
      </p:grpSp>
      <p:grpSp>
        <p:nvGrpSpPr>
          <p:cNvPr id="9007" name="canyon:bones"/>
          <p:cNvGrpSpPr/>
          <p:nvPr/>
        </p:nvGrpSpPr>
        <p:grpSpPr>
          <a:xfrm>
            <a:off x="4876000" y="2598000"/>
            <a:ext cx="1000000" cy="951000"/>
            <a:chOff x="4876000" y="2598000"/>
            <a:chExt cx="1000000" cy="951000"/>
          </a:xfrm>
        </p:grpSpPr>
        <p:pic>
          <p:nvPicPr>
            <p:cNvPr id="9008" name="Picture 9007" descr="Canyon_bones.jp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876000" y="2598000"/>
              <a:ext cx="1000000" cy="560000"/>
            </a:xfrm>
            <a:prstGeom prst="rect">
              <a:avLst/>
            </a:prstGeom>
          </p:spPr>
        </p:pic>
        <p:sp>
          <p:nvSpPr>
            <p:cNvPr id="9009" name="TextBox 9008"/>
            <p:cNvSpPr txBox="1"/>
            <p:nvPr/>
          </p:nvSpPr>
          <p:spPr>
            <a:xfrm>
              <a:off x="4876000" y="3158000"/>
              <a:ext cx="1000000" cy="391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900"/>
                <a:t>白骨之地
bones</a:t>
              </a:r>
            </a:p>
          </p:txBody>
        </p:sp>
      </p:grpSp>
      <p:grpSp>
        <p:nvGrpSpPr>
          <p:cNvPr id="9008" name="canyon:bridge"/>
          <p:cNvGrpSpPr/>
          <p:nvPr/>
        </p:nvGrpSpPr>
        <p:grpSpPr>
          <a:xfrm>
            <a:off x="6096000" y="2598000"/>
            <a:ext cx="1000000" cy="951000"/>
            <a:chOff x="6096000" y="2598000"/>
            <a:chExt cx="1000000" cy="951000"/>
          </a:xfrm>
        </p:grpSpPr>
        <p:pic>
          <p:nvPicPr>
            <p:cNvPr id="9010" name="Picture 9009" descr="Canyon_bridge.jp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096000" y="2598000"/>
              <a:ext cx="1000000" cy="560000"/>
            </a:xfrm>
            <a:prstGeom prst="rect">
              <a:avLst/>
            </a:prstGeom>
          </p:spPr>
        </p:pic>
        <p:sp>
          <p:nvSpPr>
            <p:cNvPr id="9011" name="TextBox 9010"/>
            <p:cNvSpPr txBox="1"/>
            <p:nvPr/>
          </p:nvSpPr>
          <p:spPr>
            <a:xfrm>
              <a:off x="6096000" y="3158000"/>
              <a:ext cx="1000000" cy="391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900"/>
                <a:t>斷橋
bridge</a:t>
              </a:r>
            </a:p>
          </p:txBody>
        </p:sp>
      </p:grpSp>
      <p:grpSp>
        <p:nvGrpSpPr>
          <p:cNvPr id="9009" name="canyon:altar"/>
          <p:cNvGrpSpPr/>
          <p:nvPr/>
        </p:nvGrpSpPr>
        <p:grpSpPr>
          <a:xfrm>
            <a:off x="4876000" y="1447000"/>
            <a:ext cx="1000000" cy="951000"/>
            <a:chOff x="4876000" y="1447000"/>
            <a:chExt cx="1000000" cy="951000"/>
          </a:xfrm>
        </p:grpSpPr>
        <p:pic>
          <p:nvPicPr>
            <p:cNvPr id="9012" name="Picture 9011" descr="Canyon_altar.jp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876000" y="1447000"/>
              <a:ext cx="1000000" cy="560000"/>
            </a:xfrm>
            <a:prstGeom prst="rect">
              <a:avLst/>
            </a:prstGeom>
          </p:spPr>
        </p:pic>
        <p:sp>
          <p:nvSpPr>
            <p:cNvPr id="9013" name="TextBox 9012"/>
            <p:cNvSpPr txBox="1"/>
            <p:nvPr/>
          </p:nvSpPr>
          <p:spPr>
            <a:xfrm>
              <a:off x="4876000" y="2007000"/>
              <a:ext cx="1000000" cy="391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900"/>
                <a:t>谷底祭場
altar</a:t>
              </a:r>
              <a:r>
                <a:rPr sz="800">
                  <a:solidFill>
                    <a:srgbClr val="C03020"/>
                  </a:solidFill>
                </a:rPr>
                <a:t>
休息處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9017" name="Connector 9016"/>
          <p:cNvCxnSpPr>
            <a:stCxn id="9008" idx="0"/>
            <a:endCxn id="9010" idx="0"/>
          </p:cNvCxnSpPr>
          <p:nvPr/>
        </p:nvCxnSpPr>
        <p:spPr>
          <a:xfrm flipH="1">
            <a:off x="5376000" y="2598000"/>
            <a:ext cx="1220000" cy="0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16" name="Connector 9015"/>
          <p:cNvCxnSpPr>
            <a:stCxn id="9008" idx="0"/>
            <a:endCxn id="9012" idx="0"/>
          </p:cNvCxnSpPr>
          <p:nvPr/>
        </p:nvCxnSpPr>
        <p:spPr>
          <a:xfrm flipV="1">
            <a:off x="6596000" y="1447000"/>
            <a:ext cx="0" cy="1151000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15" name="Connector 9014"/>
          <p:cNvCxnSpPr>
            <a:stCxn id="9006" idx="0"/>
            <a:endCxn id="9008" idx="0"/>
          </p:cNvCxnSpPr>
          <p:nvPr/>
        </p:nvCxnSpPr>
        <p:spPr>
          <a:xfrm flipV="1">
            <a:off x="6596000" y="2598000"/>
            <a:ext cx="0" cy="1151000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14" name="Connector 9013"/>
          <p:cNvCxnSpPr>
            <a:stCxn id="3" idx="0"/>
            <a:endCxn id="9006" idx="0"/>
          </p:cNvCxnSpPr>
          <p:nvPr/>
        </p:nvCxnSpPr>
        <p:spPr>
          <a:xfrm flipV="1">
            <a:off x="6596000" y="3749000"/>
            <a:ext cx="0" cy="1151000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420000" y="220000"/>
            <a:ext cx="11352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/>
              <a:t>石製遺蹟　（fallen）　5 格</a:t>
            </a:r>
          </a:p>
        </p:txBody>
      </p:sp>
      <p:grpSp>
        <p:nvGrpSpPr>
          <p:cNvPr id="9005" name="fallen:entry"/>
          <p:cNvGrpSpPr/>
          <p:nvPr/>
        </p:nvGrpSpPr>
        <p:grpSpPr>
          <a:xfrm>
            <a:off x="6096000" y="4900000"/>
            <a:ext cx="1000000" cy="951000"/>
            <a:chOff x="6096000" y="4900000"/>
            <a:chExt cx="1000000" cy="951000"/>
          </a:xfrm>
        </p:grpSpPr>
        <p:pic>
          <p:nvPicPr>
            <p:cNvPr id="3" name="Picture 2" descr="Fallen_Entry.jp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96000" y="4900000"/>
              <a:ext cx="1000000" cy="560000"/>
            </a:xfrm>
            <a:prstGeom prst="rect">
              <a:avLst/>
            </a:prstGeom>
          </p:spPr>
        </p:pic>
        <p:sp>
          <p:nvSpPr>
            <p:cNvPr id="4" name="TextBox 3"/>
            <p:cNvSpPr txBox="1"/>
            <p:nvPr/>
          </p:nvSpPr>
          <p:spPr>
            <a:xfrm>
              <a:off x="6096000" y="5460000"/>
              <a:ext cx="1000000" cy="391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900"/>
                <a:t>崩塌門廊
entry</a:t>
              </a:r>
              <a:r>
                <a:rPr sz="800">
                  <a:solidFill>
                    <a:srgbClr val="C03020"/>
                  </a:solidFill>
                </a:rPr>
                <a:t>
入口</a:t>
              </a:r>
            </a:p>
          </p:txBody>
        </p:sp>
      </p:grpSp>
      <p:grpSp>
        <p:nvGrpSpPr>
          <p:cNvPr id="9006" name="fallen:causeway"/>
          <p:cNvGrpSpPr/>
          <p:nvPr/>
        </p:nvGrpSpPr>
        <p:grpSpPr>
          <a:xfrm>
            <a:off x="6096000" y="3749000"/>
            <a:ext cx="1000000" cy="951000"/>
            <a:chOff x="6096000" y="3749000"/>
            <a:chExt cx="1000000" cy="951000"/>
          </a:xfrm>
        </p:grpSpPr>
        <p:pic>
          <p:nvPicPr>
            <p:cNvPr id="9006" name="Picture 9005" descr="Fallen_Causeway.jp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0" y="3749000"/>
              <a:ext cx="1000000" cy="560000"/>
            </a:xfrm>
            <a:prstGeom prst="rect">
              <a:avLst/>
            </a:prstGeom>
          </p:spPr>
        </p:pic>
        <p:sp>
          <p:nvSpPr>
            <p:cNvPr id="9007" name="TextBox 9006"/>
            <p:cNvSpPr txBox="1"/>
            <p:nvPr/>
          </p:nvSpPr>
          <p:spPr>
            <a:xfrm>
              <a:off x="6096000" y="4309000"/>
              <a:ext cx="1000000" cy="391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900"/>
                <a:t>斷柱道
causeway</a:t>
              </a:r>
            </a:p>
          </p:txBody>
        </p:sp>
      </p:grpSp>
      <p:grpSp>
        <p:nvGrpSpPr>
          <p:cNvPr id="9007" name="fallen:fork"/>
          <p:cNvGrpSpPr/>
          <p:nvPr/>
        </p:nvGrpSpPr>
        <p:grpSpPr>
          <a:xfrm>
            <a:off x="6096000" y="2598000"/>
            <a:ext cx="1000000" cy="951000"/>
            <a:chOff x="6096000" y="2598000"/>
            <a:chExt cx="1000000" cy="951000"/>
          </a:xfrm>
        </p:grpSpPr>
        <p:pic>
          <p:nvPicPr>
            <p:cNvPr id="9008" name="Picture 9007" descr="Fallen_Fork.jp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096000" y="2598000"/>
              <a:ext cx="1000000" cy="560000"/>
            </a:xfrm>
            <a:prstGeom prst="rect">
              <a:avLst/>
            </a:prstGeom>
          </p:spPr>
        </p:pic>
        <p:sp>
          <p:nvSpPr>
            <p:cNvPr id="9009" name="TextBox 9008"/>
            <p:cNvSpPr txBox="1"/>
            <p:nvPr/>
          </p:nvSpPr>
          <p:spPr>
            <a:xfrm>
              <a:off x="6096000" y="3158000"/>
              <a:ext cx="1000000" cy="391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900"/>
                <a:t>傾石岔口
fork</a:t>
              </a:r>
            </a:p>
          </p:txBody>
        </p:sp>
      </p:grpSp>
      <p:grpSp>
        <p:nvGrpSpPr>
          <p:cNvPr id="9008" name="fallen:basin"/>
          <p:cNvGrpSpPr/>
          <p:nvPr/>
        </p:nvGrpSpPr>
        <p:grpSpPr>
          <a:xfrm>
            <a:off x="4876000" y="2598000"/>
            <a:ext cx="1000000" cy="951000"/>
            <a:chOff x="4876000" y="2598000"/>
            <a:chExt cx="1000000" cy="951000"/>
          </a:xfrm>
        </p:grpSpPr>
        <p:pic>
          <p:nvPicPr>
            <p:cNvPr id="9010" name="Picture 9009" descr="Fallen_Basin.jp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876000" y="2598000"/>
              <a:ext cx="1000000" cy="560000"/>
            </a:xfrm>
            <a:prstGeom prst="rect">
              <a:avLst/>
            </a:prstGeom>
          </p:spPr>
        </p:pic>
        <p:sp>
          <p:nvSpPr>
            <p:cNvPr id="9011" name="TextBox 9010"/>
            <p:cNvSpPr txBox="1"/>
            <p:nvPr/>
          </p:nvSpPr>
          <p:spPr>
            <a:xfrm>
              <a:off x="4876000" y="3158000"/>
              <a:ext cx="1000000" cy="391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900"/>
                <a:t>沉水石坑
basin</a:t>
              </a:r>
            </a:p>
          </p:txBody>
        </p:sp>
      </p:grpSp>
      <p:grpSp>
        <p:nvGrpSpPr>
          <p:cNvPr id="9009" name="fallen:altar"/>
          <p:cNvGrpSpPr/>
          <p:nvPr/>
        </p:nvGrpSpPr>
        <p:grpSpPr>
          <a:xfrm>
            <a:off x="6096000" y="1447000"/>
            <a:ext cx="1000000" cy="951000"/>
            <a:chOff x="6096000" y="1447000"/>
            <a:chExt cx="1000000" cy="951000"/>
          </a:xfrm>
        </p:grpSpPr>
        <p:pic>
          <p:nvPicPr>
            <p:cNvPr id="9012" name="Picture 9011" descr="Fallen_Altar.jp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096000" y="1447000"/>
              <a:ext cx="1000000" cy="560000"/>
            </a:xfrm>
            <a:prstGeom prst="rect">
              <a:avLst/>
            </a:prstGeom>
          </p:spPr>
        </p:pic>
        <p:sp>
          <p:nvSpPr>
            <p:cNvPr id="9013" name="TextBox 9012"/>
            <p:cNvSpPr txBox="1"/>
            <p:nvPr/>
          </p:nvSpPr>
          <p:spPr>
            <a:xfrm>
              <a:off x="6096000" y="2007000"/>
              <a:ext cx="1000000" cy="391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900"/>
                <a:t>祭壇
altar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