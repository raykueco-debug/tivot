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6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北方泊地　拓樸</a:t>
            </a:r>
          </a:p>
          <a:p>
            <a:r>
              <a:rPr sz="1200">
                <a:solidFill>
                  <a:srgbClr val="7A787E"/>
                </a:solidFill>
              </a:rPr>
              <a:t>13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northport_square_bf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碼頭大道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entrance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7" name="Picture 6" descr="northport_west_bf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西側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west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10" name="Picture 9" descr="northport_port_bf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碼頭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port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13" name="Picture 12" descr="northport_north_bf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北側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north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16" name="Picture 15" descr="northport_east_bf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東側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east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19" name="Picture 18" descr="northport_gunstore_bf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武器店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gunstore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22" name="Picture 21" descr="northport_guild_bf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賞金獵人公會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guild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25" name="Picture 24" descr="northport_cityhall_bf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市鎮中心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cityhall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28" name="Picture 27" descr="northport_church_bf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教堂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church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800000" y="2150000"/>
            <a:ext cx="1280000" cy="1020000"/>
            <a:chOff x="7800000" y="2150000"/>
            <a:chExt cx="1280000" cy="1020000"/>
          </a:xfrm>
        </p:grpSpPr>
        <p:pic>
          <p:nvPicPr>
            <p:cNvPr id="31" name="Picture 30" descr="northport_cemetery_bf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00000" y="215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7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墓地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cemetery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34" name="Picture 33" descr="northport_grocery_bf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37" name="Picture 36" descr="northport_tavern_bf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餐飲街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tavern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40" name="Picture 39" descr="northport_hotel_bf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旅店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inn</a:t>
              </a:r>
            </a:p>
          </p:txBody>
        </p:sp>
      </p:grpSp>
      <p:cxnSp>
        <p:nvCxnSpPr>
          <p:cNvPr id="42" name="Connector 41"/>
          <p:cNvCxnSpPr/>
          <p:nvPr/>
        </p:nvCxnSpPr>
        <p:spPr>
          <a:xfrm flipV="1">
            <a:off x="8440000" y="481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440000" y="251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