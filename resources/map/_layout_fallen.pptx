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00000" cy="67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4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石製遺蹟　拓樸</a:t>
            </a:r>
          </a:p>
          <a:p>
            <a:r>
              <a:rPr sz="1200">
                <a:solidFill>
                  <a:srgbClr val="7A787E"/>
                </a:solidFill>
              </a:rPr>
              <a:t>5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4" name="Picture 3" descr="fallen_entry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崩塌門廊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entry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300000" y="4450000"/>
            <a:ext cx="1280000" cy="1020000"/>
            <a:chOff x="3300000" y="4450000"/>
            <a:chExt cx="1280000" cy="1020000"/>
          </a:xfrm>
        </p:grpSpPr>
        <p:pic>
          <p:nvPicPr>
            <p:cNvPr id="7" name="Picture 6" descr="fallen_causeway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0000" y="44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斷柱道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causeway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300000" y="3300000"/>
            <a:ext cx="1280000" cy="1020000"/>
            <a:chOff x="3300000" y="3300000"/>
            <a:chExt cx="1280000" cy="1020000"/>
          </a:xfrm>
        </p:grpSpPr>
        <p:pic>
          <p:nvPicPr>
            <p:cNvPr id="10" name="Picture 9" descr="fallen_fork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0000" y="330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傾石岔口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fork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00000" y="3300000"/>
            <a:ext cx="1280000" cy="1020000"/>
            <a:chOff x="300000" y="3300000"/>
            <a:chExt cx="1280000" cy="1020000"/>
          </a:xfrm>
        </p:grpSpPr>
        <p:pic>
          <p:nvPicPr>
            <p:cNvPr id="13" name="Picture 12" descr="fallen_basin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0000" y="330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沉水石坑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basin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300000" y="2150000"/>
            <a:ext cx="1280000" cy="1020000"/>
            <a:chOff x="3300000" y="2150000"/>
            <a:chExt cx="1280000" cy="1020000"/>
          </a:xfrm>
        </p:grpSpPr>
        <p:pic>
          <p:nvPicPr>
            <p:cNvPr id="16" name="Picture 15" descr="fallen_altar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0000" y="215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3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祭壇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altar</a:t>
              </a:r>
            </a:p>
          </p:txBody>
        </p:sp>
      </p:grpSp>
      <p:cxnSp>
        <p:nvCxnSpPr>
          <p:cNvPr id="18" name="Connector 17"/>
          <p:cNvCxnSpPr/>
          <p:nvPr/>
        </p:nvCxnSpPr>
        <p:spPr>
          <a:xfrm flipV="1">
            <a:off x="3940000" y="48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940000" y="36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940000" y="25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0000" y="36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