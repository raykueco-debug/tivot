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00000" cy="67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6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夏爾森林　拓樸</a:t>
            </a:r>
          </a:p>
          <a:p>
            <a:r>
              <a:rPr sz="1200">
                <a:solidFill>
                  <a:srgbClr val="7A787E"/>
                </a:solidFill>
              </a:rPr>
              <a:t>10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4" name="Picture 3" descr="forest_entry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森林入口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00000" y="4450000"/>
            <a:ext cx="1280000" cy="1020000"/>
            <a:chOff x="3300000" y="4450000"/>
            <a:chExt cx="1280000" cy="1020000"/>
          </a:xfrm>
        </p:grpSpPr>
        <p:pic>
          <p:nvPicPr>
            <p:cNvPr id="7" name="Picture 6" descr="forest_glade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林間空地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glade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10" name="Picture 9" descr="forest_nest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獸巢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nest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800000" y="4450000"/>
            <a:ext cx="1280000" cy="1020000"/>
            <a:chOff x="1800000" y="4450000"/>
            <a:chExt cx="1280000" cy="1020000"/>
          </a:xfrm>
        </p:grpSpPr>
        <p:pic>
          <p:nvPicPr>
            <p:cNvPr id="13" name="Picture 12" descr="forest_shoal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0000" y="44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淺灘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shoal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00000" y="4450000"/>
            <a:ext cx="1280000" cy="1020000"/>
            <a:chOff x="300000" y="4450000"/>
            <a:chExt cx="1280000" cy="1020000"/>
          </a:xfrm>
        </p:grpSpPr>
        <p:pic>
          <p:nvPicPr>
            <p:cNvPr id="16" name="Picture 15" descr="forest_valley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0000" y="44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河谷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valley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00000" y="3300000"/>
            <a:ext cx="1280000" cy="1020000"/>
            <a:chOff x="1800000" y="3300000"/>
            <a:chExt cx="1280000" cy="1020000"/>
          </a:xfrm>
        </p:grpSpPr>
        <p:pic>
          <p:nvPicPr>
            <p:cNvPr id="19" name="Picture 18" descr="forest_trail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00000" y="33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8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舊獵道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trail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0000" y="3300000"/>
            <a:ext cx="1280000" cy="1020000"/>
            <a:chOff x="300000" y="3300000"/>
            <a:chExt cx="1280000" cy="1020000"/>
          </a:xfrm>
        </p:grpSpPr>
        <p:pic>
          <p:nvPicPr>
            <p:cNvPr id="22" name="Picture 21" descr="forest_cave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0000" y="33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岩窟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cave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800000" y="2150000"/>
            <a:ext cx="1280000" cy="1020000"/>
            <a:chOff x="1800000" y="2150000"/>
            <a:chExt cx="1280000" cy="1020000"/>
          </a:xfrm>
        </p:grpSpPr>
        <p:pic>
          <p:nvPicPr>
            <p:cNvPr id="25" name="Picture 24" descr="forest_highland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00000" y="215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高地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high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300000" y="2150000"/>
            <a:ext cx="1280000" cy="1020000"/>
            <a:chOff x="3300000" y="2150000"/>
            <a:chExt cx="1280000" cy="1020000"/>
          </a:xfrm>
        </p:grpSpPr>
        <p:pic>
          <p:nvPicPr>
            <p:cNvPr id="28" name="Picture 27" descr="forest_cliff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00000" y="215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3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斷崖邊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cliff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00000" y="1000000"/>
            <a:ext cx="1280000" cy="1020000"/>
            <a:chOff x="3300000" y="1000000"/>
            <a:chExt cx="1280000" cy="1020000"/>
          </a:xfrm>
        </p:grpSpPr>
        <p:pic>
          <p:nvPicPr>
            <p:cNvPr id="31" name="Picture 30" descr="ruins_shinier_entrance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300000" y="10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遺蹟入口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ruins</a:t>
              </a:r>
            </a:p>
          </p:txBody>
        </p:sp>
      </p:grpSp>
      <p:cxnSp>
        <p:nvCxnSpPr>
          <p:cNvPr id="33" name="Connector 32"/>
          <p:cNvCxnSpPr/>
          <p:nvPr/>
        </p:nvCxnSpPr>
        <p:spPr>
          <a:xfrm flipV="1">
            <a:off x="39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440000" y="48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940000" y="48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40000" y="36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40000" y="48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40000" y="25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40000" y="36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40000" y="25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940000" y="13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