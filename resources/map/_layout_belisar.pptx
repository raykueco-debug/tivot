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600000" cy="125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Relationship Id="rId10" Type="http://schemas.openxmlformats.org/officeDocument/2006/relationships/image" Target="../media/image9.jpg"/><Relationship Id="rId11" Type="http://schemas.openxmlformats.org/officeDocument/2006/relationships/image" Target="../media/image10.jpg"/><Relationship Id="rId12" Type="http://schemas.openxmlformats.org/officeDocument/2006/relationships/image" Target="../media/image11.jpg"/><Relationship Id="rId13" Type="http://schemas.openxmlformats.org/officeDocument/2006/relationships/image" Target="../media/image12.jpg"/><Relationship Id="rId14" Type="http://schemas.openxmlformats.org/officeDocument/2006/relationships/image" Target="../media/image13.jpg"/><Relationship Id="rId15" Type="http://schemas.openxmlformats.org/officeDocument/2006/relationships/image" Target="../media/image14.jpg"/><Relationship Id="rId16" Type="http://schemas.openxmlformats.org/officeDocument/2006/relationships/image" Target="../media/image15.jpg"/><Relationship Id="rId17" Type="http://schemas.openxmlformats.org/officeDocument/2006/relationships/image" Target="../media/image16.jpg"/><Relationship Id="rId18" Type="http://schemas.openxmlformats.org/officeDocument/2006/relationships/image" Target="../media/image17.jpg"/><Relationship Id="rId19" Type="http://schemas.openxmlformats.org/officeDocument/2006/relationships/image" Target="../media/image18.jpg"/><Relationship Id="rId20" Type="http://schemas.openxmlformats.org/officeDocument/2006/relationships/image" Target="../media/image19.jpg"/><Relationship Id="rId21" Type="http://schemas.openxmlformats.org/officeDocument/2006/relationships/image" Target="../media/image20.jpg"/><Relationship Id="rId22" Type="http://schemas.openxmlformats.org/officeDocument/2006/relationships/image" Target="../media/image21.jpg"/><Relationship Id="rId23" Type="http://schemas.openxmlformats.org/officeDocument/2006/relationships/image" Target="../media/image22.jpg"/><Relationship Id="rId24" Type="http://schemas.openxmlformats.org/officeDocument/2006/relationships/image" Target="../media/image23.jpg"/><Relationship Id="rId25" Type="http://schemas.openxmlformats.org/officeDocument/2006/relationships/image" Target="../media/image24.jpg"/><Relationship Id="rId26" Type="http://schemas.openxmlformats.org/officeDocument/2006/relationships/image" Target="../media/image25.jpg"/><Relationship Id="rId27" Type="http://schemas.openxmlformats.org/officeDocument/2006/relationships/image" Target="../media/image26.jpg"/><Relationship Id="rId28" Type="http://schemas.openxmlformats.org/officeDocument/2006/relationships/image" Target="../media/image27.jpg"/><Relationship Id="rId29" Type="http://schemas.openxmlformats.org/officeDocument/2006/relationships/image" Target="../media/image28.jpg"/><Relationship Id="rId30" Type="http://schemas.openxmlformats.org/officeDocument/2006/relationships/image" Target="../media/image29.jpg"/><Relationship Id="rId31" Type="http://schemas.openxmlformats.org/officeDocument/2006/relationships/image" Target="../media/image30.jpg"/><Relationship Id="rId32" Type="http://schemas.openxmlformats.org/officeDocument/2006/relationships/image" Target="../media/image31.jpg"/><Relationship Id="rId33" Type="http://schemas.openxmlformats.org/officeDocument/2006/relationships/image" Target="../media/image32.jpg"/><Relationship Id="rId34" Type="http://schemas.openxmlformats.org/officeDocument/2006/relationships/image" Target="../media/image33.jpg"/><Relationship Id="rId35" Type="http://schemas.openxmlformats.org/officeDocument/2006/relationships/image" Target="../media/image34.jpg"/><Relationship Id="rId36" Type="http://schemas.openxmlformats.org/officeDocument/2006/relationships/image" Target="../media/image35.jpg"/><Relationship Id="rId37" Type="http://schemas.openxmlformats.org/officeDocument/2006/relationships/image" Target="../media/image36.jpg"/><Relationship Id="rId38" Type="http://schemas.openxmlformats.org/officeDocument/2006/relationships/image" Target="../media/image3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0000" y="160000"/>
            <a:ext cx="150000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貝利薩爾遺址　拓樸</a:t>
            </a:r>
          </a:p>
          <a:p>
            <a:r>
              <a:rPr sz="1200">
                <a:solidFill>
                  <a:srgbClr val="7A787E"/>
                </a:solidFill>
              </a:rPr>
              <a:t>37 格・每一格是「縮圖＋地名」的群組，可以直接拖；連線是 connector，拖格子時會跟著走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800000" y="1000000"/>
            <a:ext cx="1280000" cy="1020000"/>
            <a:chOff x="1800000" y="1000000"/>
            <a:chExt cx="1280000" cy="1020000"/>
          </a:xfrm>
        </p:grpSpPr>
        <p:pic>
          <p:nvPicPr>
            <p:cNvPr id="4" name="Picture 3" descr="belisar_thronehall.webp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00000" y="1000000"/>
              <a:ext cx="1280000" cy="720000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1800000" y="17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王座廳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throne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300000" y="1000000"/>
            <a:ext cx="1280000" cy="1020000"/>
            <a:chOff x="300000" y="1000000"/>
            <a:chExt cx="1280000" cy="1020000"/>
          </a:xfrm>
        </p:grpSpPr>
        <p:pic>
          <p:nvPicPr>
            <p:cNvPr id="7" name="Picture 6" descr="belisar_crownroom.webp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0000" y="1000000"/>
              <a:ext cx="1280000" cy="720000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300000" y="17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寶冠室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crown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1800000" y="2150000"/>
            <a:ext cx="1280000" cy="1020000"/>
            <a:chOff x="1800000" y="2150000"/>
            <a:chExt cx="1280000" cy="1020000"/>
          </a:xfrm>
        </p:grpSpPr>
        <p:pic>
          <p:nvPicPr>
            <p:cNvPr id="10" name="Picture 9" descr="belisar_antechamber.webp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00000" y="2150000"/>
              <a:ext cx="1280000" cy="720000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1800000" y="28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謁見前廳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antecham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3300000" y="1000000"/>
            <a:ext cx="1280000" cy="1020000"/>
            <a:chOff x="3300000" y="1000000"/>
            <a:chExt cx="1280000" cy="1020000"/>
          </a:xfrm>
        </p:grpSpPr>
        <p:pic>
          <p:nvPicPr>
            <p:cNvPr id="13" name="Picture 12" descr="belisar_relicroom.webp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300000" y="1000000"/>
              <a:ext cx="1280000" cy="720000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3300000" y="17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聖物室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offering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4800000" y="3300000"/>
            <a:ext cx="1280000" cy="1020000"/>
            <a:chOff x="4800000" y="3300000"/>
            <a:chExt cx="1280000" cy="1020000"/>
          </a:xfrm>
        </p:grpSpPr>
        <p:pic>
          <p:nvPicPr>
            <p:cNvPr id="16" name="Picture 15" descr="belisar_lionstair.webp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800000" y="3300000"/>
              <a:ext cx="1280000" cy="720000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4800000" y="40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獅階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dragstair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1800000" y="4450000"/>
            <a:ext cx="1280000" cy="1020000"/>
            <a:chOff x="1800000" y="4450000"/>
            <a:chExt cx="1280000" cy="1020000"/>
          </a:xfrm>
        </p:grpSpPr>
        <p:pic>
          <p:nvPicPr>
            <p:cNvPr id="19" name="Picture 18" descr="belisar_orrery.webp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800000" y="4450000"/>
              <a:ext cx="1280000" cy="72000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800000" y="51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星象室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starroom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4800000" y="4450000"/>
            <a:ext cx="1280000" cy="1020000"/>
            <a:chOff x="4800000" y="4450000"/>
            <a:chExt cx="1280000" cy="1020000"/>
          </a:xfrm>
        </p:grpSpPr>
        <p:pic>
          <p:nvPicPr>
            <p:cNvPr id="22" name="Picture 21" descr="belisar_armourgallery.webp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800000" y="4450000"/>
              <a:ext cx="1280000" cy="720000"/>
            </a:xfrm>
            <a:prstGeom prst="rect">
              <a:avLst/>
            </a:prstGeom>
          </p:spPr>
        </p:pic>
        <p:sp>
          <p:nvSpPr>
            <p:cNvPr id="23" name="TextBox 22"/>
            <p:cNvSpPr txBox="1"/>
            <p:nvPr/>
          </p:nvSpPr>
          <p:spPr>
            <a:xfrm>
              <a:off x="4800000" y="51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甲冑廊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guardhall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7800000" y="4450000"/>
            <a:ext cx="1280000" cy="1020000"/>
            <a:chOff x="7800000" y="4450000"/>
            <a:chExt cx="1280000" cy="1020000"/>
          </a:xfrm>
        </p:grpSpPr>
        <p:pic>
          <p:nvPicPr>
            <p:cNvPr id="25" name="Picture 24" descr="belisar_greathall.webp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800000" y="4450000"/>
              <a:ext cx="1280000" cy="720000"/>
            </a:xfrm>
            <a:prstGeom prst="rect">
              <a:avLst/>
            </a:prstGeom>
          </p:spPr>
        </p:pic>
        <p:sp>
          <p:nvSpPr>
            <p:cNvPr id="26" name="TextBox 25"/>
            <p:cNvSpPr txBox="1"/>
            <p:nvPr/>
          </p:nvSpPr>
          <p:spPr>
            <a:xfrm>
              <a:off x="7800000" y="51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中央大廳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greathall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9300000" y="4450000"/>
            <a:ext cx="1280000" cy="1020000"/>
            <a:chOff x="9300000" y="4450000"/>
            <a:chExt cx="1280000" cy="1020000"/>
          </a:xfrm>
        </p:grpSpPr>
        <p:pic>
          <p:nvPicPr>
            <p:cNvPr id="28" name="Picture 27" descr="belisar_chandelierhall.webp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300000" y="4450000"/>
              <a:ext cx="1280000" cy="720000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9300000" y="51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枝燈長廊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lamphall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10800000" y="4450000"/>
            <a:ext cx="1280000" cy="1020000"/>
            <a:chOff x="10800000" y="4450000"/>
            <a:chExt cx="1280000" cy="1020000"/>
          </a:xfrm>
        </p:grpSpPr>
        <p:pic>
          <p:nvPicPr>
            <p:cNvPr id="31" name="Picture 30" descr="belisar_ossuary.webp.jp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0800000" y="4450000"/>
              <a:ext cx="1280000" cy="720000"/>
            </a:xfrm>
            <a:prstGeom prst="rect">
              <a:avLst/>
            </a:prstGeom>
          </p:spPr>
        </p:pic>
        <p:sp>
          <p:nvSpPr>
            <p:cNvPr id="32" name="TextBox 31"/>
            <p:cNvSpPr txBox="1"/>
            <p:nvPr/>
          </p:nvSpPr>
          <p:spPr>
            <a:xfrm>
              <a:off x="10800000" y="51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納骨堂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ossuary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4800000" y="5600000"/>
            <a:ext cx="1280000" cy="1020000"/>
            <a:chOff x="4800000" y="5600000"/>
            <a:chExt cx="1280000" cy="1020000"/>
          </a:xfrm>
        </p:grpSpPr>
        <p:pic>
          <p:nvPicPr>
            <p:cNvPr id="34" name="Picture 33" descr="belisar_stillpool.webp.jp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800000" y="5600000"/>
              <a:ext cx="1280000" cy="720000"/>
            </a:xfrm>
            <a:prstGeom prst="rect">
              <a:avLst/>
            </a:prstGeom>
          </p:spPr>
        </p:pic>
        <p:sp>
          <p:nvSpPr>
            <p:cNvPr id="35" name="TextBox 34"/>
            <p:cNvSpPr txBox="1"/>
            <p:nvPr/>
          </p:nvSpPr>
          <p:spPr>
            <a:xfrm>
              <a:off x="4800000" y="63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靜水池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mirrorpool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300000" y="6750000"/>
            <a:ext cx="1280000" cy="1020000"/>
            <a:chOff x="300000" y="6750000"/>
            <a:chExt cx="1280000" cy="1020000"/>
          </a:xfrm>
        </p:grpSpPr>
        <p:pic>
          <p:nvPicPr>
            <p:cNvPr id="37" name="Picture 36" descr="belisar_rooffall_day.webp.jp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00000" y="6750000"/>
              <a:ext cx="1280000" cy="720000"/>
            </a:xfrm>
            <a:prstGeom prst="rect">
              <a:avLst/>
            </a:prstGeom>
          </p:spPr>
        </p:pic>
        <p:sp>
          <p:nvSpPr>
            <p:cNvPr id="38" name="TextBox 37"/>
            <p:cNvSpPr txBox="1"/>
            <p:nvPr/>
          </p:nvSpPr>
          <p:spPr>
            <a:xfrm>
              <a:off x="300000" y="74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崩頂坡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rooffall</a:t>
              </a: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1800000" y="6750000"/>
            <a:ext cx="1280000" cy="1020000"/>
            <a:chOff x="1800000" y="6750000"/>
            <a:chExt cx="1280000" cy="1020000"/>
          </a:xfrm>
        </p:grpSpPr>
        <p:pic>
          <p:nvPicPr>
            <p:cNvPr id="40" name="Picture 39" descr="belisar_muralgallery.webp.jp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800000" y="6750000"/>
              <a:ext cx="1280000" cy="720000"/>
            </a:xfrm>
            <a:prstGeom prst="rect">
              <a:avLst/>
            </a:prstGeom>
          </p:spPr>
        </p:pic>
        <p:sp>
          <p:nvSpPr>
            <p:cNvPr id="41" name="TextBox 40"/>
            <p:cNvSpPr txBox="1"/>
            <p:nvPr/>
          </p:nvSpPr>
          <p:spPr>
            <a:xfrm>
              <a:off x="1800000" y="74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壁畫長廊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muralwalk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13800000" y="7900000"/>
            <a:ext cx="1280000" cy="1020000"/>
            <a:chOff x="13800000" y="7900000"/>
            <a:chExt cx="1280000" cy="1020000"/>
          </a:xfrm>
        </p:grpSpPr>
        <p:pic>
          <p:nvPicPr>
            <p:cNvPr id="43" name="Picture 42" descr="belisar_spiralwell.webp.jp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3800000" y="7900000"/>
              <a:ext cx="1280000" cy="720000"/>
            </a:xfrm>
            <a:prstGeom prst="rect">
              <a:avLst/>
            </a:prstGeom>
          </p:spPr>
        </p:pic>
        <p:sp>
          <p:nvSpPr>
            <p:cNvPr id="44" name="TextBox 43"/>
            <p:cNvSpPr txBox="1"/>
            <p:nvPr/>
          </p:nvSpPr>
          <p:spPr>
            <a:xfrm>
              <a:off x="13800000" y="86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旋梯井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stairwell</a:t>
              </a: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9300000" y="6750000"/>
            <a:ext cx="1280000" cy="1020000"/>
            <a:chOff x="9300000" y="6750000"/>
            <a:chExt cx="1280000" cy="1020000"/>
          </a:xfrm>
        </p:grpSpPr>
        <p:pic>
          <p:nvPicPr>
            <p:cNvPr id="46" name="Picture 45" descr="belisar_cistern.webp.jp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9300000" y="6750000"/>
              <a:ext cx="1280000" cy="720000"/>
            </a:xfrm>
            <a:prstGeom prst="rect">
              <a:avLst/>
            </a:prstGeom>
          </p:spPr>
        </p:pic>
        <p:sp>
          <p:nvSpPr>
            <p:cNvPr id="47" name="TextBox 46"/>
            <p:cNvSpPr txBox="1"/>
            <p:nvPr/>
          </p:nvSpPr>
          <p:spPr>
            <a:xfrm>
              <a:off x="9300000" y="74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千柱廳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pillars</a:t>
              </a: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12300000" y="6750000"/>
            <a:ext cx="1280000" cy="1020000"/>
            <a:chOff x="12300000" y="6750000"/>
            <a:chExt cx="1280000" cy="1020000"/>
          </a:xfrm>
        </p:grpSpPr>
        <p:pic>
          <p:nvPicPr>
            <p:cNvPr id="49" name="Picture 48" descr="belisar_lionspout.webp.jp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2300000" y="6750000"/>
              <a:ext cx="1280000" cy="720000"/>
            </a:xfrm>
            <a:prstGeom prst="rect">
              <a:avLst/>
            </a:prstGeom>
          </p:spPr>
        </p:pic>
        <p:sp>
          <p:nvSpPr>
            <p:cNvPr id="50" name="TextBox 49"/>
            <p:cNvSpPr txBox="1"/>
            <p:nvPr/>
          </p:nvSpPr>
          <p:spPr>
            <a:xfrm>
              <a:off x="12300000" y="74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獅口水道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dragonrace</a:t>
              </a: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13800000" y="6750000"/>
            <a:ext cx="1280000" cy="1020000"/>
            <a:chOff x="13800000" y="6750000"/>
            <a:chExt cx="1280000" cy="1020000"/>
          </a:xfrm>
        </p:grpSpPr>
        <p:pic>
          <p:nvPicPr>
            <p:cNvPr id="52" name="Picture 51" descr="belisar_draincliff_day.webp.jp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3800000" y="6750000"/>
              <a:ext cx="1280000" cy="720000"/>
            </a:xfrm>
            <a:prstGeom prst="rect">
              <a:avLst/>
            </a:prstGeom>
          </p:spPr>
        </p:pic>
        <p:sp>
          <p:nvSpPr>
            <p:cNvPr id="53" name="TextBox 52"/>
            <p:cNvSpPr txBox="1"/>
            <p:nvPr/>
          </p:nvSpPr>
          <p:spPr>
            <a:xfrm>
              <a:off x="13800000" y="74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排水崖口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draincliff</a:t>
              </a:r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3300000" y="5600000"/>
            <a:ext cx="1280000" cy="1020000"/>
            <a:chOff x="3300000" y="5600000"/>
            <a:chExt cx="1280000" cy="1020000"/>
          </a:xfrm>
        </p:grpSpPr>
        <p:pic>
          <p:nvPicPr>
            <p:cNvPr id="55" name="Picture 54" descr="belisar_chrismroom.webp.jp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3300000" y="5600000"/>
              <a:ext cx="1280000" cy="720000"/>
            </a:xfrm>
            <a:prstGeom prst="rect">
              <a:avLst/>
            </a:prstGeom>
          </p:spPr>
        </p:pic>
        <p:sp>
          <p:nvSpPr>
            <p:cNvPr id="56" name="TextBox 55"/>
            <p:cNvSpPr txBox="1"/>
            <p:nvPr/>
          </p:nvSpPr>
          <p:spPr>
            <a:xfrm>
              <a:off x="3300000" y="63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聖油室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incense</a:t>
              </a:r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12300000" y="7900000"/>
            <a:ext cx="1280000" cy="1020000"/>
            <a:chOff x="12300000" y="7900000"/>
            <a:chExt cx="1280000" cy="1020000"/>
          </a:xfrm>
        </p:grpSpPr>
        <p:pic>
          <p:nvPicPr>
            <p:cNvPr id="58" name="Picture 57" descr="belisar_bellroom.webp.jp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2300000" y="7900000"/>
              <a:ext cx="1280000" cy="720000"/>
            </a:xfrm>
            <a:prstGeom prst="rect">
              <a:avLst/>
            </a:prstGeom>
          </p:spPr>
        </p:pic>
        <p:sp>
          <p:nvSpPr>
            <p:cNvPr id="59" name="TextBox 58"/>
            <p:cNvSpPr txBox="1"/>
            <p:nvPr/>
          </p:nvSpPr>
          <p:spPr>
            <a:xfrm>
              <a:off x="12300000" y="86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鐘室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bellroom</a:t>
              </a: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300000" y="5600000"/>
            <a:ext cx="1280000" cy="1020000"/>
            <a:chOff x="300000" y="5600000"/>
            <a:chExt cx="1280000" cy="1020000"/>
          </a:xfrm>
        </p:grpSpPr>
        <p:pic>
          <p:nvPicPr>
            <p:cNvPr id="61" name="Picture 60" descr="belisar_drywell_dusk.webp.jpg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300000" y="5600000"/>
              <a:ext cx="1280000" cy="720000"/>
            </a:xfrm>
            <a:prstGeom prst="rect">
              <a:avLst/>
            </a:prstGeom>
          </p:spPr>
        </p:pic>
        <p:sp>
          <p:nvSpPr>
            <p:cNvPr id="62" name="TextBox 61"/>
            <p:cNvSpPr txBox="1"/>
            <p:nvPr/>
          </p:nvSpPr>
          <p:spPr>
            <a:xfrm>
              <a:off x="300000" y="63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枯井底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drywell</a:t>
              </a:r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1800000" y="5600000"/>
            <a:ext cx="1280000" cy="1020000"/>
            <a:chOff x="1800000" y="5600000"/>
            <a:chExt cx="1280000" cy="1020000"/>
          </a:xfrm>
        </p:grpSpPr>
        <p:pic>
          <p:nvPicPr>
            <p:cNvPr id="64" name="Picture 63" descr="belisar_forge.webp.jpg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800000" y="5600000"/>
              <a:ext cx="1280000" cy="720000"/>
            </a:xfrm>
            <a:prstGeom prst="rect">
              <a:avLst/>
            </a:prstGeom>
          </p:spPr>
        </p:pic>
        <p:sp>
          <p:nvSpPr>
            <p:cNvPr id="65" name="TextBox 64"/>
            <p:cNvSpPr txBox="1"/>
            <p:nvPr/>
          </p:nvSpPr>
          <p:spPr>
            <a:xfrm>
              <a:off x="1800000" y="63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兵器工坊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forge</a:t>
              </a:r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3300000" y="6750000"/>
            <a:ext cx="1280000" cy="1020000"/>
            <a:chOff x="3300000" y="6750000"/>
            <a:chExt cx="1280000" cy="1020000"/>
          </a:xfrm>
        </p:grpSpPr>
        <p:pic>
          <p:nvPicPr>
            <p:cNvPr id="67" name="Picture 66" descr="belisar_triarch.webp.jpg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3300000" y="6750000"/>
              <a:ext cx="1280000" cy="720000"/>
            </a:xfrm>
            <a:prstGeom prst="rect">
              <a:avLst/>
            </a:prstGeom>
          </p:spPr>
        </p:pic>
        <p:sp>
          <p:nvSpPr>
            <p:cNvPr id="68" name="TextBox 67"/>
            <p:cNvSpPr txBox="1"/>
            <p:nvPr/>
          </p:nvSpPr>
          <p:spPr>
            <a:xfrm>
              <a:off x="3300000" y="74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三拱廳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trihall</a:t>
              </a:r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9300000" y="7900000"/>
            <a:ext cx="1280000" cy="1020000"/>
            <a:chOff x="9300000" y="7900000"/>
            <a:chExt cx="1280000" cy="1020000"/>
          </a:xfrm>
        </p:grpSpPr>
        <p:pic>
          <p:nvPicPr>
            <p:cNvPr id="70" name="Picture 69" descr="belisar_waterjail.webp.jpg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9300000" y="7900000"/>
              <a:ext cx="1280000" cy="720000"/>
            </a:xfrm>
            <a:prstGeom prst="rect">
              <a:avLst/>
            </a:prstGeom>
          </p:spPr>
        </p:pic>
        <p:sp>
          <p:nvSpPr>
            <p:cNvPr id="71" name="TextBox 70"/>
            <p:cNvSpPr txBox="1"/>
            <p:nvPr/>
          </p:nvSpPr>
          <p:spPr>
            <a:xfrm>
              <a:off x="9300000" y="86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水牢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waterjail</a:t>
              </a:r>
            </a:p>
          </p:txBody>
        </p:sp>
      </p:grpSp>
      <p:grpSp>
        <p:nvGrpSpPr>
          <p:cNvPr id="72" name="Group 71"/>
          <p:cNvGrpSpPr/>
          <p:nvPr/>
        </p:nvGrpSpPr>
        <p:grpSpPr>
          <a:xfrm>
            <a:off x="10800000" y="7900000"/>
            <a:ext cx="1280000" cy="1020000"/>
            <a:chOff x="10800000" y="7900000"/>
            <a:chExt cx="1280000" cy="1020000"/>
          </a:xfrm>
        </p:grpSpPr>
        <p:pic>
          <p:nvPicPr>
            <p:cNvPr id="73" name="Picture 72" descr="belisar_sarcophagi.webp.jpg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10800000" y="7900000"/>
              <a:ext cx="1280000" cy="720000"/>
            </a:xfrm>
            <a:prstGeom prst="rect">
              <a:avLst/>
            </a:prstGeom>
          </p:spPr>
        </p:pic>
        <p:sp>
          <p:nvSpPr>
            <p:cNvPr id="74" name="TextBox 73"/>
            <p:cNvSpPr txBox="1"/>
            <p:nvPr/>
          </p:nvSpPr>
          <p:spPr>
            <a:xfrm>
              <a:off x="10800000" y="86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石棺廊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bonerack</a:t>
              </a:r>
            </a:p>
          </p:txBody>
        </p:sp>
      </p:grpSp>
      <p:grpSp>
        <p:nvGrpSpPr>
          <p:cNvPr id="75" name="Group 74"/>
          <p:cNvGrpSpPr/>
          <p:nvPr/>
        </p:nvGrpSpPr>
        <p:grpSpPr>
          <a:xfrm>
            <a:off x="10800000" y="5600000"/>
            <a:ext cx="1280000" cy="1020000"/>
            <a:chOff x="10800000" y="5600000"/>
            <a:chExt cx="1280000" cy="1020000"/>
          </a:xfrm>
        </p:grpSpPr>
        <p:pic>
          <p:nvPicPr>
            <p:cNvPr id="76" name="Picture 75" descr="belisar_guardtomb.webp.jpg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10800000" y="5600000"/>
              <a:ext cx="1280000" cy="720000"/>
            </a:xfrm>
            <a:prstGeom prst="rect">
              <a:avLst/>
            </a:prstGeom>
          </p:spPr>
        </p:pic>
        <p:sp>
          <p:nvSpPr>
            <p:cNvPr id="77" name="TextBox 76"/>
            <p:cNvSpPr txBox="1"/>
            <p:nvPr/>
          </p:nvSpPr>
          <p:spPr>
            <a:xfrm>
              <a:off x="10800000" y="63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近衛墓室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wardtomb</a:t>
              </a:r>
            </a:p>
          </p:txBody>
        </p:sp>
      </p:grpSp>
      <p:grpSp>
        <p:nvGrpSpPr>
          <p:cNvPr id="78" name="Group 77"/>
          <p:cNvGrpSpPr/>
          <p:nvPr/>
        </p:nvGrpSpPr>
        <p:grpSpPr>
          <a:xfrm>
            <a:off x="4800000" y="6750000"/>
            <a:ext cx="1280000" cy="1020000"/>
            <a:chOff x="4800000" y="6750000"/>
            <a:chExt cx="1280000" cy="1020000"/>
          </a:xfrm>
        </p:grpSpPr>
        <p:pic>
          <p:nvPicPr>
            <p:cNvPr id="79" name="Picture 78" descr="belisar_culvert.webp.jpg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4800000" y="6750000"/>
              <a:ext cx="1280000" cy="720000"/>
            </a:xfrm>
            <a:prstGeom prst="rect">
              <a:avLst/>
            </a:prstGeom>
          </p:spPr>
        </p:pic>
        <p:sp>
          <p:nvSpPr>
            <p:cNvPr id="80" name="TextBox 79"/>
            <p:cNvSpPr txBox="1"/>
            <p:nvPr/>
          </p:nvSpPr>
          <p:spPr>
            <a:xfrm>
              <a:off x="4800000" y="74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暗渠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culvert</a:t>
              </a:r>
            </a:p>
          </p:txBody>
        </p:sp>
      </p:grpSp>
      <p:grpSp>
        <p:nvGrpSpPr>
          <p:cNvPr id="81" name="Group 80"/>
          <p:cNvGrpSpPr/>
          <p:nvPr/>
        </p:nvGrpSpPr>
        <p:grpSpPr>
          <a:xfrm>
            <a:off x="10800000" y="9050000"/>
            <a:ext cx="1280000" cy="1020000"/>
            <a:chOff x="10800000" y="9050000"/>
            <a:chExt cx="1280000" cy="1020000"/>
          </a:xfrm>
        </p:grpSpPr>
        <p:pic>
          <p:nvPicPr>
            <p:cNvPr id="82" name="Picture 81" descr="belisar_mirrorwalk.webp.jpg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10800000" y="9050000"/>
              <a:ext cx="1280000" cy="720000"/>
            </a:xfrm>
            <a:prstGeom prst="rect">
              <a:avLst/>
            </a:prstGeom>
          </p:spPr>
        </p:pic>
        <p:sp>
          <p:nvSpPr>
            <p:cNvPr id="83" name="TextBox 82"/>
            <p:cNvSpPr txBox="1"/>
            <p:nvPr/>
          </p:nvSpPr>
          <p:spPr>
            <a:xfrm>
              <a:off x="10800000" y="97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鏡廊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mirrorway</a:t>
              </a:r>
            </a:p>
          </p:txBody>
        </p:sp>
      </p:grpSp>
      <p:grpSp>
        <p:nvGrpSpPr>
          <p:cNvPr id="84" name="Group 83"/>
          <p:cNvGrpSpPr/>
          <p:nvPr/>
        </p:nvGrpSpPr>
        <p:grpSpPr>
          <a:xfrm>
            <a:off x="3300000" y="7900000"/>
            <a:ext cx="1280000" cy="1020000"/>
            <a:chOff x="3300000" y="7900000"/>
            <a:chExt cx="1280000" cy="1020000"/>
          </a:xfrm>
        </p:grpSpPr>
        <p:pic>
          <p:nvPicPr>
            <p:cNvPr id="85" name="Picture 84" descr="belisar_cages.webp.jpg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3300000" y="7900000"/>
              <a:ext cx="1280000" cy="720000"/>
            </a:xfrm>
            <a:prstGeom prst="rect">
              <a:avLst/>
            </a:prstGeom>
          </p:spPr>
        </p:pic>
        <p:sp>
          <p:nvSpPr>
            <p:cNvPr id="86" name="TextBox 85"/>
            <p:cNvSpPr txBox="1"/>
            <p:nvPr/>
          </p:nvSpPr>
          <p:spPr>
            <a:xfrm>
              <a:off x="3300000" y="86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獸欄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cages</a:t>
              </a:r>
            </a:p>
          </p:txBody>
        </p:sp>
      </p:grpSp>
      <p:grpSp>
        <p:nvGrpSpPr>
          <p:cNvPr id="87" name="Group 86"/>
          <p:cNvGrpSpPr/>
          <p:nvPr/>
        </p:nvGrpSpPr>
        <p:grpSpPr>
          <a:xfrm>
            <a:off x="4800000" y="7900000"/>
            <a:ext cx="1280000" cy="1020000"/>
            <a:chOff x="4800000" y="7900000"/>
            <a:chExt cx="1280000" cy="1020000"/>
          </a:xfrm>
        </p:grpSpPr>
        <p:pic>
          <p:nvPicPr>
            <p:cNvPr id="88" name="Picture 87" descr="belisar_catacomb.webp.jpg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4800000" y="7900000"/>
              <a:ext cx="1280000" cy="720000"/>
            </a:xfrm>
            <a:prstGeom prst="rect">
              <a:avLst/>
            </a:prstGeom>
          </p:spPr>
        </p:pic>
        <p:sp>
          <p:nvSpPr>
            <p:cNvPr id="89" name="TextBox 88"/>
            <p:cNvSpPr txBox="1"/>
            <p:nvPr/>
          </p:nvSpPr>
          <p:spPr>
            <a:xfrm>
              <a:off x="4800000" y="86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地下墓道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oldtomb</a:t>
              </a:r>
            </a:p>
          </p:txBody>
        </p:sp>
      </p:grpSp>
      <p:grpSp>
        <p:nvGrpSpPr>
          <p:cNvPr id="90" name="Group 89"/>
          <p:cNvGrpSpPr/>
          <p:nvPr/>
        </p:nvGrpSpPr>
        <p:grpSpPr>
          <a:xfrm>
            <a:off x="6300000" y="7900000"/>
            <a:ext cx="1280000" cy="1020000"/>
            <a:chOff x="6300000" y="7900000"/>
            <a:chExt cx="1280000" cy="1020000"/>
          </a:xfrm>
        </p:grpSpPr>
        <p:pic>
          <p:nvPicPr>
            <p:cNvPr id="91" name="Picture 90" descr="belisar_capstan.webp.jpg"/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6300000" y="7900000"/>
              <a:ext cx="1280000" cy="720000"/>
            </a:xfrm>
            <a:prstGeom prst="rect">
              <a:avLst/>
            </a:prstGeom>
          </p:spPr>
        </p:pic>
        <p:sp>
          <p:nvSpPr>
            <p:cNvPr id="92" name="TextBox 91"/>
            <p:cNvSpPr txBox="1"/>
            <p:nvPr/>
          </p:nvSpPr>
          <p:spPr>
            <a:xfrm>
              <a:off x="6300000" y="86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絞盤室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capstan</a:t>
              </a:r>
            </a:p>
          </p:txBody>
        </p:sp>
      </p:grpSp>
      <p:grpSp>
        <p:nvGrpSpPr>
          <p:cNvPr id="93" name="Group 92"/>
          <p:cNvGrpSpPr/>
          <p:nvPr/>
        </p:nvGrpSpPr>
        <p:grpSpPr>
          <a:xfrm>
            <a:off x="9300000" y="9050000"/>
            <a:ext cx="1280000" cy="1020000"/>
            <a:chOff x="9300000" y="9050000"/>
            <a:chExt cx="1280000" cy="1020000"/>
          </a:xfrm>
        </p:grpSpPr>
        <p:pic>
          <p:nvPicPr>
            <p:cNvPr id="94" name="Picture 93" descr="belisar_candlewalk.webp.jpg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9300000" y="9050000"/>
              <a:ext cx="1280000" cy="720000"/>
            </a:xfrm>
            <a:prstGeom prst="rect">
              <a:avLst/>
            </a:prstGeom>
          </p:spPr>
        </p:pic>
        <p:sp>
          <p:nvSpPr>
            <p:cNvPr id="95" name="TextBox 94"/>
            <p:cNvSpPr txBox="1"/>
            <p:nvPr/>
          </p:nvSpPr>
          <p:spPr>
            <a:xfrm>
              <a:off x="9300000" y="97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燭廊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candlewalk</a:t>
              </a:r>
            </a:p>
          </p:txBody>
        </p:sp>
      </p:grpSp>
      <p:grpSp>
        <p:nvGrpSpPr>
          <p:cNvPr id="96" name="Group 95"/>
          <p:cNvGrpSpPr/>
          <p:nvPr/>
        </p:nvGrpSpPr>
        <p:grpSpPr>
          <a:xfrm>
            <a:off x="4800000" y="9050000"/>
            <a:ext cx="1280000" cy="1020000"/>
            <a:chOff x="4800000" y="9050000"/>
            <a:chExt cx="1280000" cy="1020000"/>
          </a:xfrm>
        </p:grpSpPr>
        <p:pic>
          <p:nvPicPr>
            <p:cNvPr id="97" name="Picture 96" descr="belisar_stelewalk.webp.jpg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4800000" y="9050000"/>
              <a:ext cx="1280000" cy="720000"/>
            </a:xfrm>
            <a:prstGeom prst="rect">
              <a:avLst/>
            </a:prstGeom>
          </p:spPr>
        </p:pic>
        <p:sp>
          <p:nvSpPr>
            <p:cNvPr id="98" name="TextBox 97"/>
            <p:cNvSpPr txBox="1"/>
            <p:nvPr/>
          </p:nvSpPr>
          <p:spPr>
            <a:xfrm>
              <a:off x="4800000" y="97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銘碑廊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stelae</a:t>
              </a:r>
            </a:p>
          </p:txBody>
        </p:sp>
      </p:grpSp>
      <p:grpSp>
        <p:nvGrpSpPr>
          <p:cNvPr id="99" name="Group 98"/>
          <p:cNvGrpSpPr/>
          <p:nvPr/>
        </p:nvGrpSpPr>
        <p:grpSpPr>
          <a:xfrm>
            <a:off x="6300000" y="9050000"/>
            <a:ext cx="1280000" cy="1020000"/>
            <a:chOff x="6300000" y="9050000"/>
            <a:chExt cx="1280000" cy="1020000"/>
          </a:xfrm>
        </p:grpSpPr>
        <p:pic>
          <p:nvPicPr>
            <p:cNvPr id="100" name="Picture 99" descr="belisar_stairhall.webp.jpg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6300000" y="9050000"/>
              <a:ext cx="1280000" cy="720000"/>
            </a:xfrm>
            <a:prstGeom prst="rect">
              <a:avLst/>
            </a:prstGeom>
          </p:spPr>
        </p:pic>
        <p:sp>
          <p:nvSpPr>
            <p:cNvPr id="101" name="TextBox 100"/>
            <p:cNvSpPr txBox="1"/>
            <p:nvPr/>
          </p:nvSpPr>
          <p:spPr>
            <a:xfrm>
              <a:off x="6300000" y="97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階梯大廳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stephall</a:t>
              </a:r>
            </a:p>
          </p:txBody>
        </p:sp>
      </p:grpSp>
      <p:grpSp>
        <p:nvGrpSpPr>
          <p:cNvPr id="102" name="Group 101"/>
          <p:cNvGrpSpPr/>
          <p:nvPr/>
        </p:nvGrpSpPr>
        <p:grpSpPr>
          <a:xfrm>
            <a:off x="7800000" y="9050000"/>
            <a:ext cx="1280000" cy="1020000"/>
            <a:chOff x="7800000" y="9050000"/>
            <a:chExt cx="1280000" cy="1020000"/>
          </a:xfrm>
        </p:grpSpPr>
        <p:pic>
          <p:nvPicPr>
            <p:cNvPr id="103" name="Picture 102" descr="belisar_floodway.webp.jpg"/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7800000" y="9050000"/>
              <a:ext cx="1280000" cy="720000"/>
            </a:xfrm>
            <a:prstGeom prst="rect">
              <a:avLst/>
            </a:prstGeom>
          </p:spPr>
        </p:pic>
        <p:sp>
          <p:nvSpPr>
            <p:cNvPr id="104" name="TextBox 103"/>
            <p:cNvSpPr txBox="1"/>
            <p:nvPr/>
          </p:nvSpPr>
          <p:spPr>
            <a:xfrm>
              <a:off x="7800000" y="97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積水甬道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floodway</a:t>
              </a:r>
            </a:p>
          </p:txBody>
        </p:sp>
      </p:grpSp>
      <p:grpSp>
        <p:nvGrpSpPr>
          <p:cNvPr id="105" name="Group 104"/>
          <p:cNvGrpSpPr/>
          <p:nvPr/>
        </p:nvGrpSpPr>
        <p:grpSpPr>
          <a:xfrm>
            <a:off x="6300000" y="10200000"/>
            <a:ext cx="1280000" cy="1020000"/>
            <a:chOff x="6300000" y="10200000"/>
            <a:chExt cx="1280000" cy="1020000"/>
          </a:xfrm>
        </p:grpSpPr>
        <p:pic>
          <p:nvPicPr>
            <p:cNvPr id="106" name="Picture 105" descr="belisar_foyer_dusk.webp.jpg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6300000" y="10200000"/>
              <a:ext cx="1280000" cy="720000"/>
            </a:xfrm>
            <a:prstGeom prst="rect">
              <a:avLst/>
            </a:prstGeom>
          </p:spPr>
        </p:pic>
        <p:sp>
          <p:nvSpPr>
            <p:cNvPr id="107" name="TextBox 106"/>
            <p:cNvSpPr txBox="1"/>
            <p:nvPr/>
          </p:nvSpPr>
          <p:spPr>
            <a:xfrm>
              <a:off x="6300000" y="109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前廳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foyer</a:t>
              </a:r>
            </a:p>
          </p:txBody>
        </p:sp>
      </p:grpSp>
      <p:grpSp>
        <p:nvGrpSpPr>
          <p:cNvPr id="108" name="Group 107"/>
          <p:cNvGrpSpPr/>
          <p:nvPr/>
        </p:nvGrpSpPr>
        <p:grpSpPr>
          <a:xfrm>
            <a:off x="6300000" y="11350000"/>
            <a:ext cx="1280000" cy="1020000"/>
            <a:chOff x="6300000" y="11350000"/>
            <a:chExt cx="1280000" cy="1020000"/>
          </a:xfrm>
        </p:grpSpPr>
        <p:pic>
          <p:nvPicPr>
            <p:cNvPr id="109" name="Picture 108" descr="belisar_greatcourt_day.webp.jpg"/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6300000" y="11350000"/>
              <a:ext cx="1280000" cy="720000"/>
            </a:xfrm>
            <a:prstGeom prst="rect">
              <a:avLst/>
            </a:prstGeom>
          </p:spPr>
        </p:pic>
        <p:sp>
          <p:nvSpPr>
            <p:cNvPr id="110" name="TextBox 109"/>
            <p:cNvSpPr txBox="1"/>
            <p:nvPr/>
          </p:nvSpPr>
          <p:spPr>
            <a:xfrm>
              <a:off x="6300000" y="120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古城中庭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entrance</a:t>
              </a:r>
            </a:p>
          </p:txBody>
        </p:sp>
      </p:grpSp>
      <p:grpSp>
        <p:nvGrpSpPr>
          <p:cNvPr id="111" name="Group 110"/>
          <p:cNvGrpSpPr/>
          <p:nvPr/>
        </p:nvGrpSpPr>
        <p:grpSpPr>
          <a:xfrm>
            <a:off x="7800000" y="10200000"/>
            <a:ext cx="1280000" cy="1020000"/>
            <a:chOff x="7800000" y="10200000"/>
            <a:chExt cx="1280000" cy="1020000"/>
          </a:xfrm>
        </p:grpSpPr>
        <p:pic>
          <p:nvPicPr>
            <p:cNvPr id="112" name="Picture 111" descr="belisar_oldaltar.webp.jpg"/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7800000" y="10200000"/>
              <a:ext cx="1280000" cy="720000"/>
            </a:xfrm>
            <a:prstGeom prst="rect">
              <a:avLst/>
            </a:prstGeom>
          </p:spPr>
        </p:pic>
        <p:sp>
          <p:nvSpPr>
            <p:cNvPr id="113" name="TextBox 112"/>
            <p:cNvSpPr txBox="1"/>
            <p:nvPr/>
          </p:nvSpPr>
          <p:spPr>
            <a:xfrm>
              <a:off x="7800000" y="109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古代祭壇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altar</a:t>
              </a:r>
            </a:p>
          </p:txBody>
        </p:sp>
      </p:grpSp>
      <p:cxnSp>
        <p:nvCxnSpPr>
          <p:cNvPr id="114" name="Connector 113"/>
          <p:cNvCxnSpPr/>
          <p:nvPr/>
        </p:nvCxnSpPr>
        <p:spPr>
          <a:xfrm>
            <a:off x="2440000" y="1360000"/>
            <a:ext cx="15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2440000" y="1360000"/>
            <a:ext cx="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H="1">
            <a:off x="940000" y="1360000"/>
            <a:ext cx="15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2440000" y="2510000"/>
            <a:ext cx="9000000" cy="34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2440000" y="2510000"/>
            <a:ext cx="300000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3940000" y="1360000"/>
            <a:ext cx="7500000" cy="460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5440000" y="3660000"/>
            <a:ext cx="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2440000" y="4810000"/>
            <a:ext cx="150000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2440000" y="4810000"/>
            <a:ext cx="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5440000" y="4810000"/>
            <a:ext cx="6000000" cy="34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5440000" y="4810000"/>
            <a:ext cx="30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H="1">
            <a:off x="3940000" y="4810000"/>
            <a:ext cx="1500000" cy="230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H="1">
            <a:off x="5440000" y="4810000"/>
            <a:ext cx="3000000" cy="34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8440000" y="4810000"/>
            <a:ext cx="15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H="1">
            <a:off x="3940000" y="4810000"/>
            <a:ext cx="6000000" cy="230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9940000" y="4810000"/>
            <a:ext cx="0" cy="460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H="1">
            <a:off x="5440000" y="4810000"/>
            <a:ext cx="6000000" cy="230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H="1">
            <a:off x="5440000" y="4810000"/>
            <a:ext cx="6000000" cy="460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5440000" y="5960000"/>
            <a:ext cx="4500000" cy="230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5440000" y="5960000"/>
            <a:ext cx="3000000" cy="34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5440000" y="5960000"/>
            <a:ext cx="450000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940000" y="5960000"/>
            <a:ext cx="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940000" y="7110000"/>
            <a:ext cx="15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2440000" y="5960000"/>
            <a:ext cx="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2440000" y="7110000"/>
            <a:ext cx="1050000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H="1">
            <a:off x="5440000" y="8260000"/>
            <a:ext cx="90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H="1" flipV="1">
            <a:off x="9940000" y="7110000"/>
            <a:ext cx="450000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H="1">
            <a:off x="6940000" y="8260000"/>
            <a:ext cx="750000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H="1">
            <a:off x="9940000" y="8260000"/>
            <a:ext cx="450000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H="1">
            <a:off x="6940000" y="7110000"/>
            <a:ext cx="300000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H="1">
            <a:off x="6940000" y="7110000"/>
            <a:ext cx="3000000" cy="230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12940000" y="7110000"/>
            <a:ext cx="15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H="1">
            <a:off x="9940000" y="7110000"/>
            <a:ext cx="300000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H="1">
            <a:off x="3940000" y="7110000"/>
            <a:ext cx="900000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H="1">
            <a:off x="5440000" y="7110000"/>
            <a:ext cx="90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3940000" y="5960000"/>
            <a:ext cx="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H="1">
            <a:off x="11440000" y="8260000"/>
            <a:ext cx="150000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940000" y="5960000"/>
            <a:ext cx="15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2440000" y="5960000"/>
            <a:ext cx="150000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H="1">
            <a:off x="3940000" y="8260000"/>
            <a:ext cx="60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H="1">
            <a:off x="6940000" y="8260000"/>
            <a:ext cx="30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H="1">
            <a:off x="5440000" y="8260000"/>
            <a:ext cx="600000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H="1">
            <a:off x="5440000" y="5960000"/>
            <a:ext cx="6000000" cy="34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H="1">
            <a:off x="3940000" y="7110000"/>
            <a:ext cx="150000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H="1">
            <a:off x="9940000" y="9410000"/>
            <a:ext cx="15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5440000" y="8260000"/>
            <a:ext cx="15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6940000" y="9410000"/>
            <a:ext cx="15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6940000" y="9410000"/>
            <a:ext cx="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8440000" y="9410000"/>
            <a:ext cx="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6940000" y="10560000"/>
            <a:ext cx="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