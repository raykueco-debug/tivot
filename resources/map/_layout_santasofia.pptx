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7100000" cy="113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165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聖索菲亞城　拓樸</a:t>
            </a:r>
          </a:p>
          <a:p>
            <a:r>
              <a:rPr sz="1200">
                <a:solidFill>
                  <a:srgbClr val="7A787E"/>
                </a:solidFill>
              </a:rPr>
              <a:t>12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800000" y="7900000"/>
            <a:ext cx="1280000" cy="1020000"/>
            <a:chOff x="7800000" y="7900000"/>
            <a:chExt cx="1280000" cy="1020000"/>
          </a:xfrm>
        </p:grpSpPr>
        <p:pic>
          <p:nvPicPr>
            <p:cNvPr id="4" name="Picture 3" descr="sofia_square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0000" y="79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主廣場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square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800000" y="4450000"/>
            <a:ext cx="1280000" cy="1020000"/>
            <a:chOff x="7800000" y="4450000"/>
            <a:chExt cx="1280000" cy="1020000"/>
          </a:xfrm>
        </p:grpSpPr>
        <p:pic>
          <p:nvPicPr>
            <p:cNvPr id="7" name="Picture 6" descr="sofia_midtown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0000" y="445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7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中心區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midtown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800000" y="4450000"/>
            <a:ext cx="1280000" cy="1020000"/>
            <a:chOff x="10800000" y="4450000"/>
            <a:chExt cx="1280000" cy="1020000"/>
          </a:xfrm>
        </p:grpSpPr>
        <p:pic>
          <p:nvPicPr>
            <p:cNvPr id="10" name="Picture 9" descr="sofia_church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00000" y="445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0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大教堂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church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00000" y="4450000"/>
            <a:ext cx="1280000" cy="1020000"/>
            <a:chOff x="4800000" y="4450000"/>
            <a:chExt cx="1280000" cy="1020000"/>
          </a:xfrm>
        </p:grpSpPr>
        <p:pic>
          <p:nvPicPr>
            <p:cNvPr id="13" name="Picture 12" descr="sofia_cityhall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000" y="445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4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市政廳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cityhall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pic>
          <p:nvPicPr>
            <p:cNvPr id="16" name="Picture 15" descr="sofia_downtown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00000" y="790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舊街區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oldtown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00000" y="7900000"/>
            <a:ext cx="1280000" cy="1020000"/>
            <a:chOff x="300000" y="7900000"/>
            <a:chExt cx="1280000" cy="1020000"/>
          </a:xfrm>
        </p:grpSpPr>
        <p:pic>
          <p:nvPicPr>
            <p:cNvPr id="19" name="Picture 18" descr="sofia_firearm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0000" y="790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武器店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gunstore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22" name="Picture 21" descr="sofia_dock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船塢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dock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300000" y="10200000"/>
            <a:ext cx="1280000" cy="1020000"/>
            <a:chOff x="3300000" y="10200000"/>
            <a:chExt cx="1280000" cy="1020000"/>
          </a:xfrm>
        </p:grpSpPr>
        <p:pic>
          <p:nvPicPr>
            <p:cNvPr id="25" name="Picture 24" descr="sofia_guild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00000" y="1020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3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賞金獵人公會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guild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2300000" y="7900000"/>
            <a:ext cx="1280000" cy="1020000"/>
            <a:chOff x="12300000" y="7900000"/>
            <a:chExt cx="1280000" cy="1020000"/>
          </a:xfrm>
        </p:grpSpPr>
        <p:pic>
          <p:nvPicPr>
            <p:cNvPr id="28" name="Picture 27" descr="sofia_uptown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300000" y="790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2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上街區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uptown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5300000" y="7900000"/>
            <a:ext cx="1280000" cy="1020000"/>
            <a:chOff x="15300000" y="7900000"/>
            <a:chExt cx="1280000" cy="1020000"/>
          </a:xfrm>
        </p:grpSpPr>
        <p:pic>
          <p:nvPicPr>
            <p:cNvPr id="31" name="Picture 30" descr="sofia_bistro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300000" y="790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5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餐飲街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tavern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2300000" y="10200000"/>
            <a:ext cx="1280000" cy="1020000"/>
            <a:chOff x="12300000" y="10200000"/>
            <a:chExt cx="1280000" cy="1020000"/>
          </a:xfrm>
        </p:grpSpPr>
        <p:pic>
          <p:nvPicPr>
            <p:cNvPr id="34" name="Picture 33" descr="sofia_grocerie.webp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300000" y="10200000"/>
              <a:ext cx="1280000" cy="7200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12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雜貨舖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grocery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2300000" y="5600000"/>
            <a:ext cx="1280000" cy="1020000"/>
            <a:chOff x="12300000" y="5600000"/>
            <a:chExt cx="1280000" cy="1020000"/>
          </a:xfrm>
        </p:grpSpPr>
        <p:pic>
          <p:nvPicPr>
            <p:cNvPr id="37" name="Picture 36" descr="sofia_hotel.webp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300000" y="5600000"/>
              <a:ext cx="1280000" cy="7200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12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旅店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inn</a:t>
              </a:r>
            </a:p>
          </p:txBody>
        </p:sp>
      </p:grpSp>
      <p:cxnSp>
        <p:nvCxnSpPr>
          <p:cNvPr id="39" name="Connector 38"/>
          <p:cNvCxnSpPr/>
          <p:nvPr/>
        </p:nvCxnSpPr>
        <p:spPr>
          <a:xfrm flipV="1">
            <a:off x="8440000" y="4810000"/>
            <a:ext cx="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9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5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2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