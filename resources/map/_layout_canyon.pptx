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600000" cy="56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160000"/>
            <a:ext cx="30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卡耶爾山谷　拓樸</a:t>
            </a:r>
          </a:p>
          <a:p>
            <a:r>
              <a:rPr sz="1200">
                <a:solidFill>
                  <a:srgbClr val="7A787E"/>
                </a:solidFill>
              </a:rPr>
              <a:t>5 格・每一格是「縮圖＋地名」的群組，可以直接拖；連線是 connector，拖格子時會跟著走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00000" y="4450000"/>
            <a:ext cx="1280000" cy="1020000"/>
            <a:chOff x="300000" y="4450000"/>
            <a:chExt cx="1280000" cy="1020000"/>
          </a:xfrm>
        </p:grpSpPr>
        <p:pic>
          <p:nvPicPr>
            <p:cNvPr id="4" name="Picture 3" descr="canyon_entry_day.webp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0000" y="4450000"/>
              <a:ext cx="1280000" cy="720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3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峽谷入口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entry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00000" y="3300000"/>
            <a:ext cx="1280000" cy="1020000"/>
            <a:chOff x="300000" y="3300000"/>
            <a:chExt cx="1280000" cy="1020000"/>
          </a:xfrm>
        </p:grpSpPr>
        <p:pic>
          <p:nvPicPr>
            <p:cNvPr id="7" name="Picture 6" descr="canyon_corridor_day.webp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000" y="3300000"/>
              <a:ext cx="1280000" cy="7200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00000" y="40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風蝕迴廊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corridor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00000" y="2150000"/>
            <a:ext cx="1280000" cy="1020000"/>
            <a:chOff x="300000" y="2150000"/>
            <a:chExt cx="1280000" cy="1020000"/>
          </a:xfrm>
        </p:grpSpPr>
        <p:pic>
          <p:nvPicPr>
            <p:cNvPr id="10" name="Picture 9" descr="canyon_bones_day.webp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0000" y="2150000"/>
              <a:ext cx="1280000" cy="7200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300000" y="28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白骨之地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bones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800000" y="2150000"/>
            <a:ext cx="1280000" cy="1020000"/>
            <a:chOff x="1800000" y="2150000"/>
            <a:chExt cx="1280000" cy="1020000"/>
          </a:xfrm>
        </p:grpSpPr>
        <p:pic>
          <p:nvPicPr>
            <p:cNvPr id="13" name="Picture 12" descr="canyon_bridge_day.webp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00000" y="2150000"/>
              <a:ext cx="1280000" cy="7200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800000" y="28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斷橋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bridge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00000" y="1000000"/>
            <a:ext cx="1280000" cy="1020000"/>
            <a:chOff x="300000" y="1000000"/>
            <a:chExt cx="1280000" cy="1020000"/>
          </a:xfrm>
        </p:grpSpPr>
        <p:pic>
          <p:nvPicPr>
            <p:cNvPr id="16" name="Picture 15" descr="canyon_altar_day.webp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0000" y="1000000"/>
              <a:ext cx="1280000" cy="7200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300000" y="17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谷底祭場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altar</a:t>
              </a:r>
            </a:p>
          </p:txBody>
        </p:sp>
      </p:grpSp>
      <p:cxnSp>
        <p:nvCxnSpPr>
          <p:cNvPr id="18" name="Connector 17"/>
          <p:cNvCxnSpPr/>
          <p:nvPr/>
        </p:nvCxnSpPr>
        <p:spPr>
          <a:xfrm flipV="1">
            <a:off x="940000" y="36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40000" y="251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40000" y="1360000"/>
            <a:ext cx="0" cy="11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40000" y="251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