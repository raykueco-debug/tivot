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1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6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夏爾村　拓樸</a:t>
            </a:r>
          </a:p>
          <a:p>
            <a:r>
              <a:rPr sz="1200">
                <a:solidFill>
                  <a:srgbClr val="7A787E"/>
                </a:solidFill>
              </a:rPr>
              <a:t>13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7900000"/>
            <a:ext cx="1280000" cy="1020000"/>
            <a:chOff x="7800000" y="7900000"/>
            <a:chExt cx="1280000" cy="1020000"/>
          </a:xfrm>
        </p:grpSpPr>
        <p:pic>
          <p:nvPicPr>
            <p:cNvPr id="4" name="Picture 3" descr="shinier_plaza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剝製廣場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plaza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800000" y="4450000"/>
            <a:ext cx="1280000" cy="1020000"/>
            <a:chOff x="7800000" y="4450000"/>
            <a:chExt cx="1280000" cy="1020000"/>
          </a:xfrm>
        </p:grpSpPr>
        <p:pic>
          <p:nvPicPr>
            <p:cNvPr id="7" name="Picture 6" descr="shinier_north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0000" y="44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北側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north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10" name="Picture 9" descr="shinier_west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西側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west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13" name="Picture 12" descr="shinier_east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東側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east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800000" y="2150000"/>
            <a:ext cx="1280000" cy="1020000"/>
            <a:chOff x="7800000" y="2150000"/>
            <a:chExt cx="1280000" cy="1020000"/>
          </a:xfrm>
        </p:grpSpPr>
        <p:pic>
          <p:nvPicPr>
            <p:cNvPr id="16" name="Picture 15" descr="shinier_lakeside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00000" y="215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8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湖畔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lakeside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19" name="Picture 18" descr="shinier_chiefhouse_da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村長的家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chief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0800000" y="4450000"/>
            <a:ext cx="1280000" cy="1020000"/>
            <a:chOff x="10800000" y="4450000"/>
            <a:chExt cx="1280000" cy="1020000"/>
          </a:xfrm>
        </p:grpSpPr>
        <p:pic>
          <p:nvPicPr>
            <p:cNvPr id="22" name="Picture 21" descr="shinier_altar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00000" y="445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0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祭壇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altar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25" name="Picture 24" descr="shinier_wilds_day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野外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wild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28" name="Picture 27" descr="shinier_workshop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工坊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workshop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31" name="Picture 30" descr="shinier_huntercabin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獵人小屋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hunter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34" name="Picture 33" descr="shinier_soranahouse_day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索菈娜的家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sorahome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pic>
          <p:nvPicPr>
            <p:cNvPr id="37" name="Picture 36" descr="shinier_grocery_day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300000" y="1020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雜貨街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grocery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5300000" y="7900000"/>
            <a:ext cx="1280000" cy="1020000"/>
            <a:chOff x="15300000" y="7900000"/>
            <a:chExt cx="1280000" cy="1020000"/>
          </a:xfrm>
        </p:grpSpPr>
        <p:pic>
          <p:nvPicPr>
            <p:cNvPr id="40" name="Picture 39" descr="shinier_restaurant_day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300000" y="790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5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restaurant</a:t>
              </a:r>
            </a:p>
          </p:txBody>
        </p:sp>
      </p:grpSp>
      <p:cxnSp>
        <p:nvCxnSpPr>
          <p:cNvPr id="42" name="Connector 41"/>
          <p:cNvCxnSpPr/>
          <p:nvPr/>
        </p:nvCxnSpPr>
        <p:spPr>
          <a:xfrm flipV="1">
            <a:off x="8440000" y="4810000"/>
            <a:ext cx="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9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40000" y="251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2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