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600000" cy="1135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00" y="160000"/>
            <a:ext cx="180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東方泊地　拓樸</a:t>
            </a:r>
          </a:p>
          <a:p>
            <a:r>
              <a:rPr sz="1200">
                <a:solidFill>
                  <a:srgbClr val="7A787E"/>
                </a:solidFill>
              </a:rPr>
              <a:t>16 格・每一格是「縮圖＋地名」的群組，可以直接拖；連線是 connector，拖格子時會跟著走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800000" y="7900000"/>
            <a:ext cx="1280000" cy="1020000"/>
            <a:chOff x="7800000" y="7900000"/>
            <a:chExt cx="1280000" cy="1020000"/>
          </a:xfrm>
        </p:grpSpPr>
        <p:pic>
          <p:nvPicPr>
            <p:cNvPr id="4" name="Picture 3" descr="east_square_day.webp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00000" y="7900000"/>
              <a:ext cx="1280000" cy="72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78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港口廣場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square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800000" y="4450000"/>
            <a:ext cx="1280000" cy="1020000"/>
            <a:chOff x="7800000" y="4450000"/>
            <a:chExt cx="1280000" cy="1020000"/>
          </a:xfrm>
        </p:grpSpPr>
        <p:pic>
          <p:nvPicPr>
            <p:cNvPr id="7" name="Picture 6" descr="east_midtown_day.webp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0000" y="4450000"/>
              <a:ext cx="1280000" cy="7200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7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中心區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midtown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0800000" y="4450000"/>
            <a:ext cx="1280000" cy="1020000"/>
            <a:chOff x="10800000" y="4450000"/>
            <a:chExt cx="1280000" cy="1020000"/>
          </a:xfrm>
        </p:grpSpPr>
        <p:pic>
          <p:nvPicPr>
            <p:cNvPr id="10" name="Picture 9" descr="east_church_day.webp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00000" y="4450000"/>
              <a:ext cx="1280000" cy="720000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10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主教座堂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church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800000" y="4450000"/>
            <a:ext cx="1280000" cy="1020000"/>
            <a:chOff x="4800000" y="4450000"/>
            <a:chExt cx="1280000" cy="1020000"/>
          </a:xfrm>
        </p:grpSpPr>
        <p:pic>
          <p:nvPicPr>
            <p:cNvPr id="13" name="Picture 12" descr="east_customs_day.webp.jp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00000" y="4450000"/>
              <a:ext cx="1280000" cy="72000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4800000" y="51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海關署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cityhall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800000" y="2150000"/>
            <a:ext cx="1280000" cy="1020000"/>
            <a:chOff x="7800000" y="2150000"/>
            <a:chExt cx="1280000" cy="1020000"/>
          </a:xfrm>
        </p:grpSpPr>
        <p:pic>
          <p:nvPicPr>
            <p:cNvPr id="16" name="Picture 15" descr="east_university_day.webp.jp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00000" y="2150000"/>
              <a:ext cx="1280000" cy="7200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7800000" y="287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大學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university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300000" y="7900000"/>
            <a:ext cx="1280000" cy="1020000"/>
            <a:chOff x="3300000" y="7900000"/>
            <a:chExt cx="1280000" cy="1020000"/>
          </a:xfrm>
        </p:grpSpPr>
        <p:pic>
          <p:nvPicPr>
            <p:cNvPr id="19" name="Picture 18" descr="east_oldtown_day.webp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00000" y="7900000"/>
              <a:ext cx="1280000" cy="7200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舊城區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oldtown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00000" y="7900000"/>
            <a:ext cx="1280000" cy="1020000"/>
            <a:chOff x="300000" y="7900000"/>
            <a:chExt cx="1280000" cy="1020000"/>
          </a:xfrm>
        </p:grpSpPr>
        <p:pic>
          <p:nvPicPr>
            <p:cNvPr id="22" name="Picture 21" descr="east_firearm_day.webp.jp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0000" y="7900000"/>
              <a:ext cx="1280000" cy="720000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武器店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gunstore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300000" y="5600000"/>
            <a:ext cx="1280000" cy="1020000"/>
            <a:chOff x="3300000" y="5600000"/>
            <a:chExt cx="1280000" cy="1020000"/>
          </a:xfrm>
        </p:grpSpPr>
        <p:pic>
          <p:nvPicPr>
            <p:cNvPr id="25" name="Picture 24" descr="east_southgate_day.webp.jp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00000" y="5600000"/>
              <a:ext cx="1280000" cy="720000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3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南門驛站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dock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300000" y="10200000"/>
            <a:ext cx="1280000" cy="1020000"/>
            <a:chOff x="3300000" y="10200000"/>
            <a:chExt cx="1280000" cy="1020000"/>
          </a:xfrm>
        </p:grpSpPr>
        <p:pic>
          <p:nvPicPr>
            <p:cNvPr id="28" name="Picture 27" descr="east_guild_day.webp.jp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00000" y="10200000"/>
              <a:ext cx="1280000" cy="72000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3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賞金獵人公會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guild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12300000" y="7900000"/>
            <a:ext cx="1280000" cy="1020000"/>
            <a:chOff x="12300000" y="7900000"/>
            <a:chExt cx="1280000" cy="1020000"/>
          </a:xfrm>
        </p:grpSpPr>
        <p:pic>
          <p:nvPicPr>
            <p:cNvPr id="31" name="Picture 30" descr="east_uptown_day.webp.jp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300000" y="7900000"/>
              <a:ext cx="1280000" cy="7200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12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上城區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uptown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5300000" y="7900000"/>
            <a:ext cx="1280000" cy="1020000"/>
            <a:chOff x="15300000" y="7900000"/>
            <a:chExt cx="1280000" cy="1020000"/>
          </a:xfrm>
        </p:grpSpPr>
        <p:pic>
          <p:nvPicPr>
            <p:cNvPr id="34" name="Picture 33" descr="east_dining_day.webp.jp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5300000" y="7900000"/>
              <a:ext cx="1280000" cy="72000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153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餐飲街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tavern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5300000" y="5600000"/>
            <a:ext cx="1280000" cy="1020000"/>
            <a:chOff x="15300000" y="5600000"/>
            <a:chExt cx="1280000" cy="1020000"/>
          </a:xfrm>
        </p:grpSpPr>
        <p:pic>
          <p:nvPicPr>
            <p:cNvPr id="37" name="Picture 36" descr="east_restaurant_day.webp.jp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300000" y="5600000"/>
              <a:ext cx="1280000" cy="72000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15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餐廳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restaurant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6800000" y="7900000"/>
            <a:ext cx="1280000" cy="1020000"/>
            <a:chOff x="16800000" y="7900000"/>
            <a:chExt cx="1280000" cy="1020000"/>
          </a:xfrm>
        </p:grpSpPr>
        <p:pic>
          <p:nvPicPr>
            <p:cNvPr id="40" name="Picture 39" descr="east_cafe_day.webp.jp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800000" y="7900000"/>
              <a:ext cx="1280000" cy="720000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16800000" y="86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咖啡廳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cafe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5300000" y="10200000"/>
            <a:ext cx="1280000" cy="1020000"/>
            <a:chOff x="15300000" y="10200000"/>
            <a:chExt cx="1280000" cy="1020000"/>
          </a:xfrm>
        </p:grpSpPr>
        <p:pic>
          <p:nvPicPr>
            <p:cNvPr id="43" name="Picture 42" descr="east_dessert_day.webp.jp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300000" y="10200000"/>
              <a:ext cx="1280000" cy="720000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15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甜品店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dessert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2300000" y="10200000"/>
            <a:ext cx="1280000" cy="1020000"/>
            <a:chOff x="12300000" y="10200000"/>
            <a:chExt cx="1280000" cy="1020000"/>
          </a:xfrm>
        </p:grpSpPr>
        <p:pic>
          <p:nvPicPr>
            <p:cNvPr id="46" name="Picture 45" descr="east_grocerie_day.webp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2300000" y="10200000"/>
              <a:ext cx="1280000" cy="720000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12300000" y="109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雜貨舖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grocery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2300000" y="5600000"/>
            <a:ext cx="1280000" cy="1020000"/>
            <a:chOff x="12300000" y="5600000"/>
            <a:chExt cx="1280000" cy="1020000"/>
          </a:xfrm>
        </p:grpSpPr>
        <p:pic>
          <p:nvPicPr>
            <p:cNvPr id="49" name="Picture 48" descr="east_hotel_day.webp.jp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2300000" y="5600000"/>
              <a:ext cx="1280000" cy="720000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12300000" y="6320000"/>
              <a:ext cx="1280000" cy="3000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300" b="1"/>
                <a:t>旅店</a:t>
              </a:r>
            </a:p>
            <a:p>
              <a:pPr algn="ctr"/>
              <a:r>
                <a:rPr sz="800">
                  <a:solidFill>
                    <a:srgbClr val="9A989E"/>
                  </a:solidFill>
                </a:rPr>
                <a:t>inn</a:t>
              </a:r>
            </a:p>
          </p:txBody>
        </p:sp>
      </p:grpSp>
      <p:cxnSp>
        <p:nvCxnSpPr>
          <p:cNvPr id="51" name="Connector 50"/>
          <p:cNvCxnSpPr/>
          <p:nvPr/>
        </p:nvCxnSpPr>
        <p:spPr>
          <a:xfrm flipV="1">
            <a:off x="8440000" y="4810000"/>
            <a:ext cx="0" cy="345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3940000" y="8260000"/>
            <a:ext cx="4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440000" y="8260000"/>
            <a:ext cx="4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5440000" y="48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440000" y="481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440000" y="251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3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2940000" y="8260000"/>
            <a:ext cx="30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2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2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5940000" y="59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5940000" y="8260000"/>
            <a:ext cx="1500000" cy="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5940000" y="8260000"/>
            <a:ext cx="0" cy="2300000"/>
          </a:xfrm>
          <a:prstGeom prst="line">
            <a:avLst/>
          </a:prstGeom>
          <a:ln w="19050">
            <a:solidFill>
              <a:srgbClr val="3333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