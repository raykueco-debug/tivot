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100000" cy="1135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jpg"/><Relationship Id="rId9" Type="http://schemas.openxmlformats.org/officeDocument/2006/relationships/image" Target="../media/image8.jpg"/><Relationship Id="rId10" Type="http://schemas.openxmlformats.org/officeDocument/2006/relationships/image" Target="../media/image9.jpg"/><Relationship Id="rId11" Type="http://schemas.openxmlformats.org/officeDocument/2006/relationships/image" Target="../media/image10.jpg"/><Relationship Id="rId12" Type="http://schemas.openxmlformats.org/officeDocument/2006/relationships/image" Target="../media/image11.jpg"/><Relationship Id="rId13" Type="http://schemas.openxmlformats.org/officeDocument/2006/relationships/image" Target="../media/image12.jpg"/><Relationship Id="rId14" Type="http://schemas.openxmlformats.org/officeDocument/2006/relationships/image" Target="../media/image13.jpg"/><Relationship Id="rId15" Type="http://schemas.openxmlformats.org/officeDocument/2006/relationships/image" Target="../media/image14.jpg"/><Relationship Id="rId16" Type="http://schemas.openxmlformats.org/officeDocument/2006/relationships/image" Target="../media/image15.jpg"/><Relationship Id="rId17" Type="http://schemas.openxmlformats.org/officeDocument/2006/relationships/image" Target="../media/image16.jpg"/><Relationship Id="rId18" Type="http://schemas.openxmlformats.org/officeDocument/2006/relationships/image" Target="../media/image17.jpg"/><Relationship Id="rId19" Type="http://schemas.openxmlformats.org/officeDocument/2006/relationships/image" Target="../media/image18.jpg"/><Relationship Id="rId20" Type="http://schemas.openxmlformats.org/officeDocument/2006/relationships/image" Target="../media/image19.jpg"/><Relationship Id="rId21" Type="http://schemas.openxmlformats.org/officeDocument/2006/relationships/image" Target="../media/image20.jpg"/><Relationship Id="rId22" Type="http://schemas.openxmlformats.org/officeDocument/2006/relationships/image" Target="../media/image2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0000" y="160000"/>
            <a:ext cx="13500000" cy="4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木雅克神殿　拓樸</a:t>
            </a:r>
          </a:p>
          <a:p>
            <a:r>
              <a:rPr sz="1200">
                <a:solidFill>
                  <a:srgbClr val="7A787E"/>
                </a:solidFill>
              </a:rPr>
              <a:t>21 格・每一格是「縮圖＋地名」的群組，可以直接拖；連線是 connector，拖格子時會跟著走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7800000" y="10200000"/>
            <a:ext cx="1280000" cy="1020000"/>
            <a:chOff x="7800000" y="10200000"/>
            <a:chExt cx="1280000" cy="1020000"/>
          </a:xfrm>
        </p:grpSpPr>
        <p:pic>
          <p:nvPicPr>
            <p:cNvPr id="4" name="Picture 3" descr="ruins_shinier_antechamber_day.webp.jp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800000" y="10200000"/>
              <a:ext cx="1280000" cy="720000"/>
            </a:xfrm>
            <a:prstGeom prst="rect">
              <a:avLst/>
            </a:prstGeom>
          </p:spPr>
        </p:pic>
        <p:sp>
          <p:nvSpPr>
            <p:cNvPr id="5" name="TextBox 4"/>
            <p:cNvSpPr txBox="1"/>
            <p:nvPr/>
          </p:nvSpPr>
          <p:spPr>
            <a:xfrm>
              <a:off x="7800000" y="1092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前廳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antechamber</a:t>
              </a:r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6300000" y="10200000"/>
            <a:ext cx="1280000" cy="1020000"/>
            <a:chOff x="6300000" y="10200000"/>
            <a:chExt cx="1280000" cy="1020000"/>
          </a:xfrm>
        </p:grpSpPr>
        <p:pic>
          <p:nvPicPr>
            <p:cNvPr id="7" name="Picture 6" descr="ruins_shinier_corridora_day.webp.jp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300000" y="10200000"/>
              <a:ext cx="1280000" cy="720000"/>
            </a:xfrm>
            <a:prstGeom prst="rect">
              <a:avLst/>
            </a:prstGeom>
          </p:spPr>
        </p:pic>
        <p:sp>
          <p:nvSpPr>
            <p:cNvPr id="8" name="TextBox 7"/>
            <p:cNvSpPr txBox="1"/>
            <p:nvPr/>
          </p:nvSpPr>
          <p:spPr>
            <a:xfrm>
              <a:off x="6300000" y="1092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長廊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corridora</a:t>
              </a: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6300000" y="9050000"/>
            <a:ext cx="1280000" cy="1020000"/>
            <a:chOff x="6300000" y="9050000"/>
            <a:chExt cx="1280000" cy="1020000"/>
          </a:xfrm>
        </p:grpSpPr>
        <p:pic>
          <p:nvPicPr>
            <p:cNvPr id="10" name="Picture 9" descr="ruins_shinier_crossway_day.webp.jp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300000" y="9050000"/>
              <a:ext cx="1280000" cy="720000"/>
            </a:xfrm>
            <a:prstGeom prst="rect">
              <a:avLst/>
            </a:prstGeom>
          </p:spPr>
        </p:pic>
        <p:sp>
          <p:nvSpPr>
            <p:cNvPr id="11" name="TextBox 10"/>
            <p:cNvSpPr txBox="1"/>
            <p:nvPr/>
          </p:nvSpPr>
          <p:spPr>
            <a:xfrm>
              <a:off x="6300000" y="977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岔道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crossway</a:t>
              </a:r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6300000" y="7900000"/>
            <a:ext cx="1280000" cy="1020000"/>
            <a:chOff x="6300000" y="7900000"/>
            <a:chExt cx="1280000" cy="1020000"/>
          </a:xfrm>
        </p:grpSpPr>
        <p:pic>
          <p:nvPicPr>
            <p:cNvPr id="13" name="Picture 12" descr="ruins_shinier_well.webp.jp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300000" y="7900000"/>
              <a:ext cx="1280000" cy="720000"/>
            </a:xfrm>
            <a:prstGeom prst="rect">
              <a:avLst/>
            </a:prstGeom>
          </p:spPr>
        </p:pic>
        <p:sp>
          <p:nvSpPr>
            <p:cNvPr id="14" name="TextBox 13"/>
            <p:cNvSpPr txBox="1"/>
            <p:nvPr/>
          </p:nvSpPr>
          <p:spPr>
            <a:xfrm>
              <a:off x="6300000" y="862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圓井房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well</a:t>
              </a:r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4800000" y="9050000"/>
            <a:ext cx="1280000" cy="1020000"/>
            <a:chOff x="4800000" y="9050000"/>
            <a:chExt cx="1280000" cy="1020000"/>
          </a:xfrm>
        </p:grpSpPr>
        <p:pic>
          <p:nvPicPr>
            <p:cNvPr id="16" name="Picture 15" descr="ruins_shinier_stairup.webp.jp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800000" y="9050000"/>
              <a:ext cx="1280000" cy="720000"/>
            </a:xfrm>
            <a:prstGeom prst="rect">
              <a:avLst/>
            </a:prstGeom>
          </p:spPr>
        </p:pic>
        <p:sp>
          <p:nvSpPr>
            <p:cNvPr id="17" name="TextBox 16"/>
            <p:cNvSpPr txBox="1"/>
            <p:nvPr/>
          </p:nvSpPr>
          <p:spPr>
            <a:xfrm>
              <a:off x="4800000" y="977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上行石階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stairup</a:t>
              </a: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4800000" y="7900000"/>
            <a:ext cx="1280000" cy="1020000"/>
            <a:chOff x="4800000" y="7900000"/>
            <a:chExt cx="1280000" cy="1020000"/>
          </a:xfrm>
        </p:grpSpPr>
        <p:pic>
          <p:nvPicPr>
            <p:cNvPr id="19" name="Picture 18" descr="ruins_shinier_brazier.webp.jp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800000" y="7900000"/>
              <a:ext cx="1280000" cy="720000"/>
            </a:xfrm>
            <a:prstGeom prst="rect">
              <a:avLst/>
            </a:prstGeom>
          </p:spPr>
        </p:pic>
        <p:sp>
          <p:nvSpPr>
            <p:cNvPr id="20" name="TextBox 19"/>
            <p:cNvSpPr txBox="1"/>
            <p:nvPr/>
          </p:nvSpPr>
          <p:spPr>
            <a:xfrm>
              <a:off x="4800000" y="862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養息之間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brazier</a:t>
              </a: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3300000" y="7900000"/>
            <a:ext cx="1280000" cy="1020000"/>
            <a:chOff x="3300000" y="7900000"/>
            <a:chExt cx="1280000" cy="1020000"/>
          </a:xfrm>
        </p:grpSpPr>
        <p:pic>
          <p:nvPicPr>
            <p:cNvPr id="22" name="Picture 21" descr="ruins_shinier_collapsed_day.webp.jp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300000" y="7900000"/>
              <a:ext cx="1280000" cy="720000"/>
            </a:xfrm>
            <a:prstGeom prst="rect">
              <a:avLst/>
            </a:prstGeom>
          </p:spPr>
        </p:pic>
        <p:sp>
          <p:nvSpPr>
            <p:cNvPr id="23" name="TextBox 22"/>
            <p:cNvSpPr txBox="1"/>
            <p:nvPr/>
          </p:nvSpPr>
          <p:spPr>
            <a:xfrm>
              <a:off x="3300000" y="862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崩塌走道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collapsed</a:t>
              </a: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3300000" y="9050000"/>
            <a:ext cx="1280000" cy="1020000"/>
            <a:chOff x="3300000" y="9050000"/>
            <a:chExt cx="1280000" cy="1020000"/>
          </a:xfrm>
        </p:grpSpPr>
        <p:pic>
          <p:nvPicPr>
            <p:cNvPr id="25" name="Picture 24" descr="ruins_shinier_mural.webp.jp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300000" y="9050000"/>
              <a:ext cx="1280000" cy="720000"/>
            </a:xfrm>
            <a:prstGeom prst="rect">
              <a:avLst/>
            </a:prstGeom>
          </p:spPr>
        </p:pic>
        <p:sp>
          <p:nvSpPr>
            <p:cNvPr id="26" name="TextBox 25"/>
            <p:cNvSpPr txBox="1"/>
            <p:nvPr/>
          </p:nvSpPr>
          <p:spPr>
            <a:xfrm>
              <a:off x="3300000" y="977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壁畫廳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mural</a:t>
              </a:r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4800000" y="6750000"/>
            <a:ext cx="1280000" cy="1020000"/>
            <a:chOff x="4800000" y="6750000"/>
            <a:chExt cx="1280000" cy="1020000"/>
          </a:xfrm>
        </p:grpSpPr>
        <p:pic>
          <p:nvPicPr>
            <p:cNvPr id="28" name="Picture 27" descr="ruins_shinier_bridge.webp.jpg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4800000" y="6750000"/>
              <a:ext cx="1280000" cy="720000"/>
            </a:xfrm>
            <a:prstGeom prst="rect">
              <a:avLst/>
            </a:prstGeom>
          </p:spPr>
        </p:pic>
        <p:sp>
          <p:nvSpPr>
            <p:cNvPr id="29" name="TextBox 28"/>
            <p:cNvSpPr txBox="1"/>
            <p:nvPr/>
          </p:nvSpPr>
          <p:spPr>
            <a:xfrm>
              <a:off x="4800000" y="747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石橋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bridge</a:t>
              </a:r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4800000" y="5600000"/>
            <a:ext cx="1280000" cy="1020000"/>
            <a:chOff x="4800000" y="5600000"/>
            <a:chExt cx="1280000" cy="1020000"/>
          </a:xfrm>
        </p:grpSpPr>
        <p:pic>
          <p:nvPicPr>
            <p:cNvPr id="31" name="Picture 30" descr="ruins_shinier_deepaltar.webp.jpg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4800000" y="5600000"/>
              <a:ext cx="1280000" cy="720000"/>
            </a:xfrm>
            <a:prstGeom prst="rect">
              <a:avLst/>
            </a:prstGeom>
          </p:spPr>
        </p:pic>
        <p:sp>
          <p:nvSpPr>
            <p:cNvPr id="32" name="TextBox 31"/>
            <p:cNvSpPr txBox="1"/>
            <p:nvPr/>
          </p:nvSpPr>
          <p:spPr>
            <a:xfrm>
              <a:off x="4800000" y="632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深部祭壇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deepaltar</a:t>
              </a:r>
            </a:p>
          </p:txBody>
        </p:sp>
      </p:grpSp>
      <p:grpSp>
        <p:nvGrpSpPr>
          <p:cNvPr id="33" name="Group 32"/>
          <p:cNvGrpSpPr/>
          <p:nvPr/>
        </p:nvGrpSpPr>
        <p:grpSpPr>
          <a:xfrm>
            <a:off x="6300000" y="6750000"/>
            <a:ext cx="1280000" cy="1020000"/>
            <a:chOff x="6300000" y="6750000"/>
            <a:chExt cx="1280000" cy="1020000"/>
          </a:xfrm>
        </p:grpSpPr>
        <p:pic>
          <p:nvPicPr>
            <p:cNvPr id="34" name="Picture 33" descr="ruins_shinier_colossus.webp.jpg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6300000" y="6750000"/>
              <a:ext cx="1280000" cy="720000"/>
            </a:xfrm>
            <a:prstGeom prst="rect">
              <a:avLst/>
            </a:prstGeom>
          </p:spPr>
        </p:pic>
        <p:sp>
          <p:nvSpPr>
            <p:cNvPr id="35" name="TextBox 34"/>
            <p:cNvSpPr txBox="1"/>
            <p:nvPr/>
          </p:nvSpPr>
          <p:spPr>
            <a:xfrm>
              <a:off x="6300000" y="747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巨像廳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colossus</a:t>
              </a:r>
            </a:p>
          </p:txBody>
        </p:sp>
      </p:grpSp>
      <p:grpSp>
        <p:nvGrpSpPr>
          <p:cNvPr id="36" name="Group 35"/>
          <p:cNvGrpSpPr/>
          <p:nvPr/>
        </p:nvGrpSpPr>
        <p:grpSpPr>
          <a:xfrm>
            <a:off x="7800000" y="6750000"/>
            <a:ext cx="1280000" cy="1020000"/>
            <a:chOff x="7800000" y="6750000"/>
            <a:chExt cx="1280000" cy="1020000"/>
          </a:xfrm>
        </p:grpSpPr>
        <p:pic>
          <p:nvPicPr>
            <p:cNvPr id="37" name="Picture 36" descr="ruins_shinier_machine.webp.jpg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7800000" y="6750000"/>
              <a:ext cx="1280000" cy="720000"/>
            </a:xfrm>
            <a:prstGeom prst="rect">
              <a:avLst/>
            </a:prstGeom>
          </p:spPr>
        </p:pic>
        <p:sp>
          <p:nvSpPr>
            <p:cNvPr id="38" name="TextBox 37"/>
            <p:cNvSpPr txBox="1"/>
            <p:nvPr/>
          </p:nvSpPr>
          <p:spPr>
            <a:xfrm>
              <a:off x="7800000" y="747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古代機械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machine</a:t>
              </a:r>
            </a:p>
          </p:txBody>
        </p:sp>
      </p:grpSp>
      <p:grpSp>
        <p:nvGrpSpPr>
          <p:cNvPr id="39" name="Group 38"/>
          <p:cNvGrpSpPr/>
          <p:nvPr/>
        </p:nvGrpSpPr>
        <p:grpSpPr>
          <a:xfrm>
            <a:off x="10800000" y="10200000"/>
            <a:ext cx="1280000" cy="1020000"/>
            <a:chOff x="10800000" y="10200000"/>
            <a:chExt cx="1280000" cy="1020000"/>
          </a:xfrm>
        </p:grpSpPr>
        <p:pic>
          <p:nvPicPr>
            <p:cNvPr id="40" name="Picture 39" descr="ruins_shinier_corridorb_day.webp.jpg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10800000" y="10200000"/>
              <a:ext cx="1280000" cy="720000"/>
            </a:xfrm>
            <a:prstGeom prst="rect">
              <a:avLst/>
            </a:prstGeom>
          </p:spPr>
        </p:pic>
        <p:sp>
          <p:nvSpPr>
            <p:cNvPr id="41" name="TextBox 40"/>
            <p:cNvSpPr txBox="1"/>
            <p:nvPr/>
          </p:nvSpPr>
          <p:spPr>
            <a:xfrm>
              <a:off x="10800000" y="1092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拱門長廊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corridorb</a:t>
              </a:r>
            </a:p>
          </p:txBody>
        </p:sp>
      </p:grpSp>
      <p:grpSp>
        <p:nvGrpSpPr>
          <p:cNvPr id="42" name="Group 41"/>
          <p:cNvGrpSpPr/>
          <p:nvPr/>
        </p:nvGrpSpPr>
        <p:grpSpPr>
          <a:xfrm>
            <a:off x="10800000" y="9050000"/>
            <a:ext cx="1280000" cy="1020000"/>
            <a:chOff x="10800000" y="9050000"/>
            <a:chExt cx="1280000" cy="1020000"/>
          </a:xfrm>
        </p:grpSpPr>
        <p:pic>
          <p:nvPicPr>
            <p:cNvPr id="43" name="Picture 42" descr="ruins_shinier_stairdeep.webp.jpg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10800000" y="9050000"/>
              <a:ext cx="1280000" cy="720000"/>
            </a:xfrm>
            <a:prstGeom prst="rect">
              <a:avLst/>
            </a:prstGeom>
          </p:spPr>
        </p:pic>
        <p:sp>
          <p:nvSpPr>
            <p:cNvPr id="44" name="TextBox 43"/>
            <p:cNvSpPr txBox="1"/>
            <p:nvPr/>
          </p:nvSpPr>
          <p:spPr>
            <a:xfrm>
              <a:off x="10800000" y="977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下行深階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stairdeep</a:t>
              </a:r>
            </a:p>
          </p:txBody>
        </p:sp>
      </p:grpSp>
      <p:grpSp>
        <p:nvGrpSpPr>
          <p:cNvPr id="45" name="Group 44"/>
          <p:cNvGrpSpPr/>
          <p:nvPr/>
        </p:nvGrpSpPr>
        <p:grpSpPr>
          <a:xfrm>
            <a:off x="10800000" y="7900000"/>
            <a:ext cx="1280000" cy="1020000"/>
            <a:chOff x="10800000" y="7900000"/>
            <a:chExt cx="1280000" cy="1020000"/>
          </a:xfrm>
        </p:grpSpPr>
        <p:pic>
          <p:nvPicPr>
            <p:cNvPr id="46" name="Picture 45" descr="ruins_shinier_catacomb.webp.jpg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10800000" y="7900000"/>
              <a:ext cx="1280000" cy="720000"/>
            </a:xfrm>
            <a:prstGeom prst="rect">
              <a:avLst/>
            </a:prstGeom>
          </p:spPr>
        </p:pic>
        <p:sp>
          <p:nvSpPr>
            <p:cNvPr id="47" name="TextBox 46"/>
            <p:cNvSpPr txBox="1"/>
            <p:nvPr/>
          </p:nvSpPr>
          <p:spPr>
            <a:xfrm>
              <a:off x="10800000" y="862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墓道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catacomb</a:t>
              </a:r>
            </a:p>
          </p:txBody>
        </p:sp>
      </p:grpSp>
      <p:grpSp>
        <p:nvGrpSpPr>
          <p:cNvPr id="48" name="Group 47"/>
          <p:cNvGrpSpPr/>
          <p:nvPr/>
        </p:nvGrpSpPr>
        <p:grpSpPr>
          <a:xfrm>
            <a:off x="10800000" y="6750000"/>
            <a:ext cx="1280000" cy="1020000"/>
            <a:chOff x="10800000" y="6750000"/>
            <a:chExt cx="1280000" cy="1020000"/>
          </a:xfrm>
        </p:grpSpPr>
        <p:pic>
          <p:nvPicPr>
            <p:cNvPr id="49" name="Picture 48" descr="ruins_shinier_hollow.webp.jpg"/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10800000" y="6750000"/>
              <a:ext cx="1280000" cy="720000"/>
            </a:xfrm>
            <a:prstGeom prst="rect">
              <a:avLst/>
            </a:prstGeom>
          </p:spPr>
        </p:pic>
        <p:sp>
          <p:nvSpPr>
            <p:cNvPr id="50" name="TextBox 49"/>
            <p:cNvSpPr txBox="1"/>
            <p:nvPr/>
          </p:nvSpPr>
          <p:spPr>
            <a:xfrm>
              <a:off x="10800000" y="747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苔穴岔道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hollow</a:t>
              </a:r>
            </a:p>
          </p:txBody>
        </p:sp>
      </p:grpSp>
      <p:grpSp>
        <p:nvGrpSpPr>
          <p:cNvPr id="51" name="Group 50"/>
          <p:cNvGrpSpPr/>
          <p:nvPr/>
        </p:nvGrpSpPr>
        <p:grpSpPr>
          <a:xfrm>
            <a:off x="9300000" y="6750000"/>
            <a:ext cx="1280000" cy="1020000"/>
            <a:chOff x="9300000" y="6750000"/>
            <a:chExt cx="1280000" cy="1020000"/>
          </a:xfrm>
        </p:grpSpPr>
        <p:pic>
          <p:nvPicPr>
            <p:cNvPr id="52" name="Picture 51" descr="ruins_shinier_prison.webp.jpg"/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9300000" y="6750000"/>
              <a:ext cx="1280000" cy="720000"/>
            </a:xfrm>
            <a:prstGeom prst="rect">
              <a:avLst/>
            </a:prstGeom>
          </p:spPr>
        </p:pic>
        <p:sp>
          <p:nvSpPr>
            <p:cNvPr id="53" name="TextBox 52"/>
            <p:cNvSpPr txBox="1"/>
            <p:nvPr/>
          </p:nvSpPr>
          <p:spPr>
            <a:xfrm>
              <a:off x="9300000" y="747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石牢區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prison</a:t>
              </a:r>
            </a:p>
          </p:txBody>
        </p:sp>
      </p:grpSp>
      <p:grpSp>
        <p:nvGrpSpPr>
          <p:cNvPr id="54" name="Group 53"/>
          <p:cNvGrpSpPr/>
          <p:nvPr/>
        </p:nvGrpSpPr>
        <p:grpSpPr>
          <a:xfrm>
            <a:off x="12300000" y="6750000"/>
            <a:ext cx="1280000" cy="1020000"/>
            <a:chOff x="12300000" y="6750000"/>
            <a:chExt cx="1280000" cy="1020000"/>
          </a:xfrm>
        </p:grpSpPr>
        <p:pic>
          <p:nvPicPr>
            <p:cNvPr id="55" name="Picture 54" descr="ruins_shinier_mosschamber.webp.jpg"/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12300000" y="6750000"/>
              <a:ext cx="1280000" cy="720000"/>
            </a:xfrm>
            <a:prstGeom prst="rect">
              <a:avLst/>
            </a:prstGeom>
          </p:spPr>
        </p:pic>
        <p:sp>
          <p:nvSpPr>
            <p:cNvPr id="56" name="TextBox 55"/>
            <p:cNvSpPr txBox="1"/>
            <p:nvPr/>
          </p:nvSpPr>
          <p:spPr>
            <a:xfrm>
              <a:off x="12300000" y="747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青苔密室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mosschamber</a:t>
              </a:r>
            </a:p>
          </p:txBody>
        </p:sp>
      </p:grpSp>
      <p:grpSp>
        <p:nvGrpSpPr>
          <p:cNvPr id="57" name="Group 56"/>
          <p:cNvGrpSpPr/>
          <p:nvPr/>
        </p:nvGrpSpPr>
        <p:grpSpPr>
          <a:xfrm>
            <a:off x="10800000" y="5600000"/>
            <a:ext cx="1280000" cy="1020000"/>
            <a:chOff x="10800000" y="5600000"/>
            <a:chExt cx="1280000" cy="1020000"/>
          </a:xfrm>
        </p:grpSpPr>
        <p:pic>
          <p:nvPicPr>
            <p:cNvPr id="58" name="Picture 57" descr="ruins_shinier_deepspring.webp.jpg"/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10800000" y="5600000"/>
              <a:ext cx="1280000" cy="720000"/>
            </a:xfrm>
            <a:prstGeom prst="rect">
              <a:avLst/>
            </a:prstGeom>
          </p:spPr>
        </p:pic>
        <p:sp>
          <p:nvSpPr>
            <p:cNvPr id="59" name="TextBox 58"/>
            <p:cNvSpPr txBox="1"/>
            <p:nvPr/>
          </p:nvSpPr>
          <p:spPr>
            <a:xfrm>
              <a:off x="10800000" y="632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命之泉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deepspring</a:t>
              </a:r>
            </a:p>
          </p:txBody>
        </p:sp>
      </p:grpSp>
      <p:grpSp>
        <p:nvGrpSpPr>
          <p:cNvPr id="60" name="Group 59"/>
          <p:cNvGrpSpPr/>
          <p:nvPr/>
        </p:nvGrpSpPr>
        <p:grpSpPr>
          <a:xfrm>
            <a:off x="12300000" y="5600000"/>
            <a:ext cx="1280000" cy="1020000"/>
            <a:chOff x="12300000" y="5600000"/>
            <a:chExt cx="1280000" cy="1020000"/>
          </a:xfrm>
        </p:grpSpPr>
        <p:pic>
          <p:nvPicPr>
            <p:cNvPr id="61" name="Picture 60" descr="ruins_shinier_rift.webp.jpg"/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12300000" y="5600000"/>
              <a:ext cx="1280000" cy="720000"/>
            </a:xfrm>
            <a:prstGeom prst="rect">
              <a:avLst/>
            </a:prstGeom>
          </p:spPr>
        </p:pic>
        <p:sp>
          <p:nvSpPr>
            <p:cNvPr id="62" name="TextBox 61"/>
            <p:cNvSpPr txBox="1"/>
            <p:nvPr/>
          </p:nvSpPr>
          <p:spPr>
            <a:xfrm>
              <a:off x="12300000" y="632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地底裂隙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rift</a:t>
              </a:r>
            </a:p>
          </p:txBody>
        </p:sp>
      </p:grpSp>
      <p:grpSp>
        <p:nvGrpSpPr>
          <p:cNvPr id="63" name="Group 62"/>
          <p:cNvGrpSpPr/>
          <p:nvPr/>
        </p:nvGrpSpPr>
        <p:grpSpPr>
          <a:xfrm>
            <a:off x="12300000" y="4450000"/>
            <a:ext cx="1280000" cy="1020000"/>
            <a:chOff x="12300000" y="4450000"/>
            <a:chExt cx="1280000" cy="1020000"/>
          </a:xfrm>
        </p:grpSpPr>
        <p:pic>
          <p:nvPicPr>
            <p:cNvPr id="64" name="Picture 63" descr="ruins_shinier_darkbridge.webp.jpg"/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12300000" y="4450000"/>
              <a:ext cx="1280000" cy="720000"/>
            </a:xfrm>
            <a:prstGeom prst="rect">
              <a:avLst/>
            </a:prstGeom>
          </p:spPr>
        </p:pic>
        <p:sp>
          <p:nvSpPr>
            <p:cNvPr id="65" name="TextBox 64"/>
            <p:cNvSpPr txBox="1"/>
            <p:nvPr/>
          </p:nvSpPr>
          <p:spPr>
            <a:xfrm>
              <a:off x="12300000" y="517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黑暗斷橋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darkbridge</a:t>
              </a:r>
            </a:p>
          </p:txBody>
        </p:sp>
      </p:grpSp>
      <p:cxnSp>
        <p:nvCxnSpPr>
          <p:cNvPr id="66" name="Connector 65"/>
          <p:cNvCxnSpPr/>
          <p:nvPr/>
        </p:nvCxnSpPr>
        <p:spPr>
          <a:xfrm flipH="1">
            <a:off x="6940000" y="10560000"/>
            <a:ext cx="1500000" cy="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8440000" y="10560000"/>
            <a:ext cx="3000000" cy="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940000" y="9410000"/>
            <a:ext cx="0" cy="115000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H="1">
            <a:off x="5440000" y="9410000"/>
            <a:ext cx="1500000" cy="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940000" y="8260000"/>
            <a:ext cx="0" cy="115000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5440000" y="8260000"/>
            <a:ext cx="0" cy="115000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H="1">
            <a:off x="3940000" y="8260000"/>
            <a:ext cx="1500000" cy="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5440000" y="7110000"/>
            <a:ext cx="0" cy="115000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5440000" y="7110000"/>
            <a:ext cx="1500000" cy="115000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3940000" y="8260000"/>
            <a:ext cx="0" cy="115000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5440000" y="5960000"/>
            <a:ext cx="0" cy="115000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6940000" y="7110000"/>
            <a:ext cx="1500000" cy="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11440000" y="9410000"/>
            <a:ext cx="0" cy="115000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11440000" y="8260000"/>
            <a:ext cx="0" cy="115000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11440000" y="7110000"/>
            <a:ext cx="0" cy="115000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H="1">
            <a:off x="9940000" y="7110000"/>
            <a:ext cx="1500000" cy="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11440000" y="7110000"/>
            <a:ext cx="1500000" cy="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11440000" y="5960000"/>
            <a:ext cx="0" cy="115000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12940000" y="5960000"/>
            <a:ext cx="0" cy="115000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12940000" y="4810000"/>
            <a:ext cx="0" cy="115000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