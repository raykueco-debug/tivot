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600000" cy="90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90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平原古道　拓樸</a:t>
            </a:r>
          </a:p>
          <a:p>
            <a:r>
              <a:rPr sz="1200">
                <a:solidFill>
                  <a:srgbClr val="7A787E"/>
                </a:solidFill>
              </a:rPr>
              <a:t>11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pic>
          <p:nvPicPr>
            <p:cNvPr id="4" name="Picture 3" descr="plains_entry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00000" y="79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道口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entry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300000" y="6750000"/>
            <a:ext cx="1280000" cy="1020000"/>
            <a:chOff x="3300000" y="6750000"/>
            <a:chExt cx="1280000" cy="1020000"/>
          </a:xfrm>
        </p:grpSpPr>
        <p:pic>
          <p:nvPicPr>
            <p:cNvPr id="7" name="Picture 6" descr="plains_stone_day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0000" y="675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3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里程碑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stone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00000" y="6750000"/>
            <a:ext cx="1280000" cy="1020000"/>
            <a:chOff x="300000" y="6750000"/>
            <a:chExt cx="1280000" cy="1020000"/>
          </a:xfrm>
        </p:grpSpPr>
        <p:pic>
          <p:nvPicPr>
            <p:cNvPr id="10" name="Picture 9" descr="plains_beacon_day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000" y="675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3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烽燧臺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beacon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13" name="Picture 12" descr="plains_sea_day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草海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sea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800000" y="5600000"/>
            <a:ext cx="1280000" cy="1020000"/>
            <a:chOff x="7800000" y="5600000"/>
            <a:chExt cx="1280000" cy="1020000"/>
          </a:xfrm>
        </p:grpSpPr>
        <p:pic>
          <p:nvPicPr>
            <p:cNvPr id="16" name="Picture 15" descr="plains_well_day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00000" y="560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78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古井驛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well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300000" y="5600000"/>
            <a:ext cx="1280000" cy="1020000"/>
            <a:chOff x="6300000" y="5600000"/>
            <a:chExt cx="1280000" cy="1020000"/>
          </a:xfrm>
        </p:grpSpPr>
        <p:pic>
          <p:nvPicPr>
            <p:cNvPr id="19" name="Picture 18" descr="plains_cairn_day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00000" y="560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6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石塚群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cairn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300000" y="4450000"/>
            <a:ext cx="1280000" cy="1020000"/>
            <a:chOff x="3300000" y="4450000"/>
            <a:chExt cx="1280000" cy="1020000"/>
          </a:xfrm>
        </p:grpSpPr>
        <p:pic>
          <p:nvPicPr>
            <p:cNvPr id="22" name="Picture 21" descr="plains_scree_day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00000" y="445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3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碎石坡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scree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300000" y="4450000"/>
            <a:ext cx="1280000" cy="1020000"/>
            <a:chOff x="6300000" y="4450000"/>
            <a:chExt cx="1280000" cy="1020000"/>
          </a:xfrm>
        </p:grpSpPr>
        <p:pic>
          <p:nvPicPr>
            <p:cNvPr id="25" name="Picture 24" descr="plains_deadwood_day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00000" y="445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63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枯木林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deadwood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300000" y="3300000"/>
            <a:ext cx="1280000" cy="1020000"/>
            <a:chOff x="3300000" y="3300000"/>
            <a:chExt cx="1280000" cy="1020000"/>
          </a:xfrm>
        </p:grpSpPr>
        <p:pic>
          <p:nvPicPr>
            <p:cNvPr id="28" name="Picture 27" descr="plains_windrock_day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00000" y="330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3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風蝕岩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windrock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300000" y="2150000"/>
            <a:ext cx="1280000" cy="1020000"/>
            <a:chOff x="3300000" y="2150000"/>
            <a:chExt cx="1280000" cy="1020000"/>
          </a:xfrm>
        </p:grpSpPr>
        <p:pic>
          <p:nvPicPr>
            <p:cNvPr id="31" name="Picture 30" descr="plains_gorge_day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300000" y="215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3300000" y="28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狹窄溪谷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gorge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300000" y="1000000"/>
            <a:ext cx="1280000" cy="1020000"/>
            <a:chOff x="3300000" y="1000000"/>
            <a:chExt cx="1280000" cy="1020000"/>
          </a:xfrm>
        </p:grpSpPr>
        <p:pic>
          <p:nvPicPr>
            <p:cNvPr id="34" name="Picture 33" descr="belisar_exterior_day.webp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300000" y="1000000"/>
              <a:ext cx="1280000" cy="7200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3300000" y="17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城外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ravine</a:t>
              </a:r>
            </a:p>
          </p:txBody>
        </p:sp>
      </p:grpSp>
      <p:cxnSp>
        <p:nvCxnSpPr>
          <p:cNvPr id="36" name="Connector 35"/>
          <p:cNvCxnSpPr/>
          <p:nvPr/>
        </p:nvCxnSpPr>
        <p:spPr>
          <a:xfrm flipV="1">
            <a:off x="3940000" y="71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40000" y="59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940000" y="71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40000" y="48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0000" y="59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940000" y="48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40000" y="596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40000" y="36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40000" y="25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40000" y="13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