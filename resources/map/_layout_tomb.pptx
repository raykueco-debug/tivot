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6100000" cy="19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255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伊甸古墓　拓樸</a:t>
            </a:r>
          </a:p>
          <a:p>
            <a:r>
              <a:rPr sz="1200">
                <a:solidFill>
                  <a:srgbClr val="7A787E"/>
                </a:solidFill>
              </a:rPr>
              <a:t>48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300000" y="18250000"/>
            <a:ext cx="1280000" cy="1020000"/>
            <a:chOff x="12300000" y="18250000"/>
            <a:chExt cx="1280000" cy="1020000"/>
          </a:xfrm>
        </p:grpSpPr>
        <p:pic>
          <p:nvPicPr>
            <p:cNvPr id="4" name="Picture 3" descr="tomb_gate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00000" y="1825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300000" y="189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墓門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gate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2300000" y="17100000"/>
            <a:ext cx="1280000" cy="1020000"/>
            <a:chOff x="12300000" y="17100000"/>
            <a:chExt cx="1280000" cy="1020000"/>
          </a:xfrm>
        </p:grpSpPr>
        <p:pic>
          <p:nvPicPr>
            <p:cNvPr id="7" name="Picture 6" descr="tomb_vestibule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00000" y="1710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2300000" y="178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前庭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vestibule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5300000" y="17100000"/>
            <a:ext cx="1280000" cy="1020000"/>
            <a:chOff x="15300000" y="17100000"/>
            <a:chExt cx="1280000" cy="1020000"/>
          </a:xfrm>
        </p:grpSpPr>
        <p:pic>
          <p:nvPicPr>
            <p:cNvPr id="10" name="Picture 9" descr="tomb_lapidarium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00000" y="1710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5300000" y="178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碑廊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lapidarium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8300000" y="17100000"/>
            <a:ext cx="1280000" cy="1020000"/>
            <a:chOff x="18300000" y="17100000"/>
            <a:chExt cx="1280000" cy="1020000"/>
          </a:xfrm>
        </p:grpSpPr>
        <p:pic>
          <p:nvPicPr>
            <p:cNvPr id="13" name="Picture 12" descr="tomb_ossuarya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00000" y="1710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8300000" y="178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骨甕廊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ossuaryA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8300000" y="15950000"/>
            <a:ext cx="1280000" cy="1020000"/>
            <a:chOff x="18300000" y="15950000"/>
            <a:chExt cx="1280000" cy="1020000"/>
          </a:xfrm>
        </p:grpSpPr>
        <p:pic>
          <p:nvPicPr>
            <p:cNvPr id="16" name="Picture 15" descr="tomb_crypta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300000" y="1595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8300000" y="166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家族墓室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cryptA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2300000" y="15950000"/>
            <a:ext cx="1280000" cy="1020000"/>
            <a:chOff x="12300000" y="15950000"/>
            <a:chExt cx="1280000" cy="1020000"/>
          </a:xfrm>
        </p:grpSpPr>
        <p:pic>
          <p:nvPicPr>
            <p:cNvPr id="19" name="Picture 18" descr="tomb_nave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300000" y="1595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2300000" y="166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中殿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nave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300000" y="15950000"/>
            <a:ext cx="1280000" cy="1020000"/>
            <a:chOff x="9300000" y="15950000"/>
            <a:chExt cx="1280000" cy="1020000"/>
          </a:xfrm>
        </p:grpSpPr>
        <p:pic>
          <p:nvPicPr>
            <p:cNvPr id="22" name="Picture 21" descr="tomb_aislew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00000" y="1595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9300000" y="166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側廊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aisleW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300000" y="15950000"/>
            <a:ext cx="1280000" cy="1020000"/>
            <a:chOff x="6300000" y="15950000"/>
            <a:chExt cx="1280000" cy="1020000"/>
          </a:xfrm>
        </p:grpSpPr>
        <p:pic>
          <p:nvPicPr>
            <p:cNvPr id="25" name="Picture 24" descr="tomb_tombniche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00000" y="1595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6300000" y="166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墓龕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tombniche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300000" y="17100000"/>
            <a:ext cx="1280000" cy="1020000"/>
            <a:chOff x="6300000" y="17100000"/>
            <a:chExt cx="1280000" cy="1020000"/>
          </a:xfrm>
        </p:grpSpPr>
        <p:pic>
          <p:nvPicPr>
            <p:cNvPr id="28" name="Picture 27" descr="tomb_charnel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00000" y="1710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6300000" y="178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藏骨所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charnel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300000" y="14800000"/>
            <a:ext cx="1280000" cy="1020000"/>
            <a:chOff x="12300000" y="14800000"/>
            <a:chExt cx="1280000" cy="1020000"/>
          </a:xfrm>
        </p:grpSpPr>
        <p:pic>
          <p:nvPicPr>
            <p:cNvPr id="31" name="Picture 30" descr="tomb_crossing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300000" y="1480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2300000" y="155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十字交會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crossing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9300000" y="14800000"/>
            <a:ext cx="1280000" cy="1020000"/>
            <a:chOff x="9300000" y="14800000"/>
            <a:chExt cx="1280000" cy="1020000"/>
          </a:xfrm>
        </p:grpSpPr>
        <p:pic>
          <p:nvPicPr>
            <p:cNvPr id="34" name="Picture 33" descr="tomb_chantry.webp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300000" y="14800000"/>
              <a:ext cx="1280000" cy="7200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9300000" y="155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誦經室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chantry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300000" y="14800000"/>
            <a:ext cx="1280000" cy="1020000"/>
            <a:chOff x="6300000" y="14800000"/>
            <a:chExt cx="1280000" cy="1020000"/>
          </a:xfrm>
        </p:grpSpPr>
        <p:sp>
          <p:nvSpPr>
            <p:cNvPr id="37" name="Rectangle 36"/>
            <p:cNvSpPr/>
            <p:nvPr/>
          </p:nvSpPr>
          <p:spPr>
            <a:xfrm>
              <a:off x="6300000" y="1480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tomb_scriptorium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300000" y="155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抄經房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scriptorium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5300000" y="14800000"/>
            <a:ext cx="1280000" cy="1020000"/>
            <a:chOff x="15300000" y="14800000"/>
            <a:chExt cx="1280000" cy="1020000"/>
          </a:xfrm>
        </p:grpSpPr>
        <p:pic>
          <p:nvPicPr>
            <p:cNvPr id="40" name="Picture 39" descr="tomb_chapel.webp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300000" y="14800000"/>
              <a:ext cx="1280000" cy="72000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15300000" y="155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禮拜堂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chapel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8300000" y="14800000"/>
            <a:ext cx="1280000" cy="1020000"/>
            <a:chOff x="18300000" y="14800000"/>
            <a:chExt cx="1280000" cy="1020000"/>
          </a:xfrm>
        </p:grpSpPr>
        <p:sp>
          <p:nvSpPr>
            <p:cNvPr id="43" name="Rectangle 42"/>
            <p:cNvSpPr/>
            <p:nvPr/>
          </p:nvSpPr>
          <p:spPr>
            <a:xfrm>
              <a:off x="18300000" y="1480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tomb_confessio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8300000" y="155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告解所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confessio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5300000" y="13650000"/>
            <a:ext cx="1280000" cy="1020000"/>
            <a:chOff x="15300000" y="13650000"/>
            <a:chExt cx="1280000" cy="1020000"/>
          </a:xfrm>
        </p:grpSpPr>
        <p:pic>
          <p:nvPicPr>
            <p:cNvPr id="46" name="Picture 45" descr="tomb_ambulatory.webp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300000" y="13650000"/>
              <a:ext cx="1280000" cy="720000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15300000" y="143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繞行廊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ambulatory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5300000" y="12500000"/>
            <a:ext cx="1280000" cy="1020000"/>
            <a:chOff x="15300000" y="12500000"/>
            <a:chExt cx="1280000" cy="1020000"/>
          </a:xfrm>
        </p:grpSpPr>
        <p:sp>
          <p:nvSpPr>
            <p:cNvPr id="49" name="Rectangle 48"/>
            <p:cNvSpPr/>
            <p:nvPr/>
          </p:nvSpPr>
          <p:spPr>
            <a:xfrm>
              <a:off x="15300000" y="1250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tomb_sacristy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5300000" y="132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法衣室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sacristy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12300000" y="13650000"/>
            <a:ext cx="1280000" cy="1020000"/>
            <a:chOff x="12300000" y="13650000"/>
            <a:chExt cx="1280000" cy="1020000"/>
          </a:xfrm>
        </p:grpSpPr>
        <p:pic>
          <p:nvPicPr>
            <p:cNvPr id="52" name="Picture 51" descr="tomb_apse_day.webp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2300000" y="13650000"/>
              <a:ext cx="1280000" cy="72000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2300000" y="143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後殿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apse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2300000" y="12500000"/>
            <a:ext cx="1280000" cy="1020000"/>
            <a:chOff x="12300000" y="12500000"/>
            <a:chExt cx="1280000" cy="1020000"/>
          </a:xfrm>
        </p:grpSpPr>
        <p:pic>
          <p:nvPicPr>
            <p:cNvPr id="55" name="Picture 54" descr="tomb_reliquary.webp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2300000" y="12500000"/>
              <a:ext cx="1280000" cy="720000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12300000" y="132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聖骨匣室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reliquary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9300000" y="13650000"/>
            <a:ext cx="1280000" cy="1020000"/>
            <a:chOff x="9300000" y="13650000"/>
            <a:chExt cx="1280000" cy="1020000"/>
          </a:xfrm>
        </p:grpSpPr>
        <p:pic>
          <p:nvPicPr>
            <p:cNvPr id="58" name="Picture 57" descr="tomb_cloister.webp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300000" y="13650000"/>
              <a:ext cx="1280000" cy="720000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9300000" y="143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迴廊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cloister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9300000" y="12500000"/>
            <a:ext cx="1280000" cy="1020000"/>
            <a:chOff x="9300000" y="12500000"/>
            <a:chExt cx="1280000" cy="1020000"/>
          </a:xfrm>
        </p:grpSpPr>
        <p:sp>
          <p:nvSpPr>
            <p:cNvPr id="61" name="Rectangle 60"/>
            <p:cNvSpPr/>
            <p:nvPr/>
          </p:nvSpPr>
          <p:spPr>
            <a:xfrm>
              <a:off x="9300000" y="1250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tomb_wellyard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300000" y="132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井庭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wellyard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6300000" y="13650000"/>
            <a:ext cx="1280000" cy="1020000"/>
            <a:chOff x="6300000" y="13650000"/>
            <a:chExt cx="1280000" cy="1020000"/>
          </a:xfrm>
        </p:grpSpPr>
        <p:pic>
          <p:nvPicPr>
            <p:cNvPr id="64" name="Picture 63" descr="tomb_stair1.webp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300000" y="13650000"/>
              <a:ext cx="1280000" cy="720000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6300000" y="143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第一道階梯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stair1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300000" y="10200000"/>
            <a:ext cx="1280000" cy="1020000"/>
            <a:chOff x="6300000" y="10200000"/>
            <a:chExt cx="1280000" cy="1020000"/>
          </a:xfrm>
        </p:grpSpPr>
        <p:pic>
          <p:nvPicPr>
            <p:cNvPr id="67" name="Picture 66" descr="tomb_landing2.webp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300000" y="10200000"/>
              <a:ext cx="1280000" cy="72000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6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二層梯廳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landing2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6300000" y="9050000"/>
            <a:ext cx="1280000" cy="1020000"/>
            <a:chOff x="6300000" y="9050000"/>
            <a:chExt cx="1280000" cy="1020000"/>
          </a:xfrm>
        </p:grpSpPr>
        <p:pic>
          <p:nvPicPr>
            <p:cNvPr id="70" name="Picture 69" descr="tomb_hall2.webp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300000" y="9050000"/>
              <a:ext cx="1280000" cy="720000"/>
            </a:xfrm>
            <a:prstGeom prst="rect">
              <a:avLst/>
            </a:prstGeom>
          </p:spPr>
        </p:pic>
        <p:sp>
          <p:nvSpPr>
            <p:cNvPr id="71" name="TextBox 70"/>
            <p:cNvSpPr txBox="1"/>
            <p:nvPr/>
          </p:nvSpPr>
          <p:spPr>
            <a:xfrm>
              <a:off x="6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柱廳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hall2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300000" y="9050000"/>
            <a:ext cx="1280000" cy="1020000"/>
            <a:chOff x="3300000" y="9050000"/>
            <a:chExt cx="1280000" cy="1020000"/>
          </a:xfrm>
        </p:grpSpPr>
        <p:sp>
          <p:nvSpPr>
            <p:cNvPr id="73" name="Rectangle 72"/>
            <p:cNvSpPr/>
            <p:nvPr/>
          </p:nvSpPr>
          <p:spPr>
            <a:xfrm>
              <a:off x="3300000" y="905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tomb_colonnade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列柱廊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colonnade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sp>
          <p:nvSpPr>
            <p:cNvPr id="76" name="Rectangle 75"/>
            <p:cNvSpPr/>
            <p:nvPr/>
          </p:nvSpPr>
          <p:spPr>
            <a:xfrm>
              <a:off x="3300000" y="790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tomb_mason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石工房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mason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6300000" y="7900000"/>
            <a:ext cx="1280000" cy="1020000"/>
            <a:chOff x="6300000" y="7900000"/>
            <a:chExt cx="1280000" cy="1020000"/>
          </a:xfrm>
        </p:grpSpPr>
        <p:pic>
          <p:nvPicPr>
            <p:cNvPr id="79" name="Picture 78" descr="tomb_cistern.webp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300000" y="7900000"/>
              <a:ext cx="1280000" cy="720000"/>
            </a:xfrm>
            <a:prstGeom prst="rect">
              <a:avLst/>
            </a:prstGeom>
          </p:spPr>
        </p:pic>
        <p:sp>
          <p:nvSpPr>
            <p:cNvPr id="80" name="TextBox 79"/>
            <p:cNvSpPr txBox="1"/>
            <p:nvPr/>
          </p:nvSpPr>
          <p:spPr>
            <a:xfrm>
              <a:off x="6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蓄水池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cistern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6300000" y="6750000"/>
            <a:ext cx="1280000" cy="1020000"/>
            <a:chOff x="6300000" y="6750000"/>
            <a:chExt cx="1280000" cy="1020000"/>
          </a:xfrm>
        </p:grpSpPr>
        <p:sp>
          <p:nvSpPr>
            <p:cNvPr id="82" name="Rectangle 81"/>
            <p:cNvSpPr/>
            <p:nvPr/>
          </p:nvSpPr>
          <p:spPr>
            <a:xfrm>
              <a:off x="6300000" y="675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tomb_waterstair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3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汲水階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waterstair</a:t>
              </a: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9300000" y="9050000"/>
            <a:ext cx="1280000" cy="1020000"/>
            <a:chOff x="9300000" y="9050000"/>
            <a:chExt cx="1280000" cy="1020000"/>
          </a:xfrm>
        </p:grpSpPr>
        <p:pic>
          <p:nvPicPr>
            <p:cNvPr id="85" name="Picture 84" descr="tomb_corr2.webp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300000" y="9050000"/>
              <a:ext cx="1280000" cy="720000"/>
            </a:xfrm>
            <a:prstGeom prst="rect">
              <a:avLst/>
            </a:prstGeom>
          </p:spPr>
        </p:pic>
        <p:sp>
          <p:nvSpPr>
            <p:cNvPr id="86" name="TextBox 85"/>
            <p:cNvSpPr txBox="1"/>
            <p:nvPr/>
          </p:nvSpPr>
          <p:spPr>
            <a:xfrm>
              <a:off x="9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長廊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corr2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9300000" y="10200000"/>
            <a:ext cx="1280000" cy="1020000"/>
            <a:chOff x="9300000" y="10200000"/>
            <a:chExt cx="1280000" cy="1020000"/>
          </a:xfrm>
        </p:grpSpPr>
        <p:pic>
          <p:nvPicPr>
            <p:cNvPr id="88" name="Picture 87" descr="tomb_sump.webp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9300000" y="10200000"/>
              <a:ext cx="1280000" cy="720000"/>
            </a:xfrm>
            <a:prstGeom prst="rect">
              <a:avLst/>
            </a:prstGeom>
          </p:spPr>
        </p:pic>
        <p:sp>
          <p:nvSpPr>
            <p:cNvPr id="89" name="TextBox 88"/>
            <p:cNvSpPr txBox="1"/>
            <p:nvPr/>
          </p:nvSpPr>
          <p:spPr>
            <a:xfrm>
              <a:off x="9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積水坑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sump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2300000" y="9050000"/>
            <a:ext cx="1280000" cy="1020000"/>
            <a:chOff x="12300000" y="9050000"/>
            <a:chExt cx="1280000" cy="1020000"/>
          </a:xfrm>
        </p:grpSpPr>
        <p:pic>
          <p:nvPicPr>
            <p:cNvPr id="91" name="Picture 90" descr="tomb_rotunda.webp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300000" y="9050000"/>
              <a:ext cx="1280000" cy="720000"/>
            </a:xfrm>
            <a:prstGeom prst="rect">
              <a:avLst/>
            </a:prstGeom>
          </p:spPr>
        </p:pic>
        <p:sp>
          <p:nvSpPr>
            <p:cNvPr id="92" name="TextBox 91"/>
            <p:cNvSpPr txBox="1"/>
            <p:nvPr/>
          </p:nvSpPr>
          <p:spPr>
            <a:xfrm>
              <a:off x="12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圓廳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rotunda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12300000" y="10200000"/>
            <a:ext cx="1280000" cy="1020000"/>
            <a:chOff x="12300000" y="10200000"/>
            <a:chExt cx="1280000" cy="1020000"/>
          </a:xfrm>
        </p:grpSpPr>
        <p:sp>
          <p:nvSpPr>
            <p:cNvPr id="94" name="Rectangle 93"/>
            <p:cNvSpPr/>
            <p:nvPr/>
          </p:nvSpPr>
          <p:spPr>
            <a:xfrm>
              <a:off x="12300000" y="1020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tomb_censerroom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2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香爐室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censerroom</a:t>
              </a: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15300000" y="9050000"/>
            <a:ext cx="1280000" cy="1020000"/>
            <a:chOff x="15300000" y="9050000"/>
            <a:chExt cx="1280000" cy="1020000"/>
          </a:xfrm>
        </p:grpSpPr>
        <p:pic>
          <p:nvPicPr>
            <p:cNvPr id="97" name="Picture 96" descr="tomb_sarce.webp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5300000" y="9050000"/>
              <a:ext cx="1280000" cy="720000"/>
            </a:xfrm>
            <a:prstGeom prst="rect">
              <a:avLst/>
            </a:prstGeom>
          </p:spPr>
        </p:pic>
        <p:sp>
          <p:nvSpPr>
            <p:cNvPr id="98" name="TextBox 97"/>
            <p:cNvSpPr txBox="1"/>
            <p:nvPr/>
          </p:nvSpPr>
          <p:spPr>
            <a:xfrm>
              <a:off x="15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石棺室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sarcE</a:t>
              </a: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18300000" y="9050000"/>
            <a:ext cx="1280000" cy="1020000"/>
            <a:chOff x="18300000" y="9050000"/>
            <a:chExt cx="1280000" cy="1020000"/>
          </a:xfrm>
        </p:grpSpPr>
        <p:pic>
          <p:nvPicPr>
            <p:cNvPr id="100" name="Picture 99" descr="tomb_ossuary2.webp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8300000" y="9050000"/>
              <a:ext cx="1280000" cy="720000"/>
            </a:xfrm>
            <a:prstGeom prst="rect">
              <a:avLst/>
            </a:prstGeom>
          </p:spPr>
        </p:pic>
        <p:sp>
          <p:nvSpPr>
            <p:cNvPr id="101" name="TextBox 100"/>
            <p:cNvSpPr txBox="1"/>
            <p:nvPr/>
          </p:nvSpPr>
          <p:spPr>
            <a:xfrm>
              <a:off x="18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甕棺廊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ossuary2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18300000" y="7900000"/>
            <a:ext cx="1280000" cy="1020000"/>
            <a:chOff x="18300000" y="7900000"/>
            <a:chExt cx="1280000" cy="1020000"/>
          </a:xfrm>
        </p:grpSpPr>
        <p:pic>
          <p:nvPicPr>
            <p:cNvPr id="103" name="Picture 102" descr="tomb_kiln.webp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8300000" y="7900000"/>
              <a:ext cx="1280000" cy="720000"/>
            </a:xfrm>
            <a:prstGeom prst="rect">
              <a:avLst/>
            </a:prstGeom>
          </p:spPr>
        </p:pic>
        <p:sp>
          <p:nvSpPr>
            <p:cNvPr id="104" name="TextBox 103"/>
            <p:cNvSpPr txBox="1"/>
            <p:nvPr/>
          </p:nvSpPr>
          <p:spPr>
            <a:xfrm>
              <a:off x="18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焚化窯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kiln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12300000" y="7900000"/>
            <a:ext cx="1280000" cy="1020000"/>
            <a:chOff x="12300000" y="7900000"/>
            <a:chExt cx="1280000" cy="1020000"/>
          </a:xfrm>
        </p:grpSpPr>
        <p:pic>
          <p:nvPicPr>
            <p:cNvPr id="106" name="Picture 105" descr="tomb_nichehall.webp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2300000" y="7900000"/>
              <a:ext cx="1280000" cy="720000"/>
            </a:xfrm>
            <a:prstGeom prst="rect">
              <a:avLst/>
            </a:prstGeom>
          </p:spPr>
        </p:pic>
        <p:sp>
          <p:nvSpPr>
            <p:cNvPr id="107" name="TextBox 106"/>
            <p:cNvSpPr txBox="1"/>
            <p:nvPr/>
          </p:nvSpPr>
          <p:spPr>
            <a:xfrm>
              <a:off x="12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壁龕廊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nichehall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9300000" y="7900000"/>
            <a:ext cx="1280000" cy="1020000"/>
            <a:chOff x="9300000" y="7900000"/>
            <a:chExt cx="1280000" cy="1020000"/>
          </a:xfrm>
        </p:grpSpPr>
        <p:pic>
          <p:nvPicPr>
            <p:cNvPr id="109" name="Picture 108" descr="tomb_ossuary.webp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9300000" y="7900000"/>
              <a:ext cx="1280000" cy="720000"/>
            </a:xfrm>
            <a:prstGeom prst="rect">
              <a:avLst/>
            </a:prstGeom>
          </p:spPr>
        </p:pic>
        <p:sp>
          <p:nvSpPr>
            <p:cNvPr id="110" name="TextBox 109"/>
            <p:cNvSpPr txBox="1"/>
            <p:nvPr/>
          </p:nvSpPr>
          <p:spPr>
            <a:xfrm>
              <a:off x="9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骨室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ossuary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15300000" y="10200000"/>
            <a:ext cx="1280000" cy="1020000"/>
            <a:chOff x="15300000" y="10200000"/>
            <a:chExt cx="1280000" cy="1020000"/>
          </a:xfrm>
        </p:grpSpPr>
        <p:sp>
          <p:nvSpPr>
            <p:cNvPr id="112" name="Rectangle 111"/>
            <p:cNvSpPr/>
            <p:nvPr/>
          </p:nvSpPr>
          <p:spPr>
            <a:xfrm>
              <a:off x="15300000" y="1020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tomb_shaft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5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豎井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shaft</a:t>
              </a: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21300000" y="9050000"/>
            <a:ext cx="1280000" cy="1020000"/>
            <a:chOff x="21300000" y="9050000"/>
            <a:chExt cx="1280000" cy="1020000"/>
          </a:xfrm>
        </p:grpSpPr>
        <p:sp>
          <p:nvSpPr>
            <p:cNvPr id="115" name="Rectangle 114"/>
            <p:cNvSpPr/>
            <p:nvPr/>
          </p:nvSpPr>
          <p:spPr>
            <a:xfrm>
              <a:off x="21300000" y="905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tomb_urnvault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1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甕窖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urnvault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21300000" y="10200000"/>
            <a:ext cx="1280000" cy="1020000"/>
            <a:chOff x="21300000" y="10200000"/>
            <a:chExt cx="1280000" cy="1020000"/>
          </a:xfrm>
        </p:grpSpPr>
        <p:sp>
          <p:nvSpPr>
            <p:cNvPr id="118" name="Rectangle 117"/>
            <p:cNvSpPr/>
            <p:nvPr/>
          </p:nvSpPr>
          <p:spPr>
            <a:xfrm>
              <a:off x="21300000" y="1020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tomb_ashpit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灰坑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ashpit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24300000" y="10200000"/>
            <a:ext cx="1280000" cy="1020000"/>
            <a:chOff x="24300000" y="10200000"/>
            <a:chExt cx="1280000" cy="1020000"/>
          </a:xfrm>
        </p:grpSpPr>
        <p:sp>
          <p:nvSpPr>
            <p:cNvPr id="121" name="Rectangle 120"/>
            <p:cNvSpPr/>
            <p:nvPr/>
          </p:nvSpPr>
          <p:spPr>
            <a:xfrm>
              <a:off x="24300000" y="1020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tomb_graveldrop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4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碎石陷落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graveldrop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21300000" y="11350000"/>
            <a:ext cx="1280000" cy="1020000"/>
            <a:chOff x="21300000" y="11350000"/>
            <a:chExt cx="1280000" cy="1020000"/>
          </a:xfrm>
        </p:grpSpPr>
        <p:sp>
          <p:nvSpPr>
            <p:cNvPr id="124" name="Rectangle 123"/>
            <p:cNvSpPr/>
            <p:nvPr/>
          </p:nvSpPr>
          <p:spPr>
            <a:xfrm>
              <a:off x="21300000" y="1135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tomb_cryptwalk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21300000" y="120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墓道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cryptwalk</a:t>
              </a: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21300000" y="12500000"/>
            <a:ext cx="1280000" cy="1020000"/>
            <a:chOff x="21300000" y="12500000"/>
            <a:chExt cx="1280000" cy="1020000"/>
          </a:xfrm>
        </p:grpSpPr>
        <p:pic>
          <p:nvPicPr>
            <p:cNvPr id="127" name="Picture 126" descr="tomb_stair2.webp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21300000" y="12500000"/>
              <a:ext cx="1280000" cy="720000"/>
            </a:xfrm>
            <a:prstGeom prst="rect">
              <a:avLst/>
            </a:prstGeom>
          </p:spPr>
        </p:pic>
        <p:sp>
          <p:nvSpPr>
            <p:cNvPr id="128" name="TextBox 127"/>
            <p:cNvSpPr txBox="1"/>
            <p:nvPr/>
          </p:nvSpPr>
          <p:spPr>
            <a:xfrm>
              <a:off x="21300000" y="132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第二道階梯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stair2</a:t>
              </a:r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21300000" y="13650000"/>
            <a:ext cx="1280000" cy="1020000"/>
            <a:chOff x="21300000" y="13650000"/>
            <a:chExt cx="1280000" cy="1020000"/>
          </a:xfrm>
        </p:grpSpPr>
        <p:pic>
          <p:nvPicPr>
            <p:cNvPr id="130" name="Picture 129" descr="tomb_landing3.webp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21300000" y="13650000"/>
              <a:ext cx="1280000" cy="720000"/>
            </a:xfrm>
            <a:prstGeom prst="rect">
              <a:avLst/>
            </a:prstGeom>
          </p:spPr>
        </p:pic>
        <p:sp>
          <p:nvSpPr>
            <p:cNvPr id="131" name="TextBox 130"/>
            <p:cNvSpPr txBox="1"/>
            <p:nvPr/>
          </p:nvSpPr>
          <p:spPr>
            <a:xfrm>
              <a:off x="21300000" y="143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三層梯廳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landing3</a:t>
              </a: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21300000" y="14800000"/>
            <a:ext cx="1280000" cy="1020000"/>
            <a:chOff x="21300000" y="14800000"/>
            <a:chExt cx="1280000" cy="1020000"/>
          </a:xfrm>
        </p:grpSpPr>
        <p:pic>
          <p:nvPicPr>
            <p:cNvPr id="133" name="Picture 132" descr="tomb_gallery3.webp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21300000" y="14800000"/>
              <a:ext cx="1280000" cy="720000"/>
            </a:xfrm>
            <a:prstGeom prst="rect">
              <a:avLst/>
            </a:prstGeom>
          </p:spPr>
        </p:pic>
        <p:sp>
          <p:nvSpPr>
            <p:cNvPr id="134" name="TextBox 133"/>
            <p:cNvSpPr txBox="1"/>
            <p:nvPr/>
          </p:nvSpPr>
          <p:spPr>
            <a:xfrm>
              <a:off x="21300000" y="155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玄室前廊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gallery3</a:t>
              </a: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24300000" y="14800000"/>
            <a:ext cx="1280000" cy="1020000"/>
            <a:chOff x="24300000" y="14800000"/>
            <a:chExt cx="1280000" cy="1020000"/>
          </a:xfrm>
        </p:grpSpPr>
        <p:pic>
          <p:nvPicPr>
            <p:cNvPr id="136" name="Picture 135" descr="tomb_vaultw.webp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24300000" y="14800000"/>
              <a:ext cx="1280000" cy="720000"/>
            </a:xfrm>
            <a:prstGeom prst="rect">
              <a:avLst/>
            </a:prstGeom>
          </p:spPr>
        </p:pic>
        <p:sp>
          <p:nvSpPr>
            <p:cNvPr id="137" name="TextBox 136"/>
            <p:cNvSpPr txBox="1"/>
            <p:nvPr/>
          </p:nvSpPr>
          <p:spPr>
            <a:xfrm>
              <a:off x="24300000" y="155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側墓穴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vaultW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24300000" y="15950000"/>
            <a:ext cx="1280000" cy="1020000"/>
            <a:chOff x="24300000" y="15950000"/>
            <a:chExt cx="1280000" cy="1020000"/>
          </a:xfrm>
        </p:grpSpPr>
        <p:pic>
          <p:nvPicPr>
            <p:cNvPr id="139" name="Picture 138" descr="tomb_bonepit.webp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4300000" y="15950000"/>
              <a:ext cx="1280000" cy="720000"/>
            </a:xfrm>
            <a:prstGeom prst="rect">
              <a:avLst/>
            </a:prstGeom>
          </p:spPr>
        </p:pic>
        <p:sp>
          <p:nvSpPr>
            <p:cNvPr id="140" name="TextBox 139"/>
            <p:cNvSpPr txBox="1"/>
            <p:nvPr/>
          </p:nvSpPr>
          <p:spPr>
            <a:xfrm>
              <a:off x="24300000" y="166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骨坑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bonepit</a:t>
              </a: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24300000" y="17100000"/>
            <a:ext cx="1280000" cy="1020000"/>
            <a:chOff x="24300000" y="17100000"/>
            <a:chExt cx="1280000" cy="1020000"/>
          </a:xfrm>
        </p:grpSpPr>
        <p:pic>
          <p:nvPicPr>
            <p:cNvPr id="142" name="Picture 141" descr="tomb_bonepit.webp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4300000" y="17100000"/>
              <a:ext cx="1280000" cy="720000"/>
            </a:xfrm>
            <a:prstGeom prst="rect">
              <a:avLst/>
            </a:prstGeom>
          </p:spPr>
        </p:pic>
        <p:sp>
          <p:nvSpPr>
            <p:cNvPr id="143" name="TextBox 142"/>
            <p:cNvSpPr txBox="1"/>
            <p:nvPr/>
          </p:nvSpPr>
          <p:spPr>
            <a:xfrm>
              <a:off x="24300000" y="178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底層祭壇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lowaltar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21300000" y="15950000"/>
            <a:ext cx="1280000" cy="1020000"/>
            <a:chOff x="21300000" y="15950000"/>
            <a:chExt cx="1280000" cy="1020000"/>
          </a:xfrm>
        </p:grpSpPr>
        <p:pic>
          <p:nvPicPr>
            <p:cNvPr id="145" name="Picture 144" descr="tomb_crypt.webp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1300000" y="15950000"/>
              <a:ext cx="1280000" cy="720000"/>
            </a:xfrm>
            <a:prstGeom prst="rect">
              <a:avLst/>
            </a:prstGeom>
          </p:spPr>
        </p:pic>
        <p:sp>
          <p:nvSpPr>
            <p:cNvPr id="146" name="TextBox 145"/>
            <p:cNvSpPr txBox="1"/>
            <p:nvPr/>
          </p:nvSpPr>
          <p:spPr>
            <a:xfrm>
              <a:off x="21300000" y="166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石棺主室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crypt</a:t>
              </a:r>
            </a:p>
          </p:txBody>
        </p:sp>
      </p:grpSp>
      <p:cxnSp>
        <p:nvCxnSpPr>
          <p:cNvPr id="147" name="Connector 146"/>
          <p:cNvCxnSpPr/>
          <p:nvPr/>
        </p:nvCxnSpPr>
        <p:spPr>
          <a:xfrm flipV="1">
            <a:off x="12940000" y="174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2940000" y="163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2940000" y="174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5940000" y="174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8940000" y="163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2940000" y="151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9940000" y="163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6940000" y="163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940000" y="163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2940000" y="151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9940000" y="151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6940000" y="151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5940000" y="140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5940000" y="151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12940000" y="140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5940000" y="128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2940000" y="128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>
            <a:off x="9940000" y="140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>
            <a:off x="6940000" y="140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9940000" y="128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940000" y="10560000"/>
            <a:ext cx="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940000" y="94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940000" y="82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940000" y="94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3940000" y="94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940000" y="82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940000" y="71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9940000" y="94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9940000" y="94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2940000" y="82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2940000" y="94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2940000" y="94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5940000" y="94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5940000" y="94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8940000" y="82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8940000" y="94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9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21940000" y="94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21940000" y="105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21940000" y="105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21940000" y="117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21940000" y="128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21940000" y="140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1940000" y="151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21940000" y="151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24940000" y="151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24940000" y="163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