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29100000" cy="194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jpg"/><Relationship Id="rId4" Type="http://schemas.openxmlformats.org/officeDocument/2006/relationships/image" Target="../media/image3.jpg"/><Relationship Id="rId5" Type="http://schemas.openxmlformats.org/officeDocument/2006/relationships/image" Target="../media/image4.jpg"/><Relationship Id="rId6" Type="http://schemas.openxmlformats.org/officeDocument/2006/relationships/image" Target="../media/image5.jpg"/><Relationship Id="rId7" Type="http://schemas.openxmlformats.org/officeDocument/2006/relationships/image" Target="../media/image6.jpg"/><Relationship Id="rId8" Type="http://schemas.openxmlformats.org/officeDocument/2006/relationships/image" Target="../media/image7.jpg"/><Relationship Id="rId9" Type="http://schemas.openxmlformats.org/officeDocument/2006/relationships/image" Target="../media/image8.jpg"/><Relationship Id="rId10" Type="http://schemas.openxmlformats.org/officeDocument/2006/relationships/image" Target="../media/image9.jpg"/><Relationship Id="rId11" Type="http://schemas.openxmlformats.org/officeDocument/2006/relationships/image" Target="../media/image10.jpg"/><Relationship Id="rId12" Type="http://schemas.openxmlformats.org/officeDocument/2006/relationships/image" Target="../media/image11.jpg"/><Relationship Id="rId13" Type="http://schemas.openxmlformats.org/officeDocument/2006/relationships/image" Target="../media/image12.jpg"/><Relationship Id="rId14" Type="http://schemas.openxmlformats.org/officeDocument/2006/relationships/image" Target="../media/image13.jpg"/><Relationship Id="rId15" Type="http://schemas.openxmlformats.org/officeDocument/2006/relationships/image" Target="../media/image14.jpg"/><Relationship Id="rId16" Type="http://schemas.openxmlformats.org/officeDocument/2006/relationships/image" Target="../media/image15.jpg"/><Relationship Id="rId17" Type="http://schemas.openxmlformats.org/officeDocument/2006/relationships/image" Target="../media/image16.jpg"/><Relationship Id="rId18" Type="http://schemas.openxmlformats.org/officeDocument/2006/relationships/image" Target="../media/image17.jpg"/><Relationship Id="rId19" Type="http://schemas.openxmlformats.org/officeDocument/2006/relationships/image" Target="../media/image18.jpg"/><Relationship Id="rId20" Type="http://schemas.openxmlformats.org/officeDocument/2006/relationships/image" Target="../media/image19.jpg"/><Relationship Id="rId21" Type="http://schemas.openxmlformats.org/officeDocument/2006/relationships/image" Target="../media/image20.jpg"/><Relationship Id="rId22" Type="http://schemas.openxmlformats.org/officeDocument/2006/relationships/image" Target="../media/image21.jpg"/><Relationship Id="rId23" Type="http://schemas.openxmlformats.org/officeDocument/2006/relationships/image" Target="../media/image22.jpg"/><Relationship Id="rId24" Type="http://schemas.openxmlformats.org/officeDocument/2006/relationships/image" Target="../media/image23.jpg"/><Relationship Id="rId25" Type="http://schemas.openxmlformats.org/officeDocument/2006/relationships/image" Target="../media/image24.jpg"/><Relationship Id="rId26" Type="http://schemas.openxmlformats.org/officeDocument/2006/relationships/image" Target="../media/image25.jpg"/><Relationship Id="rId27" Type="http://schemas.openxmlformats.org/officeDocument/2006/relationships/image" Target="../media/image26.jpg"/><Relationship Id="rId28" Type="http://schemas.openxmlformats.org/officeDocument/2006/relationships/image" Target="../media/image27.jpg"/><Relationship Id="rId29" Type="http://schemas.openxmlformats.org/officeDocument/2006/relationships/image" Target="../media/image28.jpg"/><Relationship Id="rId30" Type="http://schemas.openxmlformats.org/officeDocument/2006/relationships/image" Target="../media/image29.jpg"/><Relationship Id="rId31" Type="http://schemas.openxmlformats.org/officeDocument/2006/relationships/image" Target="../media/image30.jpg"/><Relationship Id="rId32" Type="http://schemas.openxmlformats.org/officeDocument/2006/relationships/image" Target="../media/image31.jpg"/><Relationship Id="rId33" Type="http://schemas.openxmlformats.org/officeDocument/2006/relationships/image" Target="../media/image32.jpg"/><Relationship Id="rId34" Type="http://schemas.openxmlformats.org/officeDocument/2006/relationships/image" Target="../media/image33.jpg"/><Relationship Id="rId35" Type="http://schemas.openxmlformats.org/officeDocument/2006/relationships/image" Target="../media/image34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00000" y="160000"/>
            <a:ext cx="28500000" cy="42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伊甸古墓　拓樸</a:t>
            </a:r>
          </a:p>
          <a:p>
            <a:r>
              <a:rPr sz="1200">
                <a:solidFill>
                  <a:srgbClr val="7A787E"/>
                </a:solidFill>
              </a:rPr>
              <a:t>57 格・每一格是「縮圖＋地名」的群組，可以直接拖；連線是 connector，拖格子時會跟著走</a:t>
            </a:r>
          </a:p>
        </p:txBody>
      </p:sp>
      <p:grpSp>
        <p:nvGrpSpPr>
          <p:cNvPr id="3" name="Group 2"/>
          <p:cNvGrpSpPr/>
          <p:nvPr/>
        </p:nvGrpSpPr>
        <p:grpSpPr>
          <a:xfrm>
            <a:off x="12300000" y="18250000"/>
            <a:ext cx="1280000" cy="1020000"/>
            <a:chOff x="12300000" y="18250000"/>
            <a:chExt cx="1280000" cy="1020000"/>
          </a:xfrm>
        </p:grpSpPr>
        <p:pic>
          <p:nvPicPr>
            <p:cNvPr id="4" name="Picture 3" descr="tomb_gate_day.webp.jpg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2300000" y="18250000"/>
              <a:ext cx="1280000" cy="720000"/>
            </a:xfrm>
            <a:prstGeom prst="rect">
              <a:avLst/>
            </a:prstGeom>
          </p:spPr>
        </p:pic>
        <p:sp>
          <p:nvSpPr>
            <p:cNvPr id="5" name="TextBox 4"/>
            <p:cNvSpPr txBox="1"/>
            <p:nvPr/>
          </p:nvSpPr>
          <p:spPr>
            <a:xfrm>
              <a:off x="12300000" y="18970000"/>
              <a:ext cx="1280000" cy="300000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ctr"/>
              <a:r>
                <a:rPr sz="1300" b="1"/>
                <a:t>墓門</a:t>
              </a:r>
            </a:p>
            <a:p>
              <a:pPr algn="ctr"/>
              <a:r>
                <a:rPr sz="800">
                  <a:solidFill>
                    <a:srgbClr val="9A989E"/>
                  </a:solidFill>
                </a:rPr>
                <a:t>gate</a:t>
              </a:r>
            </a:p>
          </p:txBody>
        </p:sp>
      </p:grpSp>
      <p:grpSp>
        <p:nvGrpSpPr>
          <p:cNvPr id="6" name="Group 5"/>
          <p:cNvGrpSpPr/>
          <p:nvPr/>
        </p:nvGrpSpPr>
        <p:grpSpPr>
          <a:xfrm>
            <a:off x="12300000" y="17100000"/>
            <a:ext cx="1280000" cy="1020000"/>
            <a:chOff x="12300000" y="17100000"/>
            <a:chExt cx="1280000" cy="1020000"/>
          </a:xfrm>
        </p:grpSpPr>
        <p:pic>
          <p:nvPicPr>
            <p:cNvPr id="7" name="Picture 6" descr="tomb_vestibule.webp.jpg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2300000" y="17100000"/>
              <a:ext cx="1280000" cy="720000"/>
            </a:xfrm>
            <a:prstGeom prst="rect">
              <a:avLst/>
            </a:prstGeom>
          </p:spPr>
        </p:pic>
        <p:sp>
          <p:nvSpPr>
            <p:cNvPr id="8" name="TextBox 7"/>
            <p:cNvSpPr txBox="1"/>
            <p:nvPr/>
          </p:nvSpPr>
          <p:spPr>
            <a:xfrm>
              <a:off x="12300000" y="17820000"/>
              <a:ext cx="1280000" cy="300000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ctr"/>
              <a:r>
                <a:rPr sz="1300" b="1"/>
                <a:t>前庭</a:t>
              </a:r>
            </a:p>
            <a:p>
              <a:pPr algn="ctr"/>
              <a:r>
                <a:rPr sz="800">
                  <a:solidFill>
                    <a:srgbClr val="9A989E"/>
                  </a:solidFill>
                </a:rPr>
                <a:t>vestibule</a:t>
              </a:r>
            </a:p>
          </p:txBody>
        </p:sp>
      </p:grpSp>
      <p:grpSp>
        <p:nvGrpSpPr>
          <p:cNvPr id="9" name="Group 8"/>
          <p:cNvGrpSpPr/>
          <p:nvPr/>
        </p:nvGrpSpPr>
        <p:grpSpPr>
          <a:xfrm>
            <a:off x="15300000" y="17100000"/>
            <a:ext cx="1280000" cy="1020000"/>
            <a:chOff x="15300000" y="17100000"/>
            <a:chExt cx="1280000" cy="1020000"/>
          </a:xfrm>
        </p:grpSpPr>
        <p:pic>
          <p:nvPicPr>
            <p:cNvPr id="10" name="Picture 9" descr="tomb_lapidarium.webp.jpg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5300000" y="17100000"/>
              <a:ext cx="1280000" cy="720000"/>
            </a:xfrm>
            <a:prstGeom prst="rect">
              <a:avLst/>
            </a:prstGeom>
          </p:spPr>
        </p:pic>
        <p:sp>
          <p:nvSpPr>
            <p:cNvPr id="11" name="TextBox 10"/>
            <p:cNvSpPr txBox="1"/>
            <p:nvPr/>
          </p:nvSpPr>
          <p:spPr>
            <a:xfrm>
              <a:off x="15300000" y="17820000"/>
              <a:ext cx="1280000" cy="300000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ctr"/>
              <a:r>
                <a:rPr sz="1300" b="1"/>
                <a:t>碑廊</a:t>
              </a:r>
            </a:p>
            <a:p>
              <a:pPr algn="ctr"/>
              <a:r>
                <a:rPr sz="800">
                  <a:solidFill>
                    <a:srgbClr val="9A989E"/>
                  </a:solidFill>
                </a:rPr>
                <a:t>lapidarium</a:t>
              </a:r>
            </a:p>
          </p:txBody>
        </p:sp>
      </p:grpSp>
      <p:grpSp>
        <p:nvGrpSpPr>
          <p:cNvPr id="12" name="Group 11"/>
          <p:cNvGrpSpPr/>
          <p:nvPr/>
        </p:nvGrpSpPr>
        <p:grpSpPr>
          <a:xfrm>
            <a:off x="18300000" y="17100000"/>
            <a:ext cx="1280000" cy="1020000"/>
            <a:chOff x="18300000" y="17100000"/>
            <a:chExt cx="1280000" cy="1020000"/>
          </a:xfrm>
        </p:grpSpPr>
        <p:pic>
          <p:nvPicPr>
            <p:cNvPr id="13" name="Picture 12" descr="tomb_ossuarya.webp.jpg"/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18300000" y="17100000"/>
              <a:ext cx="1280000" cy="720000"/>
            </a:xfrm>
            <a:prstGeom prst="rect">
              <a:avLst/>
            </a:prstGeom>
          </p:spPr>
        </p:pic>
        <p:sp>
          <p:nvSpPr>
            <p:cNvPr id="14" name="TextBox 13"/>
            <p:cNvSpPr txBox="1"/>
            <p:nvPr/>
          </p:nvSpPr>
          <p:spPr>
            <a:xfrm>
              <a:off x="18300000" y="17820000"/>
              <a:ext cx="1280000" cy="300000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ctr"/>
              <a:r>
                <a:rPr sz="1300" b="1"/>
                <a:t>骨甕廊</a:t>
              </a:r>
            </a:p>
            <a:p>
              <a:pPr algn="ctr"/>
              <a:r>
                <a:rPr sz="800">
                  <a:solidFill>
                    <a:srgbClr val="9A989E"/>
                  </a:solidFill>
                </a:rPr>
                <a:t>ossuaryA</a:t>
              </a:r>
            </a:p>
          </p:txBody>
        </p:sp>
      </p:grpSp>
      <p:grpSp>
        <p:nvGrpSpPr>
          <p:cNvPr id="15" name="Group 14"/>
          <p:cNvGrpSpPr/>
          <p:nvPr/>
        </p:nvGrpSpPr>
        <p:grpSpPr>
          <a:xfrm>
            <a:off x="18300000" y="15950000"/>
            <a:ext cx="1280000" cy="1020000"/>
            <a:chOff x="18300000" y="15950000"/>
            <a:chExt cx="1280000" cy="1020000"/>
          </a:xfrm>
        </p:grpSpPr>
        <p:pic>
          <p:nvPicPr>
            <p:cNvPr id="16" name="Picture 15" descr="tomb_crypta.webp.jpg"/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18300000" y="15950000"/>
              <a:ext cx="1280000" cy="720000"/>
            </a:xfrm>
            <a:prstGeom prst="rect">
              <a:avLst/>
            </a:prstGeom>
          </p:spPr>
        </p:pic>
        <p:sp>
          <p:nvSpPr>
            <p:cNvPr id="17" name="TextBox 16"/>
            <p:cNvSpPr txBox="1"/>
            <p:nvPr/>
          </p:nvSpPr>
          <p:spPr>
            <a:xfrm>
              <a:off x="18300000" y="16670000"/>
              <a:ext cx="1280000" cy="300000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ctr"/>
              <a:r>
                <a:rPr sz="1300" b="1"/>
                <a:t>家族墓室</a:t>
              </a:r>
            </a:p>
            <a:p>
              <a:pPr algn="ctr"/>
              <a:r>
                <a:rPr sz="800">
                  <a:solidFill>
                    <a:srgbClr val="9A989E"/>
                  </a:solidFill>
                </a:rPr>
                <a:t>cryptA</a:t>
              </a:r>
            </a:p>
          </p:txBody>
        </p:sp>
      </p:grpSp>
      <p:grpSp>
        <p:nvGrpSpPr>
          <p:cNvPr id="18" name="Group 17"/>
          <p:cNvGrpSpPr/>
          <p:nvPr/>
        </p:nvGrpSpPr>
        <p:grpSpPr>
          <a:xfrm>
            <a:off x="12300000" y="15950000"/>
            <a:ext cx="1280000" cy="1020000"/>
            <a:chOff x="12300000" y="15950000"/>
            <a:chExt cx="1280000" cy="1020000"/>
          </a:xfrm>
        </p:grpSpPr>
        <p:pic>
          <p:nvPicPr>
            <p:cNvPr id="19" name="Picture 18" descr="tomb_nave.webp.jpg"/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12300000" y="15950000"/>
              <a:ext cx="1280000" cy="720000"/>
            </a:xfrm>
            <a:prstGeom prst="rect">
              <a:avLst/>
            </a:prstGeom>
          </p:spPr>
        </p:pic>
        <p:sp>
          <p:nvSpPr>
            <p:cNvPr id="20" name="TextBox 19"/>
            <p:cNvSpPr txBox="1"/>
            <p:nvPr/>
          </p:nvSpPr>
          <p:spPr>
            <a:xfrm>
              <a:off x="12300000" y="16670000"/>
              <a:ext cx="1280000" cy="300000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ctr"/>
              <a:r>
                <a:rPr sz="1300" b="1"/>
                <a:t>中殿</a:t>
              </a:r>
            </a:p>
            <a:p>
              <a:pPr algn="ctr"/>
              <a:r>
                <a:rPr sz="800">
                  <a:solidFill>
                    <a:srgbClr val="9A989E"/>
                  </a:solidFill>
                </a:rPr>
                <a:t>nave</a:t>
              </a:r>
            </a:p>
          </p:txBody>
        </p:sp>
      </p:grpSp>
      <p:grpSp>
        <p:nvGrpSpPr>
          <p:cNvPr id="21" name="Group 20"/>
          <p:cNvGrpSpPr/>
          <p:nvPr/>
        </p:nvGrpSpPr>
        <p:grpSpPr>
          <a:xfrm>
            <a:off x="9300000" y="15950000"/>
            <a:ext cx="1280000" cy="1020000"/>
            <a:chOff x="9300000" y="15950000"/>
            <a:chExt cx="1280000" cy="1020000"/>
          </a:xfrm>
        </p:grpSpPr>
        <p:pic>
          <p:nvPicPr>
            <p:cNvPr id="22" name="Picture 21" descr="tomb_aislew.webp.jpg"/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9300000" y="15950000"/>
              <a:ext cx="1280000" cy="720000"/>
            </a:xfrm>
            <a:prstGeom prst="rect">
              <a:avLst/>
            </a:prstGeom>
          </p:spPr>
        </p:pic>
        <p:sp>
          <p:nvSpPr>
            <p:cNvPr id="23" name="TextBox 22"/>
            <p:cNvSpPr txBox="1"/>
            <p:nvPr/>
          </p:nvSpPr>
          <p:spPr>
            <a:xfrm>
              <a:off x="9300000" y="16670000"/>
              <a:ext cx="1280000" cy="300000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ctr"/>
              <a:r>
                <a:rPr sz="1300" b="1"/>
                <a:t>側廊</a:t>
              </a:r>
            </a:p>
            <a:p>
              <a:pPr algn="ctr"/>
              <a:r>
                <a:rPr sz="800">
                  <a:solidFill>
                    <a:srgbClr val="9A989E"/>
                  </a:solidFill>
                </a:rPr>
                <a:t>aisleW</a:t>
              </a:r>
            </a:p>
          </p:txBody>
        </p:sp>
      </p:grpSp>
      <p:grpSp>
        <p:nvGrpSpPr>
          <p:cNvPr id="24" name="Group 23"/>
          <p:cNvGrpSpPr/>
          <p:nvPr/>
        </p:nvGrpSpPr>
        <p:grpSpPr>
          <a:xfrm>
            <a:off x="6300000" y="15950000"/>
            <a:ext cx="1280000" cy="1020000"/>
            <a:chOff x="6300000" y="15950000"/>
            <a:chExt cx="1280000" cy="1020000"/>
          </a:xfrm>
        </p:grpSpPr>
        <p:pic>
          <p:nvPicPr>
            <p:cNvPr id="25" name="Picture 24" descr="tomb_tombniche.webp.jpg"/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6300000" y="15950000"/>
              <a:ext cx="1280000" cy="720000"/>
            </a:xfrm>
            <a:prstGeom prst="rect">
              <a:avLst/>
            </a:prstGeom>
          </p:spPr>
        </p:pic>
        <p:sp>
          <p:nvSpPr>
            <p:cNvPr id="26" name="TextBox 25"/>
            <p:cNvSpPr txBox="1"/>
            <p:nvPr/>
          </p:nvSpPr>
          <p:spPr>
            <a:xfrm>
              <a:off x="6300000" y="16670000"/>
              <a:ext cx="1280000" cy="300000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ctr"/>
              <a:r>
                <a:rPr sz="1300" b="1"/>
                <a:t>墓龕</a:t>
              </a:r>
            </a:p>
            <a:p>
              <a:pPr algn="ctr"/>
              <a:r>
                <a:rPr sz="800">
                  <a:solidFill>
                    <a:srgbClr val="9A989E"/>
                  </a:solidFill>
                </a:rPr>
                <a:t>tombniche</a:t>
              </a:r>
            </a:p>
          </p:txBody>
        </p:sp>
      </p:grpSp>
      <p:grpSp>
        <p:nvGrpSpPr>
          <p:cNvPr id="27" name="Group 26"/>
          <p:cNvGrpSpPr/>
          <p:nvPr/>
        </p:nvGrpSpPr>
        <p:grpSpPr>
          <a:xfrm>
            <a:off x="6300000" y="17100000"/>
            <a:ext cx="1280000" cy="1020000"/>
            <a:chOff x="6300000" y="17100000"/>
            <a:chExt cx="1280000" cy="1020000"/>
          </a:xfrm>
        </p:grpSpPr>
        <p:pic>
          <p:nvPicPr>
            <p:cNvPr id="28" name="Picture 27" descr="tomb_charnel.webp.jpg"/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6300000" y="17100000"/>
              <a:ext cx="1280000" cy="720000"/>
            </a:xfrm>
            <a:prstGeom prst="rect">
              <a:avLst/>
            </a:prstGeom>
          </p:spPr>
        </p:pic>
        <p:sp>
          <p:nvSpPr>
            <p:cNvPr id="29" name="TextBox 28"/>
            <p:cNvSpPr txBox="1"/>
            <p:nvPr/>
          </p:nvSpPr>
          <p:spPr>
            <a:xfrm>
              <a:off x="6300000" y="17820000"/>
              <a:ext cx="1280000" cy="300000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ctr"/>
              <a:r>
                <a:rPr sz="1300" b="1"/>
                <a:t>藏骨所</a:t>
              </a:r>
            </a:p>
            <a:p>
              <a:pPr algn="ctr"/>
              <a:r>
                <a:rPr sz="800">
                  <a:solidFill>
                    <a:srgbClr val="9A989E"/>
                  </a:solidFill>
                </a:rPr>
                <a:t>charnel</a:t>
              </a:r>
            </a:p>
          </p:txBody>
        </p:sp>
      </p:grpSp>
      <p:grpSp>
        <p:nvGrpSpPr>
          <p:cNvPr id="30" name="Group 29"/>
          <p:cNvGrpSpPr/>
          <p:nvPr/>
        </p:nvGrpSpPr>
        <p:grpSpPr>
          <a:xfrm>
            <a:off x="12300000" y="14800000"/>
            <a:ext cx="1280000" cy="1020000"/>
            <a:chOff x="12300000" y="14800000"/>
            <a:chExt cx="1280000" cy="1020000"/>
          </a:xfrm>
        </p:grpSpPr>
        <p:pic>
          <p:nvPicPr>
            <p:cNvPr id="31" name="Picture 30" descr="tomb_crossing.webp.jpg"/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12300000" y="14800000"/>
              <a:ext cx="1280000" cy="720000"/>
            </a:xfrm>
            <a:prstGeom prst="rect">
              <a:avLst/>
            </a:prstGeom>
          </p:spPr>
        </p:pic>
        <p:sp>
          <p:nvSpPr>
            <p:cNvPr id="32" name="TextBox 31"/>
            <p:cNvSpPr txBox="1"/>
            <p:nvPr/>
          </p:nvSpPr>
          <p:spPr>
            <a:xfrm>
              <a:off x="12300000" y="15520000"/>
              <a:ext cx="1280000" cy="300000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ctr"/>
              <a:r>
                <a:rPr sz="1300" b="1"/>
                <a:t>十字交會</a:t>
              </a:r>
            </a:p>
            <a:p>
              <a:pPr algn="ctr"/>
              <a:r>
                <a:rPr sz="800">
                  <a:solidFill>
                    <a:srgbClr val="9A989E"/>
                  </a:solidFill>
                </a:rPr>
                <a:t>crossing</a:t>
              </a:r>
            </a:p>
          </p:txBody>
        </p:sp>
      </p:grpSp>
      <p:grpSp>
        <p:nvGrpSpPr>
          <p:cNvPr id="33" name="Group 32"/>
          <p:cNvGrpSpPr/>
          <p:nvPr/>
        </p:nvGrpSpPr>
        <p:grpSpPr>
          <a:xfrm>
            <a:off x="9300000" y="14800000"/>
            <a:ext cx="1280000" cy="1020000"/>
            <a:chOff x="9300000" y="14800000"/>
            <a:chExt cx="1280000" cy="1020000"/>
          </a:xfrm>
        </p:grpSpPr>
        <p:pic>
          <p:nvPicPr>
            <p:cNvPr id="34" name="Picture 33" descr="tomb_chantry.webp.jpg"/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9300000" y="14800000"/>
              <a:ext cx="1280000" cy="720000"/>
            </a:xfrm>
            <a:prstGeom prst="rect">
              <a:avLst/>
            </a:prstGeom>
          </p:spPr>
        </p:pic>
        <p:sp>
          <p:nvSpPr>
            <p:cNvPr id="35" name="TextBox 34"/>
            <p:cNvSpPr txBox="1"/>
            <p:nvPr/>
          </p:nvSpPr>
          <p:spPr>
            <a:xfrm>
              <a:off x="9300000" y="15520000"/>
              <a:ext cx="1280000" cy="300000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ctr"/>
              <a:r>
                <a:rPr sz="1300" b="1"/>
                <a:t>誦經室</a:t>
              </a:r>
            </a:p>
            <a:p>
              <a:pPr algn="ctr"/>
              <a:r>
                <a:rPr sz="800">
                  <a:solidFill>
                    <a:srgbClr val="9A989E"/>
                  </a:solidFill>
                </a:rPr>
                <a:t>chantry</a:t>
              </a:r>
            </a:p>
          </p:txBody>
        </p:sp>
      </p:grpSp>
      <p:grpSp>
        <p:nvGrpSpPr>
          <p:cNvPr id="36" name="Group 35"/>
          <p:cNvGrpSpPr/>
          <p:nvPr/>
        </p:nvGrpSpPr>
        <p:grpSpPr>
          <a:xfrm>
            <a:off x="6300000" y="14800000"/>
            <a:ext cx="1280000" cy="1020000"/>
            <a:chOff x="6300000" y="14800000"/>
            <a:chExt cx="1280000" cy="1020000"/>
          </a:xfrm>
        </p:grpSpPr>
        <p:sp>
          <p:nvSpPr>
            <p:cNvPr id="37" name="Rectangle 36"/>
            <p:cNvSpPr/>
            <p:nvPr/>
          </p:nvSpPr>
          <p:spPr>
            <a:xfrm>
              <a:off x="6300000" y="14800000"/>
              <a:ext cx="1280000" cy="720000"/>
            </a:xfrm>
            <a:prstGeom prst="rect">
              <a:avLst/>
            </a:prstGeom>
            <a:solidFill>
              <a:srgbClr val="3FB950"/>
            </a:solidFill>
            <a:ln>
              <a:solidFill>
                <a:srgbClr val="2B8A3A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sz="900" b="1">
                  <a:solidFill>
                    <a:srgbClr val="FFFFFF"/>
                  </a:solidFill>
                </a:rPr>
                <a:t>要補圖</a:t>
              </a:r>
            </a:p>
            <a:p>
              <a:r>
                <a:rPr sz="900" b="1">
                  <a:solidFill>
                    <a:srgbClr val="FFFFFF"/>
                  </a:solidFill>
                </a:rPr>
                <a:t>tomb_scriptorium</a:t>
              </a:r>
            </a:p>
          </p:txBody>
        </p:sp>
        <p:sp>
          <p:nvSpPr>
            <p:cNvPr id="38" name="TextBox 37"/>
            <p:cNvSpPr txBox="1"/>
            <p:nvPr/>
          </p:nvSpPr>
          <p:spPr>
            <a:xfrm>
              <a:off x="6300000" y="15520000"/>
              <a:ext cx="1280000" cy="300000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ctr"/>
              <a:r>
                <a:rPr sz="1300" b="1"/>
                <a:t>抄經房</a:t>
              </a:r>
            </a:p>
            <a:p>
              <a:pPr algn="ctr"/>
              <a:r>
                <a:rPr sz="800">
                  <a:solidFill>
                    <a:srgbClr val="9A989E"/>
                  </a:solidFill>
                </a:rPr>
                <a:t>scriptorium</a:t>
              </a:r>
            </a:p>
          </p:txBody>
        </p:sp>
      </p:grpSp>
      <p:grpSp>
        <p:nvGrpSpPr>
          <p:cNvPr id="39" name="Group 38"/>
          <p:cNvGrpSpPr/>
          <p:nvPr/>
        </p:nvGrpSpPr>
        <p:grpSpPr>
          <a:xfrm>
            <a:off x="15300000" y="14800000"/>
            <a:ext cx="1280000" cy="1020000"/>
            <a:chOff x="15300000" y="14800000"/>
            <a:chExt cx="1280000" cy="1020000"/>
          </a:xfrm>
        </p:grpSpPr>
        <p:pic>
          <p:nvPicPr>
            <p:cNvPr id="40" name="Picture 39" descr="tomb_chapel.webp.jpg"/>
            <p:cNvPicPr>
              <a:picLocks noChangeAspect="1"/>
            </p:cNvPicPr>
            <p:nvPr/>
          </p:nvPicPr>
          <p:blipFill>
            <a:blip r:embed="rId13"/>
            <a:stretch>
              <a:fillRect/>
            </a:stretch>
          </p:blipFill>
          <p:spPr>
            <a:xfrm>
              <a:off x="15300000" y="14800000"/>
              <a:ext cx="1280000" cy="720000"/>
            </a:xfrm>
            <a:prstGeom prst="rect">
              <a:avLst/>
            </a:prstGeom>
          </p:spPr>
        </p:pic>
        <p:sp>
          <p:nvSpPr>
            <p:cNvPr id="41" name="TextBox 40"/>
            <p:cNvSpPr txBox="1"/>
            <p:nvPr/>
          </p:nvSpPr>
          <p:spPr>
            <a:xfrm>
              <a:off x="15300000" y="15520000"/>
              <a:ext cx="1280000" cy="300000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ctr"/>
              <a:r>
                <a:rPr sz="1300" b="1"/>
                <a:t>禮拜堂</a:t>
              </a:r>
            </a:p>
            <a:p>
              <a:pPr algn="ctr"/>
              <a:r>
                <a:rPr sz="800">
                  <a:solidFill>
                    <a:srgbClr val="9A989E"/>
                  </a:solidFill>
                </a:rPr>
                <a:t>chapel</a:t>
              </a:r>
            </a:p>
          </p:txBody>
        </p:sp>
      </p:grpSp>
      <p:grpSp>
        <p:nvGrpSpPr>
          <p:cNvPr id="42" name="Group 41"/>
          <p:cNvGrpSpPr/>
          <p:nvPr/>
        </p:nvGrpSpPr>
        <p:grpSpPr>
          <a:xfrm>
            <a:off x="18300000" y="14800000"/>
            <a:ext cx="1280000" cy="1020000"/>
            <a:chOff x="18300000" y="14800000"/>
            <a:chExt cx="1280000" cy="1020000"/>
          </a:xfrm>
        </p:grpSpPr>
        <p:sp>
          <p:nvSpPr>
            <p:cNvPr id="43" name="Rectangle 42"/>
            <p:cNvSpPr/>
            <p:nvPr/>
          </p:nvSpPr>
          <p:spPr>
            <a:xfrm>
              <a:off x="18300000" y="14800000"/>
              <a:ext cx="1280000" cy="720000"/>
            </a:xfrm>
            <a:prstGeom prst="rect">
              <a:avLst/>
            </a:prstGeom>
            <a:solidFill>
              <a:srgbClr val="3FB950"/>
            </a:solidFill>
            <a:ln>
              <a:solidFill>
                <a:srgbClr val="2B8A3A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sz="900" b="1">
                  <a:solidFill>
                    <a:srgbClr val="FFFFFF"/>
                  </a:solidFill>
                </a:rPr>
                <a:t>要補圖</a:t>
              </a:r>
            </a:p>
            <a:p>
              <a:r>
                <a:rPr sz="900" b="1">
                  <a:solidFill>
                    <a:srgbClr val="FFFFFF"/>
                  </a:solidFill>
                </a:rPr>
                <a:t>tomb_confessio</a:t>
              </a:r>
            </a:p>
          </p:txBody>
        </p:sp>
        <p:sp>
          <p:nvSpPr>
            <p:cNvPr id="44" name="TextBox 43"/>
            <p:cNvSpPr txBox="1"/>
            <p:nvPr/>
          </p:nvSpPr>
          <p:spPr>
            <a:xfrm>
              <a:off x="18300000" y="15520000"/>
              <a:ext cx="1280000" cy="300000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ctr"/>
              <a:r>
                <a:rPr sz="1300" b="1"/>
                <a:t>告解所</a:t>
              </a:r>
            </a:p>
            <a:p>
              <a:pPr algn="ctr"/>
              <a:r>
                <a:rPr sz="800">
                  <a:solidFill>
                    <a:srgbClr val="9A989E"/>
                  </a:solidFill>
                </a:rPr>
                <a:t>confessio</a:t>
              </a:r>
            </a:p>
          </p:txBody>
        </p:sp>
      </p:grpSp>
      <p:grpSp>
        <p:nvGrpSpPr>
          <p:cNvPr id="45" name="Group 44"/>
          <p:cNvGrpSpPr/>
          <p:nvPr/>
        </p:nvGrpSpPr>
        <p:grpSpPr>
          <a:xfrm>
            <a:off x="15300000" y="13650000"/>
            <a:ext cx="1280000" cy="1020000"/>
            <a:chOff x="15300000" y="13650000"/>
            <a:chExt cx="1280000" cy="1020000"/>
          </a:xfrm>
        </p:grpSpPr>
        <p:pic>
          <p:nvPicPr>
            <p:cNvPr id="46" name="Picture 45" descr="tomb_ambulatory.webp.jpg"/>
            <p:cNvPicPr>
              <a:picLocks noChangeAspect="1"/>
            </p:cNvPicPr>
            <p:nvPr/>
          </p:nvPicPr>
          <p:blipFill>
            <a:blip r:embed="rId14"/>
            <a:stretch>
              <a:fillRect/>
            </a:stretch>
          </p:blipFill>
          <p:spPr>
            <a:xfrm>
              <a:off x="15300000" y="13650000"/>
              <a:ext cx="1280000" cy="720000"/>
            </a:xfrm>
            <a:prstGeom prst="rect">
              <a:avLst/>
            </a:prstGeom>
          </p:spPr>
        </p:pic>
        <p:sp>
          <p:nvSpPr>
            <p:cNvPr id="47" name="TextBox 46"/>
            <p:cNvSpPr txBox="1"/>
            <p:nvPr/>
          </p:nvSpPr>
          <p:spPr>
            <a:xfrm>
              <a:off x="15300000" y="14370000"/>
              <a:ext cx="1280000" cy="300000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ctr"/>
              <a:r>
                <a:rPr sz="1300" b="1"/>
                <a:t>繞行廊</a:t>
              </a:r>
            </a:p>
            <a:p>
              <a:pPr algn="ctr"/>
              <a:r>
                <a:rPr sz="800">
                  <a:solidFill>
                    <a:srgbClr val="9A989E"/>
                  </a:solidFill>
                </a:rPr>
                <a:t>ambulatory</a:t>
              </a:r>
            </a:p>
          </p:txBody>
        </p:sp>
      </p:grpSp>
      <p:grpSp>
        <p:nvGrpSpPr>
          <p:cNvPr id="48" name="Group 47"/>
          <p:cNvGrpSpPr/>
          <p:nvPr/>
        </p:nvGrpSpPr>
        <p:grpSpPr>
          <a:xfrm>
            <a:off x="15300000" y="12500000"/>
            <a:ext cx="1280000" cy="1020000"/>
            <a:chOff x="15300000" y="12500000"/>
            <a:chExt cx="1280000" cy="1020000"/>
          </a:xfrm>
        </p:grpSpPr>
        <p:sp>
          <p:nvSpPr>
            <p:cNvPr id="49" name="Rectangle 48"/>
            <p:cNvSpPr/>
            <p:nvPr/>
          </p:nvSpPr>
          <p:spPr>
            <a:xfrm>
              <a:off x="15300000" y="12500000"/>
              <a:ext cx="1280000" cy="720000"/>
            </a:xfrm>
            <a:prstGeom prst="rect">
              <a:avLst/>
            </a:prstGeom>
            <a:solidFill>
              <a:srgbClr val="3FB950"/>
            </a:solidFill>
            <a:ln>
              <a:solidFill>
                <a:srgbClr val="2B8A3A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sz="900" b="1">
                  <a:solidFill>
                    <a:srgbClr val="FFFFFF"/>
                  </a:solidFill>
                </a:rPr>
                <a:t>要補圖</a:t>
              </a:r>
            </a:p>
            <a:p>
              <a:r>
                <a:rPr sz="900" b="1">
                  <a:solidFill>
                    <a:srgbClr val="FFFFFF"/>
                  </a:solidFill>
                </a:rPr>
                <a:t>tomb_sacristy</a:t>
              </a:r>
            </a:p>
          </p:txBody>
        </p:sp>
        <p:sp>
          <p:nvSpPr>
            <p:cNvPr id="50" name="TextBox 49"/>
            <p:cNvSpPr txBox="1"/>
            <p:nvPr/>
          </p:nvSpPr>
          <p:spPr>
            <a:xfrm>
              <a:off x="15300000" y="13220000"/>
              <a:ext cx="1280000" cy="300000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ctr"/>
              <a:r>
                <a:rPr sz="1300" b="1"/>
                <a:t>法衣室</a:t>
              </a:r>
            </a:p>
            <a:p>
              <a:pPr algn="ctr"/>
              <a:r>
                <a:rPr sz="800">
                  <a:solidFill>
                    <a:srgbClr val="9A989E"/>
                  </a:solidFill>
                </a:rPr>
                <a:t>sacristy</a:t>
              </a:r>
            </a:p>
          </p:txBody>
        </p:sp>
      </p:grpSp>
      <p:grpSp>
        <p:nvGrpSpPr>
          <p:cNvPr id="51" name="Group 50"/>
          <p:cNvGrpSpPr/>
          <p:nvPr/>
        </p:nvGrpSpPr>
        <p:grpSpPr>
          <a:xfrm>
            <a:off x="12300000" y="13650000"/>
            <a:ext cx="1280000" cy="1020000"/>
            <a:chOff x="12300000" y="13650000"/>
            <a:chExt cx="1280000" cy="1020000"/>
          </a:xfrm>
        </p:grpSpPr>
        <p:pic>
          <p:nvPicPr>
            <p:cNvPr id="52" name="Picture 51" descr="tomb_apse_day.webp.jpg"/>
            <p:cNvPicPr>
              <a:picLocks noChangeAspect="1"/>
            </p:cNvPicPr>
            <p:nvPr/>
          </p:nvPicPr>
          <p:blipFill>
            <a:blip r:embed="rId15"/>
            <a:stretch>
              <a:fillRect/>
            </a:stretch>
          </p:blipFill>
          <p:spPr>
            <a:xfrm>
              <a:off x="12300000" y="13650000"/>
              <a:ext cx="1280000" cy="720000"/>
            </a:xfrm>
            <a:prstGeom prst="rect">
              <a:avLst/>
            </a:prstGeom>
          </p:spPr>
        </p:pic>
        <p:sp>
          <p:nvSpPr>
            <p:cNvPr id="53" name="TextBox 52"/>
            <p:cNvSpPr txBox="1"/>
            <p:nvPr/>
          </p:nvSpPr>
          <p:spPr>
            <a:xfrm>
              <a:off x="12300000" y="14370000"/>
              <a:ext cx="1280000" cy="300000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ctr"/>
              <a:r>
                <a:rPr sz="1300" b="1"/>
                <a:t>後殿</a:t>
              </a:r>
            </a:p>
            <a:p>
              <a:pPr algn="ctr"/>
              <a:r>
                <a:rPr sz="800">
                  <a:solidFill>
                    <a:srgbClr val="9A989E"/>
                  </a:solidFill>
                </a:rPr>
                <a:t>apse</a:t>
              </a:r>
            </a:p>
          </p:txBody>
        </p:sp>
      </p:grpSp>
      <p:grpSp>
        <p:nvGrpSpPr>
          <p:cNvPr id="54" name="Group 53"/>
          <p:cNvGrpSpPr/>
          <p:nvPr/>
        </p:nvGrpSpPr>
        <p:grpSpPr>
          <a:xfrm>
            <a:off x="12300000" y="12500000"/>
            <a:ext cx="1280000" cy="1020000"/>
            <a:chOff x="12300000" y="12500000"/>
            <a:chExt cx="1280000" cy="1020000"/>
          </a:xfrm>
        </p:grpSpPr>
        <p:pic>
          <p:nvPicPr>
            <p:cNvPr id="55" name="Picture 54" descr="tomb_reliquary.webp.jpg"/>
            <p:cNvPicPr>
              <a:picLocks noChangeAspect="1"/>
            </p:cNvPicPr>
            <p:nvPr/>
          </p:nvPicPr>
          <p:blipFill>
            <a:blip r:embed="rId16"/>
            <a:stretch>
              <a:fillRect/>
            </a:stretch>
          </p:blipFill>
          <p:spPr>
            <a:xfrm>
              <a:off x="12300000" y="12500000"/>
              <a:ext cx="1280000" cy="720000"/>
            </a:xfrm>
            <a:prstGeom prst="rect">
              <a:avLst/>
            </a:prstGeom>
          </p:spPr>
        </p:pic>
        <p:sp>
          <p:nvSpPr>
            <p:cNvPr id="56" name="TextBox 55"/>
            <p:cNvSpPr txBox="1"/>
            <p:nvPr/>
          </p:nvSpPr>
          <p:spPr>
            <a:xfrm>
              <a:off x="12300000" y="13220000"/>
              <a:ext cx="1280000" cy="300000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ctr"/>
              <a:r>
                <a:rPr sz="1300" b="1"/>
                <a:t>聖骨匣室</a:t>
              </a:r>
            </a:p>
            <a:p>
              <a:pPr algn="ctr"/>
              <a:r>
                <a:rPr sz="800">
                  <a:solidFill>
                    <a:srgbClr val="9A989E"/>
                  </a:solidFill>
                </a:rPr>
                <a:t>reliquary</a:t>
              </a:r>
            </a:p>
          </p:txBody>
        </p:sp>
      </p:grpSp>
      <p:grpSp>
        <p:nvGrpSpPr>
          <p:cNvPr id="57" name="Group 56"/>
          <p:cNvGrpSpPr/>
          <p:nvPr/>
        </p:nvGrpSpPr>
        <p:grpSpPr>
          <a:xfrm>
            <a:off x="9300000" y="13650000"/>
            <a:ext cx="1280000" cy="1020000"/>
            <a:chOff x="9300000" y="13650000"/>
            <a:chExt cx="1280000" cy="1020000"/>
          </a:xfrm>
        </p:grpSpPr>
        <p:pic>
          <p:nvPicPr>
            <p:cNvPr id="58" name="Picture 57" descr="tomb_cloister.webp.jpg"/>
            <p:cNvPicPr>
              <a:picLocks noChangeAspect="1"/>
            </p:cNvPicPr>
            <p:nvPr/>
          </p:nvPicPr>
          <p:blipFill>
            <a:blip r:embed="rId17"/>
            <a:stretch>
              <a:fillRect/>
            </a:stretch>
          </p:blipFill>
          <p:spPr>
            <a:xfrm>
              <a:off x="9300000" y="13650000"/>
              <a:ext cx="1280000" cy="720000"/>
            </a:xfrm>
            <a:prstGeom prst="rect">
              <a:avLst/>
            </a:prstGeom>
          </p:spPr>
        </p:pic>
        <p:sp>
          <p:nvSpPr>
            <p:cNvPr id="59" name="TextBox 58"/>
            <p:cNvSpPr txBox="1"/>
            <p:nvPr/>
          </p:nvSpPr>
          <p:spPr>
            <a:xfrm>
              <a:off x="9300000" y="14370000"/>
              <a:ext cx="1280000" cy="300000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ctr"/>
              <a:r>
                <a:rPr sz="1300" b="1"/>
                <a:t>迴廊</a:t>
              </a:r>
            </a:p>
            <a:p>
              <a:pPr algn="ctr"/>
              <a:r>
                <a:rPr sz="800">
                  <a:solidFill>
                    <a:srgbClr val="9A989E"/>
                  </a:solidFill>
                </a:rPr>
                <a:t>cloister</a:t>
              </a:r>
            </a:p>
          </p:txBody>
        </p:sp>
      </p:grpSp>
      <p:grpSp>
        <p:nvGrpSpPr>
          <p:cNvPr id="60" name="Group 59"/>
          <p:cNvGrpSpPr/>
          <p:nvPr/>
        </p:nvGrpSpPr>
        <p:grpSpPr>
          <a:xfrm>
            <a:off x="9300000" y="12500000"/>
            <a:ext cx="1280000" cy="1020000"/>
            <a:chOff x="9300000" y="12500000"/>
            <a:chExt cx="1280000" cy="1020000"/>
          </a:xfrm>
        </p:grpSpPr>
        <p:sp>
          <p:nvSpPr>
            <p:cNvPr id="61" name="Rectangle 60"/>
            <p:cNvSpPr/>
            <p:nvPr/>
          </p:nvSpPr>
          <p:spPr>
            <a:xfrm>
              <a:off x="9300000" y="12500000"/>
              <a:ext cx="1280000" cy="720000"/>
            </a:xfrm>
            <a:prstGeom prst="rect">
              <a:avLst/>
            </a:prstGeom>
            <a:solidFill>
              <a:srgbClr val="3FB950"/>
            </a:solidFill>
            <a:ln>
              <a:solidFill>
                <a:srgbClr val="2B8A3A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sz="900" b="1">
                  <a:solidFill>
                    <a:srgbClr val="FFFFFF"/>
                  </a:solidFill>
                </a:rPr>
                <a:t>要補圖</a:t>
              </a:r>
            </a:p>
            <a:p>
              <a:r>
                <a:rPr sz="900" b="1">
                  <a:solidFill>
                    <a:srgbClr val="FFFFFF"/>
                  </a:solidFill>
                </a:rPr>
                <a:t>tomb_wellyard</a:t>
              </a:r>
            </a:p>
          </p:txBody>
        </p:sp>
        <p:sp>
          <p:nvSpPr>
            <p:cNvPr id="62" name="TextBox 61"/>
            <p:cNvSpPr txBox="1"/>
            <p:nvPr/>
          </p:nvSpPr>
          <p:spPr>
            <a:xfrm>
              <a:off x="9300000" y="13220000"/>
              <a:ext cx="1280000" cy="300000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ctr"/>
              <a:r>
                <a:rPr sz="1300" b="1"/>
                <a:t>井庭</a:t>
              </a:r>
            </a:p>
            <a:p>
              <a:pPr algn="ctr"/>
              <a:r>
                <a:rPr sz="800">
                  <a:solidFill>
                    <a:srgbClr val="9A989E"/>
                  </a:solidFill>
                </a:rPr>
                <a:t>wellyard</a:t>
              </a:r>
            </a:p>
          </p:txBody>
        </p:sp>
      </p:grpSp>
      <p:grpSp>
        <p:nvGrpSpPr>
          <p:cNvPr id="63" name="Group 62"/>
          <p:cNvGrpSpPr/>
          <p:nvPr/>
        </p:nvGrpSpPr>
        <p:grpSpPr>
          <a:xfrm>
            <a:off x="6300000" y="13650000"/>
            <a:ext cx="1280000" cy="1020000"/>
            <a:chOff x="6300000" y="13650000"/>
            <a:chExt cx="1280000" cy="1020000"/>
          </a:xfrm>
        </p:grpSpPr>
        <p:pic>
          <p:nvPicPr>
            <p:cNvPr id="64" name="Picture 63" descr="tomb_stair1.webp.jpg"/>
            <p:cNvPicPr>
              <a:picLocks noChangeAspect="1"/>
            </p:cNvPicPr>
            <p:nvPr/>
          </p:nvPicPr>
          <p:blipFill>
            <a:blip r:embed="rId18"/>
            <a:stretch>
              <a:fillRect/>
            </a:stretch>
          </p:blipFill>
          <p:spPr>
            <a:xfrm>
              <a:off x="6300000" y="13650000"/>
              <a:ext cx="1280000" cy="720000"/>
            </a:xfrm>
            <a:prstGeom prst="rect">
              <a:avLst/>
            </a:prstGeom>
          </p:spPr>
        </p:pic>
        <p:sp>
          <p:nvSpPr>
            <p:cNvPr id="65" name="TextBox 64"/>
            <p:cNvSpPr txBox="1"/>
            <p:nvPr/>
          </p:nvSpPr>
          <p:spPr>
            <a:xfrm>
              <a:off x="6300000" y="14370000"/>
              <a:ext cx="1280000" cy="300000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ctr"/>
              <a:r>
                <a:rPr sz="1300" b="1"/>
                <a:t>第一道階梯</a:t>
              </a:r>
            </a:p>
            <a:p>
              <a:pPr algn="ctr"/>
              <a:r>
                <a:rPr sz="800">
                  <a:solidFill>
                    <a:srgbClr val="9A989E"/>
                  </a:solidFill>
                </a:rPr>
                <a:t>stair1</a:t>
              </a:r>
            </a:p>
          </p:txBody>
        </p:sp>
      </p:grpSp>
      <p:grpSp>
        <p:nvGrpSpPr>
          <p:cNvPr id="66" name="Group 65"/>
          <p:cNvGrpSpPr/>
          <p:nvPr/>
        </p:nvGrpSpPr>
        <p:grpSpPr>
          <a:xfrm>
            <a:off x="6300000" y="10200000"/>
            <a:ext cx="1280000" cy="1020000"/>
            <a:chOff x="6300000" y="10200000"/>
            <a:chExt cx="1280000" cy="1020000"/>
          </a:xfrm>
        </p:grpSpPr>
        <p:pic>
          <p:nvPicPr>
            <p:cNvPr id="67" name="Picture 66" descr="tomb_landing2.webp.jpg"/>
            <p:cNvPicPr>
              <a:picLocks noChangeAspect="1"/>
            </p:cNvPicPr>
            <p:nvPr/>
          </p:nvPicPr>
          <p:blipFill>
            <a:blip r:embed="rId19"/>
            <a:stretch>
              <a:fillRect/>
            </a:stretch>
          </p:blipFill>
          <p:spPr>
            <a:xfrm>
              <a:off x="6300000" y="10200000"/>
              <a:ext cx="1280000" cy="720000"/>
            </a:xfrm>
            <a:prstGeom prst="rect">
              <a:avLst/>
            </a:prstGeom>
          </p:spPr>
        </p:pic>
        <p:sp>
          <p:nvSpPr>
            <p:cNvPr id="68" name="TextBox 67"/>
            <p:cNvSpPr txBox="1"/>
            <p:nvPr/>
          </p:nvSpPr>
          <p:spPr>
            <a:xfrm>
              <a:off x="6300000" y="10920000"/>
              <a:ext cx="1280000" cy="300000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ctr"/>
              <a:r>
                <a:rPr sz="1300" b="1"/>
                <a:t>二層梯廳</a:t>
              </a:r>
            </a:p>
            <a:p>
              <a:pPr algn="ctr"/>
              <a:r>
                <a:rPr sz="800">
                  <a:solidFill>
                    <a:srgbClr val="9A989E"/>
                  </a:solidFill>
                </a:rPr>
                <a:t>landing2</a:t>
              </a:r>
            </a:p>
          </p:txBody>
        </p:sp>
      </p:grpSp>
      <p:grpSp>
        <p:nvGrpSpPr>
          <p:cNvPr id="69" name="Group 68"/>
          <p:cNvGrpSpPr/>
          <p:nvPr/>
        </p:nvGrpSpPr>
        <p:grpSpPr>
          <a:xfrm>
            <a:off x="6300000" y="9050000"/>
            <a:ext cx="1280000" cy="1020000"/>
            <a:chOff x="6300000" y="9050000"/>
            <a:chExt cx="1280000" cy="1020000"/>
          </a:xfrm>
        </p:grpSpPr>
        <p:pic>
          <p:nvPicPr>
            <p:cNvPr id="70" name="Picture 69" descr="tomb_hall2.webp.jpg"/>
            <p:cNvPicPr>
              <a:picLocks noChangeAspect="1"/>
            </p:cNvPicPr>
            <p:nvPr/>
          </p:nvPicPr>
          <p:blipFill>
            <a:blip r:embed="rId20"/>
            <a:stretch>
              <a:fillRect/>
            </a:stretch>
          </p:blipFill>
          <p:spPr>
            <a:xfrm>
              <a:off x="6300000" y="9050000"/>
              <a:ext cx="1280000" cy="720000"/>
            </a:xfrm>
            <a:prstGeom prst="rect">
              <a:avLst/>
            </a:prstGeom>
          </p:spPr>
        </p:pic>
        <p:sp>
          <p:nvSpPr>
            <p:cNvPr id="71" name="TextBox 70"/>
            <p:cNvSpPr txBox="1"/>
            <p:nvPr/>
          </p:nvSpPr>
          <p:spPr>
            <a:xfrm>
              <a:off x="6300000" y="9770000"/>
              <a:ext cx="1280000" cy="300000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ctr"/>
              <a:r>
                <a:rPr sz="1300" b="1"/>
                <a:t>柱廳</a:t>
              </a:r>
            </a:p>
            <a:p>
              <a:pPr algn="ctr"/>
              <a:r>
                <a:rPr sz="800">
                  <a:solidFill>
                    <a:srgbClr val="9A989E"/>
                  </a:solidFill>
                </a:rPr>
                <a:t>hall2</a:t>
              </a:r>
            </a:p>
          </p:txBody>
        </p:sp>
      </p:grpSp>
      <p:grpSp>
        <p:nvGrpSpPr>
          <p:cNvPr id="72" name="Group 71"/>
          <p:cNvGrpSpPr/>
          <p:nvPr/>
        </p:nvGrpSpPr>
        <p:grpSpPr>
          <a:xfrm>
            <a:off x="3300000" y="9050000"/>
            <a:ext cx="1280000" cy="1020000"/>
            <a:chOff x="3300000" y="9050000"/>
            <a:chExt cx="1280000" cy="1020000"/>
          </a:xfrm>
        </p:grpSpPr>
        <p:sp>
          <p:nvSpPr>
            <p:cNvPr id="73" name="Rectangle 72"/>
            <p:cNvSpPr/>
            <p:nvPr/>
          </p:nvSpPr>
          <p:spPr>
            <a:xfrm>
              <a:off x="3300000" y="9050000"/>
              <a:ext cx="1280000" cy="720000"/>
            </a:xfrm>
            <a:prstGeom prst="rect">
              <a:avLst/>
            </a:prstGeom>
            <a:solidFill>
              <a:srgbClr val="3FB950"/>
            </a:solidFill>
            <a:ln>
              <a:solidFill>
                <a:srgbClr val="2B8A3A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sz="900" b="1">
                  <a:solidFill>
                    <a:srgbClr val="FFFFFF"/>
                  </a:solidFill>
                </a:rPr>
                <a:t>要補圖</a:t>
              </a:r>
            </a:p>
            <a:p>
              <a:r>
                <a:rPr sz="900" b="1">
                  <a:solidFill>
                    <a:srgbClr val="FFFFFF"/>
                  </a:solidFill>
                </a:rPr>
                <a:t>tomb_colonnade</a:t>
              </a:r>
            </a:p>
          </p:txBody>
        </p:sp>
        <p:sp>
          <p:nvSpPr>
            <p:cNvPr id="74" name="TextBox 73"/>
            <p:cNvSpPr txBox="1"/>
            <p:nvPr/>
          </p:nvSpPr>
          <p:spPr>
            <a:xfrm>
              <a:off x="3300000" y="9770000"/>
              <a:ext cx="1280000" cy="300000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ctr"/>
              <a:r>
                <a:rPr sz="1300" b="1"/>
                <a:t>列柱廊</a:t>
              </a:r>
            </a:p>
            <a:p>
              <a:pPr algn="ctr"/>
              <a:r>
                <a:rPr sz="800">
                  <a:solidFill>
                    <a:srgbClr val="9A989E"/>
                  </a:solidFill>
                </a:rPr>
                <a:t>colonnade</a:t>
              </a:r>
            </a:p>
          </p:txBody>
        </p:sp>
      </p:grpSp>
      <p:grpSp>
        <p:nvGrpSpPr>
          <p:cNvPr id="75" name="Group 74"/>
          <p:cNvGrpSpPr/>
          <p:nvPr/>
        </p:nvGrpSpPr>
        <p:grpSpPr>
          <a:xfrm>
            <a:off x="3300000" y="7900000"/>
            <a:ext cx="1280000" cy="1020000"/>
            <a:chOff x="3300000" y="7900000"/>
            <a:chExt cx="1280000" cy="1020000"/>
          </a:xfrm>
        </p:grpSpPr>
        <p:sp>
          <p:nvSpPr>
            <p:cNvPr id="76" name="Rectangle 75"/>
            <p:cNvSpPr/>
            <p:nvPr/>
          </p:nvSpPr>
          <p:spPr>
            <a:xfrm>
              <a:off x="3300000" y="7900000"/>
              <a:ext cx="1280000" cy="720000"/>
            </a:xfrm>
            <a:prstGeom prst="rect">
              <a:avLst/>
            </a:prstGeom>
            <a:solidFill>
              <a:srgbClr val="3FB950"/>
            </a:solidFill>
            <a:ln>
              <a:solidFill>
                <a:srgbClr val="2B8A3A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sz="900" b="1">
                  <a:solidFill>
                    <a:srgbClr val="FFFFFF"/>
                  </a:solidFill>
                </a:rPr>
                <a:t>要補圖</a:t>
              </a:r>
            </a:p>
            <a:p>
              <a:r>
                <a:rPr sz="900" b="1">
                  <a:solidFill>
                    <a:srgbClr val="FFFFFF"/>
                  </a:solidFill>
                </a:rPr>
                <a:t>tomb_mason</a:t>
              </a:r>
            </a:p>
          </p:txBody>
        </p:sp>
        <p:sp>
          <p:nvSpPr>
            <p:cNvPr id="77" name="TextBox 76"/>
            <p:cNvSpPr txBox="1"/>
            <p:nvPr/>
          </p:nvSpPr>
          <p:spPr>
            <a:xfrm>
              <a:off x="3300000" y="8620000"/>
              <a:ext cx="1280000" cy="300000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ctr"/>
              <a:r>
                <a:rPr sz="1300" b="1"/>
                <a:t>石工房</a:t>
              </a:r>
            </a:p>
            <a:p>
              <a:pPr algn="ctr"/>
              <a:r>
                <a:rPr sz="800">
                  <a:solidFill>
                    <a:srgbClr val="9A989E"/>
                  </a:solidFill>
                </a:rPr>
                <a:t>mason</a:t>
              </a:r>
            </a:p>
          </p:txBody>
        </p:sp>
      </p:grpSp>
      <p:grpSp>
        <p:nvGrpSpPr>
          <p:cNvPr id="78" name="Group 77"/>
          <p:cNvGrpSpPr/>
          <p:nvPr/>
        </p:nvGrpSpPr>
        <p:grpSpPr>
          <a:xfrm>
            <a:off x="6300000" y="7900000"/>
            <a:ext cx="1280000" cy="1020000"/>
            <a:chOff x="6300000" y="7900000"/>
            <a:chExt cx="1280000" cy="1020000"/>
          </a:xfrm>
        </p:grpSpPr>
        <p:pic>
          <p:nvPicPr>
            <p:cNvPr id="79" name="Picture 78" descr="tomb_cistern.webp.jpg"/>
            <p:cNvPicPr>
              <a:picLocks noChangeAspect="1"/>
            </p:cNvPicPr>
            <p:nvPr/>
          </p:nvPicPr>
          <p:blipFill>
            <a:blip r:embed="rId21"/>
            <a:stretch>
              <a:fillRect/>
            </a:stretch>
          </p:blipFill>
          <p:spPr>
            <a:xfrm>
              <a:off x="6300000" y="7900000"/>
              <a:ext cx="1280000" cy="720000"/>
            </a:xfrm>
            <a:prstGeom prst="rect">
              <a:avLst/>
            </a:prstGeom>
          </p:spPr>
        </p:pic>
        <p:sp>
          <p:nvSpPr>
            <p:cNvPr id="80" name="TextBox 79"/>
            <p:cNvSpPr txBox="1"/>
            <p:nvPr/>
          </p:nvSpPr>
          <p:spPr>
            <a:xfrm>
              <a:off x="6300000" y="8620000"/>
              <a:ext cx="1280000" cy="300000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ctr"/>
              <a:r>
                <a:rPr sz="1300" b="1"/>
                <a:t>蓄水池</a:t>
              </a:r>
            </a:p>
            <a:p>
              <a:pPr algn="ctr"/>
              <a:r>
                <a:rPr sz="800">
                  <a:solidFill>
                    <a:srgbClr val="9A989E"/>
                  </a:solidFill>
                </a:rPr>
                <a:t>cistern</a:t>
              </a:r>
            </a:p>
          </p:txBody>
        </p:sp>
      </p:grpSp>
      <p:grpSp>
        <p:nvGrpSpPr>
          <p:cNvPr id="81" name="Group 80"/>
          <p:cNvGrpSpPr/>
          <p:nvPr/>
        </p:nvGrpSpPr>
        <p:grpSpPr>
          <a:xfrm>
            <a:off x="6300000" y="6750000"/>
            <a:ext cx="1280000" cy="1020000"/>
            <a:chOff x="6300000" y="6750000"/>
            <a:chExt cx="1280000" cy="1020000"/>
          </a:xfrm>
        </p:grpSpPr>
        <p:sp>
          <p:nvSpPr>
            <p:cNvPr id="82" name="Rectangle 81"/>
            <p:cNvSpPr/>
            <p:nvPr/>
          </p:nvSpPr>
          <p:spPr>
            <a:xfrm>
              <a:off x="6300000" y="6750000"/>
              <a:ext cx="1280000" cy="720000"/>
            </a:xfrm>
            <a:prstGeom prst="rect">
              <a:avLst/>
            </a:prstGeom>
            <a:solidFill>
              <a:srgbClr val="3FB950"/>
            </a:solidFill>
            <a:ln>
              <a:solidFill>
                <a:srgbClr val="2B8A3A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sz="900" b="1">
                  <a:solidFill>
                    <a:srgbClr val="FFFFFF"/>
                  </a:solidFill>
                </a:rPr>
                <a:t>要補圖</a:t>
              </a:r>
            </a:p>
            <a:p>
              <a:r>
                <a:rPr sz="900" b="1">
                  <a:solidFill>
                    <a:srgbClr val="FFFFFF"/>
                  </a:solidFill>
                </a:rPr>
                <a:t>tomb_waterstair</a:t>
              </a:r>
            </a:p>
          </p:txBody>
        </p:sp>
        <p:sp>
          <p:nvSpPr>
            <p:cNvPr id="83" name="TextBox 82"/>
            <p:cNvSpPr txBox="1"/>
            <p:nvPr/>
          </p:nvSpPr>
          <p:spPr>
            <a:xfrm>
              <a:off x="6300000" y="7470000"/>
              <a:ext cx="1280000" cy="300000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ctr"/>
              <a:r>
                <a:rPr sz="1300" b="1"/>
                <a:t>汲水階</a:t>
              </a:r>
            </a:p>
            <a:p>
              <a:pPr algn="ctr"/>
              <a:r>
                <a:rPr sz="800">
                  <a:solidFill>
                    <a:srgbClr val="9A989E"/>
                  </a:solidFill>
                </a:rPr>
                <a:t>waterstair</a:t>
              </a:r>
            </a:p>
          </p:txBody>
        </p:sp>
      </p:grpSp>
      <p:grpSp>
        <p:nvGrpSpPr>
          <p:cNvPr id="84" name="Group 83"/>
          <p:cNvGrpSpPr/>
          <p:nvPr/>
        </p:nvGrpSpPr>
        <p:grpSpPr>
          <a:xfrm>
            <a:off x="9300000" y="9050000"/>
            <a:ext cx="1280000" cy="1020000"/>
            <a:chOff x="9300000" y="9050000"/>
            <a:chExt cx="1280000" cy="1020000"/>
          </a:xfrm>
        </p:grpSpPr>
        <p:pic>
          <p:nvPicPr>
            <p:cNvPr id="85" name="Picture 84" descr="tomb_corr2.webp.jpg"/>
            <p:cNvPicPr>
              <a:picLocks noChangeAspect="1"/>
            </p:cNvPicPr>
            <p:nvPr/>
          </p:nvPicPr>
          <p:blipFill>
            <a:blip r:embed="rId22"/>
            <a:stretch>
              <a:fillRect/>
            </a:stretch>
          </p:blipFill>
          <p:spPr>
            <a:xfrm>
              <a:off x="9300000" y="9050000"/>
              <a:ext cx="1280000" cy="720000"/>
            </a:xfrm>
            <a:prstGeom prst="rect">
              <a:avLst/>
            </a:prstGeom>
          </p:spPr>
        </p:pic>
        <p:sp>
          <p:nvSpPr>
            <p:cNvPr id="86" name="TextBox 85"/>
            <p:cNvSpPr txBox="1"/>
            <p:nvPr/>
          </p:nvSpPr>
          <p:spPr>
            <a:xfrm>
              <a:off x="9300000" y="9770000"/>
              <a:ext cx="1280000" cy="300000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ctr"/>
              <a:r>
                <a:rPr sz="1300" b="1"/>
                <a:t>長廊</a:t>
              </a:r>
            </a:p>
            <a:p>
              <a:pPr algn="ctr"/>
              <a:r>
                <a:rPr sz="800">
                  <a:solidFill>
                    <a:srgbClr val="9A989E"/>
                  </a:solidFill>
                </a:rPr>
                <a:t>corr2</a:t>
              </a:r>
            </a:p>
          </p:txBody>
        </p:sp>
      </p:grpSp>
      <p:grpSp>
        <p:nvGrpSpPr>
          <p:cNvPr id="87" name="Group 86"/>
          <p:cNvGrpSpPr/>
          <p:nvPr/>
        </p:nvGrpSpPr>
        <p:grpSpPr>
          <a:xfrm>
            <a:off x="9300000" y="10200000"/>
            <a:ext cx="1280000" cy="1020000"/>
            <a:chOff x="9300000" y="10200000"/>
            <a:chExt cx="1280000" cy="1020000"/>
          </a:xfrm>
        </p:grpSpPr>
        <p:pic>
          <p:nvPicPr>
            <p:cNvPr id="88" name="Picture 87" descr="tomb_sump.webp.jpg"/>
            <p:cNvPicPr>
              <a:picLocks noChangeAspect="1"/>
            </p:cNvPicPr>
            <p:nvPr/>
          </p:nvPicPr>
          <p:blipFill>
            <a:blip r:embed="rId23"/>
            <a:stretch>
              <a:fillRect/>
            </a:stretch>
          </p:blipFill>
          <p:spPr>
            <a:xfrm>
              <a:off x="9300000" y="10200000"/>
              <a:ext cx="1280000" cy="720000"/>
            </a:xfrm>
            <a:prstGeom prst="rect">
              <a:avLst/>
            </a:prstGeom>
          </p:spPr>
        </p:pic>
        <p:sp>
          <p:nvSpPr>
            <p:cNvPr id="89" name="TextBox 88"/>
            <p:cNvSpPr txBox="1"/>
            <p:nvPr/>
          </p:nvSpPr>
          <p:spPr>
            <a:xfrm>
              <a:off x="9300000" y="10920000"/>
              <a:ext cx="1280000" cy="300000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ctr"/>
              <a:r>
                <a:rPr sz="1300" b="1"/>
                <a:t>積水坑</a:t>
              </a:r>
            </a:p>
            <a:p>
              <a:pPr algn="ctr"/>
              <a:r>
                <a:rPr sz="800">
                  <a:solidFill>
                    <a:srgbClr val="9A989E"/>
                  </a:solidFill>
                </a:rPr>
                <a:t>sump</a:t>
              </a:r>
            </a:p>
          </p:txBody>
        </p:sp>
      </p:grpSp>
      <p:grpSp>
        <p:nvGrpSpPr>
          <p:cNvPr id="90" name="Group 89"/>
          <p:cNvGrpSpPr/>
          <p:nvPr/>
        </p:nvGrpSpPr>
        <p:grpSpPr>
          <a:xfrm>
            <a:off x="12300000" y="9050000"/>
            <a:ext cx="1280000" cy="1020000"/>
            <a:chOff x="12300000" y="9050000"/>
            <a:chExt cx="1280000" cy="1020000"/>
          </a:xfrm>
        </p:grpSpPr>
        <p:pic>
          <p:nvPicPr>
            <p:cNvPr id="91" name="Picture 90" descr="tomb_rotunda.webp.jpg"/>
            <p:cNvPicPr>
              <a:picLocks noChangeAspect="1"/>
            </p:cNvPicPr>
            <p:nvPr/>
          </p:nvPicPr>
          <p:blipFill>
            <a:blip r:embed="rId24"/>
            <a:stretch>
              <a:fillRect/>
            </a:stretch>
          </p:blipFill>
          <p:spPr>
            <a:xfrm>
              <a:off x="12300000" y="9050000"/>
              <a:ext cx="1280000" cy="720000"/>
            </a:xfrm>
            <a:prstGeom prst="rect">
              <a:avLst/>
            </a:prstGeom>
          </p:spPr>
        </p:pic>
        <p:sp>
          <p:nvSpPr>
            <p:cNvPr id="92" name="TextBox 91"/>
            <p:cNvSpPr txBox="1"/>
            <p:nvPr/>
          </p:nvSpPr>
          <p:spPr>
            <a:xfrm>
              <a:off x="12300000" y="9770000"/>
              <a:ext cx="1280000" cy="300000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ctr"/>
              <a:r>
                <a:rPr sz="1300" b="1"/>
                <a:t>圓廳</a:t>
              </a:r>
            </a:p>
            <a:p>
              <a:pPr algn="ctr"/>
              <a:r>
                <a:rPr sz="800">
                  <a:solidFill>
                    <a:srgbClr val="9A989E"/>
                  </a:solidFill>
                </a:rPr>
                <a:t>rotunda</a:t>
              </a:r>
            </a:p>
          </p:txBody>
        </p:sp>
      </p:grpSp>
      <p:grpSp>
        <p:nvGrpSpPr>
          <p:cNvPr id="93" name="Group 92"/>
          <p:cNvGrpSpPr/>
          <p:nvPr/>
        </p:nvGrpSpPr>
        <p:grpSpPr>
          <a:xfrm>
            <a:off x="12300000" y="10200000"/>
            <a:ext cx="1280000" cy="1020000"/>
            <a:chOff x="12300000" y="10200000"/>
            <a:chExt cx="1280000" cy="1020000"/>
          </a:xfrm>
        </p:grpSpPr>
        <p:sp>
          <p:nvSpPr>
            <p:cNvPr id="94" name="Rectangle 93"/>
            <p:cNvSpPr/>
            <p:nvPr/>
          </p:nvSpPr>
          <p:spPr>
            <a:xfrm>
              <a:off x="12300000" y="10200000"/>
              <a:ext cx="1280000" cy="720000"/>
            </a:xfrm>
            <a:prstGeom prst="rect">
              <a:avLst/>
            </a:prstGeom>
            <a:solidFill>
              <a:srgbClr val="3FB950"/>
            </a:solidFill>
            <a:ln>
              <a:solidFill>
                <a:srgbClr val="2B8A3A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sz="900" b="1">
                  <a:solidFill>
                    <a:srgbClr val="FFFFFF"/>
                  </a:solidFill>
                </a:rPr>
                <a:t>要補圖</a:t>
              </a:r>
            </a:p>
            <a:p>
              <a:r>
                <a:rPr sz="900" b="1">
                  <a:solidFill>
                    <a:srgbClr val="FFFFFF"/>
                  </a:solidFill>
                </a:rPr>
                <a:t>tomb_censerroom</a:t>
              </a:r>
            </a:p>
          </p:txBody>
        </p:sp>
        <p:sp>
          <p:nvSpPr>
            <p:cNvPr id="95" name="TextBox 94"/>
            <p:cNvSpPr txBox="1"/>
            <p:nvPr/>
          </p:nvSpPr>
          <p:spPr>
            <a:xfrm>
              <a:off x="12300000" y="10920000"/>
              <a:ext cx="1280000" cy="300000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ctr"/>
              <a:r>
                <a:rPr sz="1300" b="1"/>
                <a:t>香爐室</a:t>
              </a:r>
            </a:p>
            <a:p>
              <a:pPr algn="ctr"/>
              <a:r>
                <a:rPr sz="800">
                  <a:solidFill>
                    <a:srgbClr val="9A989E"/>
                  </a:solidFill>
                </a:rPr>
                <a:t>censerroom</a:t>
              </a:r>
            </a:p>
          </p:txBody>
        </p:sp>
      </p:grpSp>
      <p:grpSp>
        <p:nvGrpSpPr>
          <p:cNvPr id="96" name="Group 95"/>
          <p:cNvGrpSpPr/>
          <p:nvPr/>
        </p:nvGrpSpPr>
        <p:grpSpPr>
          <a:xfrm>
            <a:off x="15300000" y="9050000"/>
            <a:ext cx="1280000" cy="1020000"/>
            <a:chOff x="15300000" y="9050000"/>
            <a:chExt cx="1280000" cy="1020000"/>
          </a:xfrm>
        </p:grpSpPr>
        <p:pic>
          <p:nvPicPr>
            <p:cNvPr id="97" name="Picture 96" descr="tomb_sarce.webp.jpg"/>
            <p:cNvPicPr>
              <a:picLocks noChangeAspect="1"/>
            </p:cNvPicPr>
            <p:nvPr/>
          </p:nvPicPr>
          <p:blipFill>
            <a:blip r:embed="rId25"/>
            <a:stretch>
              <a:fillRect/>
            </a:stretch>
          </p:blipFill>
          <p:spPr>
            <a:xfrm>
              <a:off x="15300000" y="9050000"/>
              <a:ext cx="1280000" cy="720000"/>
            </a:xfrm>
            <a:prstGeom prst="rect">
              <a:avLst/>
            </a:prstGeom>
          </p:spPr>
        </p:pic>
        <p:sp>
          <p:nvSpPr>
            <p:cNvPr id="98" name="TextBox 97"/>
            <p:cNvSpPr txBox="1"/>
            <p:nvPr/>
          </p:nvSpPr>
          <p:spPr>
            <a:xfrm>
              <a:off x="15300000" y="9770000"/>
              <a:ext cx="1280000" cy="300000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ctr"/>
              <a:r>
                <a:rPr sz="1300" b="1"/>
                <a:t>石棺室</a:t>
              </a:r>
            </a:p>
            <a:p>
              <a:pPr algn="ctr"/>
              <a:r>
                <a:rPr sz="800">
                  <a:solidFill>
                    <a:srgbClr val="9A989E"/>
                  </a:solidFill>
                </a:rPr>
                <a:t>sarcE</a:t>
              </a:r>
            </a:p>
          </p:txBody>
        </p:sp>
      </p:grpSp>
      <p:grpSp>
        <p:nvGrpSpPr>
          <p:cNvPr id="99" name="Group 98"/>
          <p:cNvGrpSpPr/>
          <p:nvPr/>
        </p:nvGrpSpPr>
        <p:grpSpPr>
          <a:xfrm>
            <a:off x="18300000" y="9050000"/>
            <a:ext cx="1280000" cy="1020000"/>
            <a:chOff x="18300000" y="9050000"/>
            <a:chExt cx="1280000" cy="1020000"/>
          </a:xfrm>
        </p:grpSpPr>
        <p:pic>
          <p:nvPicPr>
            <p:cNvPr id="100" name="Picture 99" descr="tomb_ossuary2.webp.jpg"/>
            <p:cNvPicPr>
              <a:picLocks noChangeAspect="1"/>
            </p:cNvPicPr>
            <p:nvPr/>
          </p:nvPicPr>
          <p:blipFill>
            <a:blip r:embed="rId26"/>
            <a:stretch>
              <a:fillRect/>
            </a:stretch>
          </p:blipFill>
          <p:spPr>
            <a:xfrm>
              <a:off x="18300000" y="9050000"/>
              <a:ext cx="1280000" cy="720000"/>
            </a:xfrm>
            <a:prstGeom prst="rect">
              <a:avLst/>
            </a:prstGeom>
          </p:spPr>
        </p:pic>
        <p:sp>
          <p:nvSpPr>
            <p:cNvPr id="101" name="TextBox 100"/>
            <p:cNvSpPr txBox="1"/>
            <p:nvPr/>
          </p:nvSpPr>
          <p:spPr>
            <a:xfrm>
              <a:off x="18300000" y="9770000"/>
              <a:ext cx="1280000" cy="300000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ctr"/>
              <a:r>
                <a:rPr sz="1300" b="1"/>
                <a:t>甕棺廊</a:t>
              </a:r>
            </a:p>
            <a:p>
              <a:pPr algn="ctr"/>
              <a:r>
                <a:rPr sz="800">
                  <a:solidFill>
                    <a:srgbClr val="9A989E"/>
                  </a:solidFill>
                </a:rPr>
                <a:t>ossuary2</a:t>
              </a:r>
            </a:p>
          </p:txBody>
        </p:sp>
      </p:grpSp>
      <p:grpSp>
        <p:nvGrpSpPr>
          <p:cNvPr id="102" name="Group 101"/>
          <p:cNvGrpSpPr/>
          <p:nvPr/>
        </p:nvGrpSpPr>
        <p:grpSpPr>
          <a:xfrm>
            <a:off x="18300000" y="7900000"/>
            <a:ext cx="1280000" cy="1020000"/>
            <a:chOff x="18300000" y="7900000"/>
            <a:chExt cx="1280000" cy="1020000"/>
          </a:xfrm>
        </p:grpSpPr>
        <p:pic>
          <p:nvPicPr>
            <p:cNvPr id="103" name="Picture 102" descr="tomb_kiln.webp.jpg"/>
            <p:cNvPicPr>
              <a:picLocks noChangeAspect="1"/>
            </p:cNvPicPr>
            <p:nvPr/>
          </p:nvPicPr>
          <p:blipFill>
            <a:blip r:embed="rId27"/>
            <a:stretch>
              <a:fillRect/>
            </a:stretch>
          </p:blipFill>
          <p:spPr>
            <a:xfrm>
              <a:off x="18300000" y="7900000"/>
              <a:ext cx="1280000" cy="720000"/>
            </a:xfrm>
            <a:prstGeom prst="rect">
              <a:avLst/>
            </a:prstGeom>
          </p:spPr>
        </p:pic>
        <p:sp>
          <p:nvSpPr>
            <p:cNvPr id="104" name="TextBox 103"/>
            <p:cNvSpPr txBox="1"/>
            <p:nvPr/>
          </p:nvSpPr>
          <p:spPr>
            <a:xfrm>
              <a:off x="18300000" y="8620000"/>
              <a:ext cx="1280000" cy="300000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ctr"/>
              <a:r>
                <a:rPr sz="1300" b="1"/>
                <a:t>焚化窯</a:t>
              </a:r>
            </a:p>
            <a:p>
              <a:pPr algn="ctr"/>
              <a:r>
                <a:rPr sz="800">
                  <a:solidFill>
                    <a:srgbClr val="9A989E"/>
                  </a:solidFill>
                </a:rPr>
                <a:t>kiln</a:t>
              </a:r>
            </a:p>
          </p:txBody>
        </p:sp>
      </p:grpSp>
      <p:grpSp>
        <p:nvGrpSpPr>
          <p:cNvPr id="105" name="Group 104"/>
          <p:cNvGrpSpPr/>
          <p:nvPr/>
        </p:nvGrpSpPr>
        <p:grpSpPr>
          <a:xfrm>
            <a:off x="12300000" y="7900000"/>
            <a:ext cx="1280000" cy="1020000"/>
            <a:chOff x="12300000" y="7900000"/>
            <a:chExt cx="1280000" cy="1020000"/>
          </a:xfrm>
        </p:grpSpPr>
        <p:pic>
          <p:nvPicPr>
            <p:cNvPr id="106" name="Picture 105" descr="tomb_nichehall.webp.jpg"/>
            <p:cNvPicPr>
              <a:picLocks noChangeAspect="1"/>
            </p:cNvPicPr>
            <p:nvPr/>
          </p:nvPicPr>
          <p:blipFill>
            <a:blip r:embed="rId28"/>
            <a:stretch>
              <a:fillRect/>
            </a:stretch>
          </p:blipFill>
          <p:spPr>
            <a:xfrm>
              <a:off x="12300000" y="7900000"/>
              <a:ext cx="1280000" cy="720000"/>
            </a:xfrm>
            <a:prstGeom prst="rect">
              <a:avLst/>
            </a:prstGeom>
          </p:spPr>
        </p:pic>
        <p:sp>
          <p:nvSpPr>
            <p:cNvPr id="107" name="TextBox 106"/>
            <p:cNvSpPr txBox="1"/>
            <p:nvPr/>
          </p:nvSpPr>
          <p:spPr>
            <a:xfrm>
              <a:off x="12300000" y="8620000"/>
              <a:ext cx="1280000" cy="300000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ctr"/>
              <a:r>
                <a:rPr sz="1300" b="1"/>
                <a:t>壁龕廊</a:t>
              </a:r>
            </a:p>
            <a:p>
              <a:pPr algn="ctr"/>
              <a:r>
                <a:rPr sz="800">
                  <a:solidFill>
                    <a:srgbClr val="9A989E"/>
                  </a:solidFill>
                </a:rPr>
                <a:t>nichehall</a:t>
              </a:r>
            </a:p>
          </p:txBody>
        </p:sp>
      </p:grpSp>
      <p:grpSp>
        <p:nvGrpSpPr>
          <p:cNvPr id="108" name="Group 107"/>
          <p:cNvGrpSpPr/>
          <p:nvPr/>
        </p:nvGrpSpPr>
        <p:grpSpPr>
          <a:xfrm>
            <a:off x="9300000" y="7900000"/>
            <a:ext cx="1280000" cy="1020000"/>
            <a:chOff x="9300000" y="7900000"/>
            <a:chExt cx="1280000" cy="1020000"/>
          </a:xfrm>
        </p:grpSpPr>
        <p:pic>
          <p:nvPicPr>
            <p:cNvPr id="109" name="Picture 108" descr="tomb_ossuary.webp.jpg"/>
            <p:cNvPicPr>
              <a:picLocks noChangeAspect="1"/>
            </p:cNvPicPr>
            <p:nvPr/>
          </p:nvPicPr>
          <p:blipFill>
            <a:blip r:embed="rId29"/>
            <a:stretch>
              <a:fillRect/>
            </a:stretch>
          </p:blipFill>
          <p:spPr>
            <a:xfrm>
              <a:off x="9300000" y="7900000"/>
              <a:ext cx="1280000" cy="720000"/>
            </a:xfrm>
            <a:prstGeom prst="rect">
              <a:avLst/>
            </a:prstGeom>
          </p:spPr>
        </p:pic>
        <p:sp>
          <p:nvSpPr>
            <p:cNvPr id="110" name="TextBox 109"/>
            <p:cNvSpPr txBox="1"/>
            <p:nvPr/>
          </p:nvSpPr>
          <p:spPr>
            <a:xfrm>
              <a:off x="9300000" y="8620000"/>
              <a:ext cx="1280000" cy="300000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ctr"/>
              <a:r>
                <a:rPr sz="1300" b="1"/>
                <a:t>骨室</a:t>
              </a:r>
            </a:p>
            <a:p>
              <a:pPr algn="ctr"/>
              <a:r>
                <a:rPr sz="800">
                  <a:solidFill>
                    <a:srgbClr val="9A989E"/>
                  </a:solidFill>
                </a:rPr>
                <a:t>ossuary</a:t>
              </a:r>
            </a:p>
          </p:txBody>
        </p:sp>
      </p:grpSp>
      <p:grpSp>
        <p:nvGrpSpPr>
          <p:cNvPr id="111" name="Group 110"/>
          <p:cNvGrpSpPr/>
          <p:nvPr/>
        </p:nvGrpSpPr>
        <p:grpSpPr>
          <a:xfrm>
            <a:off x="15300000" y="10200000"/>
            <a:ext cx="1280000" cy="1020000"/>
            <a:chOff x="15300000" y="10200000"/>
            <a:chExt cx="1280000" cy="1020000"/>
          </a:xfrm>
        </p:grpSpPr>
        <p:sp>
          <p:nvSpPr>
            <p:cNvPr id="112" name="Rectangle 111"/>
            <p:cNvSpPr/>
            <p:nvPr/>
          </p:nvSpPr>
          <p:spPr>
            <a:xfrm>
              <a:off x="15300000" y="10200000"/>
              <a:ext cx="1280000" cy="720000"/>
            </a:xfrm>
            <a:prstGeom prst="rect">
              <a:avLst/>
            </a:prstGeom>
            <a:solidFill>
              <a:srgbClr val="3FB950"/>
            </a:solidFill>
            <a:ln>
              <a:solidFill>
                <a:srgbClr val="2B8A3A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sz="900" b="1">
                  <a:solidFill>
                    <a:srgbClr val="FFFFFF"/>
                  </a:solidFill>
                </a:rPr>
                <a:t>要補圖</a:t>
              </a:r>
            </a:p>
            <a:p>
              <a:r>
                <a:rPr sz="900" b="1">
                  <a:solidFill>
                    <a:srgbClr val="FFFFFF"/>
                  </a:solidFill>
                </a:rPr>
                <a:t>tomb_shaft</a:t>
              </a:r>
            </a:p>
          </p:txBody>
        </p:sp>
        <p:sp>
          <p:nvSpPr>
            <p:cNvPr id="113" name="TextBox 112"/>
            <p:cNvSpPr txBox="1"/>
            <p:nvPr/>
          </p:nvSpPr>
          <p:spPr>
            <a:xfrm>
              <a:off x="15300000" y="10920000"/>
              <a:ext cx="1280000" cy="300000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ctr"/>
              <a:r>
                <a:rPr sz="1300" b="1"/>
                <a:t>豎井</a:t>
              </a:r>
            </a:p>
            <a:p>
              <a:pPr algn="ctr"/>
              <a:r>
                <a:rPr sz="800">
                  <a:solidFill>
                    <a:srgbClr val="9A989E"/>
                  </a:solidFill>
                </a:rPr>
                <a:t>shaft</a:t>
              </a:r>
            </a:p>
          </p:txBody>
        </p:sp>
      </p:grpSp>
      <p:grpSp>
        <p:nvGrpSpPr>
          <p:cNvPr id="114" name="Group 113"/>
          <p:cNvGrpSpPr/>
          <p:nvPr/>
        </p:nvGrpSpPr>
        <p:grpSpPr>
          <a:xfrm>
            <a:off x="21300000" y="9050000"/>
            <a:ext cx="1280000" cy="1020000"/>
            <a:chOff x="21300000" y="9050000"/>
            <a:chExt cx="1280000" cy="1020000"/>
          </a:xfrm>
        </p:grpSpPr>
        <p:sp>
          <p:nvSpPr>
            <p:cNvPr id="115" name="Rectangle 114"/>
            <p:cNvSpPr/>
            <p:nvPr/>
          </p:nvSpPr>
          <p:spPr>
            <a:xfrm>
              <a:off x="21300000" y="9050000"/>
              <a:ext cx="1280000" cy="720000"/>
            </a:xfrm>
            <a:prstGeom prst="rect">
              <a:avLst/>
            </a:prstGeom>
            <a:solidFill>
              <a:srgbClr val="3FB950"/>
            </a:solidFill>
            <a:ln>
              <a:solidFill>
                <a:srgbClr val="2B8A3A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sz="900" b="1">
                  <a:solidFill>
                    <a:srgbClr val="FFFFFF"/>
                  </a:solidFill>
                </a:rPr>
                <a:t>要補圖</a:t>
              </a:r>
            </a:p>
            <a:p>
              <a:r>
                <a:rPr sz="900" b="1">
                  <a:solidFill>
                    <a:srgbClr val="FFFFFF"/>
                  </a:solidFill>
                </a:rPr>
                <a:t>tomb_urnvault</a:t>
              </a:r>
            </a:p>
          </p:txBody>
        </p:sp>
        <p:sp>
          <p:nvSpPr>
            <p:cNvPr id="116" name="TextBox 115"/>
            <p:cNvSpPr txBox="1"/>
            <p:nvPr/>
          </p:nvSpPr>
          <p:spPr>
            <a:xfrm>
              <a:off x="21300000" y="9770000"/>
              <a:ext cx="1280000" cy="300000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ctr"/>
              <a:r>
                <a:rPr sz="1300" b="1"/>
                <a:t>甕窖</a:t>
              </a:r>
            </a:p>
            <a:p>
              <a:pPr algn="ctr"/>
              <a:r>
                <a:rPr sz="800">
                  <a:solidFill>
                    <a:srgbClr val="9A989E"/>
                  </a:solidFill>
                </a:rPr>
                <a:t>urnvault</a:t>
              </a:r>
            </a:p>
          </p:txBody>
        </p:sp>
      </p:grpSp>
      <p:grpSp>
        <p:nvGrpSpPr>
          <p:cNvPr id="117" name="Group 116"/>
          <p:cNvGrpSpPr/>
          <p:nvPr/>
        </p:nvGrpSpPr>
        <p:grpSpPr>
          <a:xfrm>
            <a:off x="21300000" y="10200000"/>
            <a:ext cx="1280000" cy="1020000"/>
            <a:chOff x="21300000" y="10200000"/>
            <a:chExt cx="1280000" cy="1020000"/>
          </a:xfrm>
        </p:grpSpPr>
        <p:sp>
          <p:nvSpPr>
            <p:cNvPr id="118" name="Rectangle 117"/>
            <p:cNvSpPr/>
            <p:nvPr/>
          </p:nvSpPr>
          <p:spPr>
            <a:xfrm>
              <a:off x="21300000" y="10200000"/>
              <a:ext cx="1280000" cy="720000"/>
            </a:xfrm>
            <a:prstGeom prst="rect">
              <a:avLst/>
            </a:prstGeom>
            <a:solidFill>
              <a:srgbClr val="3FB950"/>
            </a:solidFill>
            <a:ln>
              <a:solidFill>
                <a:srgbClr val="2B8A3A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sz="900" b="1">
                  <a:solidFill>
                    <a:srgbClr val="FFFFFF"/>
                  </a:solidFill>
                </a:rPr>
                <a:t>要補圖</a:t>
              </a:r>
            </a:p>
            <a:p>
              <a:r>
                <a:rPr sz="900" b="1">
                  <a:solidFill>
                    <a:srgbClr val="FFFFFF"/>
                  </a:solidFill>
                </a:rPr>
                <a:t>tomb_ashpit</a:t>
              </a:r>
            </a:p>
          </p:txBody>
        </p:sp>
        <p:sp>
          <p:nvSpPr>
            <p:cNvPr id="119" name="TextBox 118"/>
            <p:cNvSpPr txBox="1"/>
            <p:nvPr/>
          </p:nvSpPr>
          <p:spPr>
            <a:xfrm>
              <a:off x="21300000" y="10920000"/>
              <a:ext cx="1280000" cy="300000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ctr"/>
              <a:r>
                <a:rPr sz="1300" b="1"/>
                <a:t>灰坑</a:t>
              </a:r>
            </a:p>
            <a:p>
              <a:pPr algn="ctr"/>
              <a:r>
                <a:rPr sz="800">
                  <a:solidFill>
                    <a:srgbClr val="9A989E"/>
                  </a:solidFill>
                </a:rPr>
                <a:t>ashpit</a:t>
              </a:r>
            </a:p>
          </p:txBody>
        </p:sp>
      </p:grpSp>
      <p:grpSp>
        <p:nvGrpSpPr>
          <p:cNvPr id="120" name="Group 119"/>
          <p:cNvGrpSpPr/>
          <p:nvPr/>
        </p:nvGrpSpPr>
        <p:grpSpPr>
          <a:xfrm>
            <a:off x="18300000" y="10200000"/>
            <a:ext cx="1280000" cy="1020000"/>
            <a:chOff x="18300000" y="10200000"/>
            <a:chExt cx="1280000" cy="1020000"/>
          </a:xfrm>
        </p:grpSpPr>
        <p:sp>
          <p:nvSpPr>
            <p:cNvPr id="121" name="Rectangle 120"/>
            <p:cNvSpPr/>
            <p:nvPr/>
          </p:nvSpPr>
          <p:spPr>
            <a:xfrm>
              <a:off x="18300000" y="10200000"/>
              <a:ext cx="1280000" cy="720000"/>
            </a:xfrm>
            <a:prstGeom prst="rect">
              <a:avLst/>
            </a:prstGeom>
            <a:solidFill>
              <a:srgbClr val="3FB950"/>
            </a:solidFill>
            <a:ln>
              <a:solidFill>
                <a:srgbClr val="2B8A3A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sz="900" b="1">
                  <a:solidFill>
                    <a:srgbClr val="FFFFFF"/>
                  </a:solidFill>
                </a:rPr>
                <a:t>要補圖</a:t>
              </a:r>
            </a:p>
            <a:p>
              <a:r>
                <a:rPr sz="900" b="1">
                  <a:solidFill>
                    <a:srgbClr val="FFFFFF"/>
                  </a:solidFill>
                </a:rPr>
                <a:t>tomb_graveldrop</a:t>
              </a:r>
            </a:p>
          </p:txBody>
        </p:sp>
        <p:sp>
          <p:nvSpPr>
            <p:cNvPr id="122" name="TextBox 121"/>
            <p:cNvSpPr txBox="1"/>
            <p:nvPr/>
          </p:nvSpPr>
          <p:spPr>
            <a:xfrm>
              <a:off x="18300000" y="10920000"/>
              <a:ext cx="1280000" cy="300000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ctr"/>
              <a:r>
                <a:rPr sz="1300" b="1"/>
                <a:t>碎石陷落</a:t>
              </a:r>
            </a:p>
            <a:p>
              <a:pPr algn="ctr"/>
              <a:r>
                <a:rPr sz="800">
                  <a:solidFill>
                    <a:srgbClr val="9A989E"/>
                  </a:solidFill>
                </a:rPr>
                <a:t>graveldrop</a:t>
              </a:r>
            </a:p>
          </p:txBody>
        </p:sp>
      </p:grpSp>
      <p:grpSp>
        <p:nvGrpSpPr>
          <p:cNvPr id="123" name="Group 122"/>
          <p:cNvGrpSpPr/>
          <p:nvPr/>
        </p:nvGrpSpPr>
        <p:grpSpPr>
          <a:xfrm>
            <a:off x="21300000" y="7900000"/>
            <a:ext cx="1280000" cy="1020000"/>
            <a:chOff x="21300000" y="7900000"/>
            <a:chExt cx="1280000" cy="1020000"/>
          </a:xfrm>
        </p:grpSpPr>
        <p:sp>
          <p:nvSpPr>
            <p:cNvPr id="124" name="Rectangle 123"/>
            <p:cNvSpPr/>
            <p:nvPr/>
          </p:nvSpPr>
          <p:spPr>
            <a:xfrm>
              <a:off x="21300000" y="7900000"/>
              <a:ext cx="1280000" cy="720000"/>
            </a:xfrm>
            <a:prstGeom prst="rect">
              <a:avLst/>
            </a:prstGeom>
            <a:solidFill>
              <a:srgbClr val="3FB950"/>
            </a:solidFill>
            <a:ln>
              <a:solidFill>
                <a:srgbClr val="2B8A3A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sz="900" b="1">
                  <a:solidFill>
                    <a:srgbClr val="FFFFFF"/>
                  </a:solidFill>
                </a:rPr>
                <a:t>要補圖</a:t>
              </a:r>
            </a:p>
            <a:p>
              <a:r>
                <a:rPr sz="900" b="1">
                  <a:solidFill>
                    <a:srgbClr val="FFFFFF"/>
                  </a:solidFill>
                </a:rPr>
                <a:t>tomb_saltroom</a:t>
              </a:r>
            </a:p>
          </p:txBody>
        </p:sp>
        <p:sp>
          <p:nvSpPr>
            <p:cNvPr id="125" name="TextBox 124"/>
            <p:cNvSpPr txBox="1"/>
            <p:nvPr/>
          </p:nvSpPr>
          <p:spPr>
            <a:xfrm>
              <a:off x="21300000" y="8620000"/>
              <a:ext cx="1280000" cy="300000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ctr"/>
              <a:r>
                <a:rPr sz="1300" b="1"/>
                <a:t>硝室</a:t>
              </a:r>
            </a:p>
            <a:p>
              <a:pPr algn="ctr"/>
              <a:r>
                <a:rPr sz="800">
                  <a:solidFill>
                    <a:srgbClr val="9A989E"/>
                  </a:solidFill>
                </a:rPr>
                <a:t>saltroom</a:t>
              </a:r>
            </a:p>
          </p:txBody>
        </p:sp>
      </p:grpSp>
      <p:grpSp>
        <p:nvGrpSpPr>
          <p:cNvPr id="126" name="Group 125"/>
          <p:cNvGrpSpPr/>
          <p:nvPr/>
        </p:nvGrpSpPr>
        <p:grpSpPr>
          <a:xfrm>
            <a:off x="21300000" y="6750000"/>
            <a:ext cx="1280000" cy="1020000"/>
            <a:chOff x="21300000" y="6750000"/>
            <a:chExt cx="1280000" cy="1020000"/>
          </a:xfrm>
        </p:grpSpPr>
        <p:sp>
          <p:nvSpPr>
            <p:cNvPr id="127" name="Rectangle 126"/>
            <p:cNvSpPr/>
            <p:nvPr/>
          </p:nvSpPr>
          <p:spPr>
            <a:xfrm>
              <a:off x="21300000" y="6750000"/>
              <a:ext cx="1280000" cy="720000"/>
            </a:xfrm>
            <a:prstGeom prst="rect">
              <a:avLst/>
            </a:prstGeom>
            <a:solidFill>
              <a:srgbClr val="3FB950"/>
            </a:solidFill>
            <a:ln>
              <a:solidFill>
                <a:srgbClr val="2B8A3A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sz="900" b="1">
                  <a:solidFill>
                    <a:srgbClr val="FFFFFF"/>
                  </a:solidFill>
                </a:rPr>
                <a:t>要補圖</a:t>
              </a:r>
            </a:p>
            <a:p>
              <a:r>
                <a:rPr sz="900" b="1">
                  <a:solidFill>
                    <a:srgbClr val="FFFFFF"/>
                  </a:solidFill>
                </a:rPr>
                <a:t>tomb_chimney</a:t>
              </a:r>
            </a:p>
          </p:txBody>
        </p:sp>
        <p:sp>
          <p:nvSpPr>
            <p:cNvPr id="128" name="TextBox 127"/>
            <p:cNvSpPr txBox="1"/>
            <p:nvPr/>
          </p:nvSpPr>
          <p:spPr>
            <a:xfrm>
              <a:off x="21300000" y="7470000"/>
              <a:ext cx="1280000" cy="300000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ctr"/>
              <a:r>
                <a:rPr sz="1300" b="1"/>
                <a:t>排煙井</a:t>
              </a:r>
            </a:p>
            <a:p>
              <a:pPr algn="ctr"/>
              <a:r>
                <a:rPr sz="800">
                  <a:solidFill>
                    <a:srgbClr val="9A989E"/>
                  </a:solidFill>
                </a:rPr>
                <a:t>chimney</a:t>
              </a:r>
            </a:p>
          </p:txBody>
        </p:sp>
      </p:grpSp>
      <p:grpSp>
        <p:nvGrpSpPr>
          <p:cNvPr id="129" name="Group 128"/>
          <p:cNvGrpSpPr/>
          <p:nvPr/>
        </p:nvGrpSpPr>
        <p:grpSpPr>
          <a:xfrm>
            <a:off x="24300000" y="7900000"/>
            <a:ext cx="1280000" cy="1020000"/>
            <a:chOff x="24300000" y="7900000"/>
            <a:chExt cx="1280000" cy="1020000"/>
          </a:xfrm>
        </p:grpSpPr>
        <p:sp>
          <p:nvSpPr>
            <p:cNvPr id="130" name="Rectangle 129"/>
            <p:cNvSpPr/>
            <p:nvPr/>
          </p:nvSpPr>
          <p:spPr>
            <a:xfrm>
              <a:off x="24300000" y="7900000"/>
              <a:ext cx="1280000" cy="720000"/>
            </a:xfrm>
            <a:prstGeom prst="rect">
              <a:avLst/>
            </a:prstGeom>
            <a:solidFill>
              <a:srgbClr val="3FB950"/>
            </a:solidFill>
            <a:ln>
              <a:solidFill>
                <a:srgbClr val="2B8A3A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sz="900" b="1">
                  <a:solidFill>
                    <a:srgbClr val="FFFFFF"/>
                  </a:solidFill>
                </a:rPr>
                <a:t>要補圖</a:t>
              </a:r>
            </a:p>
            <a:p>
              <a:r>
                <a:rPr sz="900" b="1">
                  <a:solidFill>
                    <a:srgbClr val="FFFFFF"/>
                  </a:solidFill>
                </a:rPr>
                <a:t>tomb_nitrepit</a:t>
              </a:r>
            </a:p>
          </p:txBody>
        </p:sp>
        <p:sp>
          <p:nvSpPr>
            <p:cNvPr id="131" name="TextBox 130"/>
            <p:cNvSpPr txBox="1"/>
            <p:nvPr/>
          </p:nvSpPr>
          <p:spPr>
            <a:xfrm>
              <a:off x="24300000" y="8620000"/>
              <a:ext cx="1280000" cy="300000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ctr"/>
              <a:r>
                <a:rPr sz="1300" b="1"/>
                <a:t>硝坑</a:t>
              </a:r>
            </a:p>
            <a:p>
              <a:pPr algn="ctr"/>
              <a:r>
                <a:rPr sz="800">
                  <a:solidFill>
                    <a:srgbClr val="9A989E"/>
                  </a:solidFill>
                </a:rPr>
                <a:t>nitrepit</a:t>
              </a:r>
            </a:p>
          </p:txBody>
        </p:sp>
      </p:grpSp>
      <p:grpSp>
        <p:nvGrpSpPr>
          <p:cNvPr id="132" name="Group 131"/>
          <p:cNvGrpSpPr/>
          <p:nvPr/>
        </p:nvGrpSpPr>
        <p:grpSpPr>
          <a:xfrm>
            <a:off x="24300000" y="9050000"/>
            <a:ext cx="1280000" cy="1020000"/>
            <a:chOff x="24300000" y="9050000"/>
            <a:chExt cx="1280000" cy="1020000"/>
          </a:xfrm>
        </p:grpSpPr>
        <p:sp>
          <p:nvSpPr>
            <p:cNvPr id="133" name="Rectangle 132"/>
            <p:cNvSpPr/>
            <p:nvPr/>
          </p:nvSpPr>
          <p:spPr>
            <a:xfrm>
              <a:off x="24300000" y="9050000"/>
              <a:ext cx="1280000" cy="720000"/>
            </a:xfrm>
            <a:prstGeom prst="rect">
              <a:avLst/>
            </a:prstGeom>
            <a:solidFill>
              <a:srgbClr val="3FB950"/>
            </a:solidFill>
            <a:ln>
              <a:solidFill>
                <a:srgbClr val="2B8A3A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sz="900" b="1">
                  <a:solidFill>
                    <a:srgbClr val="FFFFFF"/>
                  </a:solidFill>
                </a:rPr>
                <a:t>要補圖</a:t>
              </a:r>
            </a:p>
            <a:p>
              <a:r>
                <a:rPr sz="900" b="1">
                  <a:solidFill>
                    <a:srgbClr val="FFFFFF"/>
                  </a:solidFill>
                </a:rPr>
                <a:t>tomb_masonhall</a:t>
              </a:r>
            </a:p>
          </p:txBody>
        </p:sp>
        <p:sp>
          <p:nvSpPr>
            <p:cNvPr id="134" name="TextBox 133"/>
            <p:cNvSpPr txBox="1"/>
            <p:nvPr/>
          </p:nvSpPr>
          <p:spPr>
            <a:xfrm>
              <a:off x="24300000" y="9770000"/>
              <a:ext cx="1280000" cy="300000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ctr"/>
              <a:r>
                <a:rPr sz="1300" b="1"/>
                <a:t>石工長廳</a:t>
              </a:r>
            </a:p>
            <a:p>
              <a:pPr algn="ctr"/>
              <a:r>
                <a:rPr sz="800">
                  <a:solidFill>
                    <a:srgbClr val="9A989E"/>
                  </a:solidFill>
                </a:rPr>
                <a:t>masonhall</a:t>
              </a:r>
            </a:p>
          </p:txBody>
        </p:sp>
      </p:grpSp>
      <p:grpSp>
        <p:nvGrpSpPr>
          <p:cNvPr id="135" name="Group 134"/>
          <p:cNvGrpSpPr/>
          <p:nvPr/>
        </p:nvGrpSpPr>
        <p:grpSpPr>
          <a:xfrm>
            <a:off x="27300000" y="9050000"/>
            <a:ext cx="1280000" cy="1020000"/>
            <a:chOff x="27300000" y="9050000"/>
            <a:chExt cx="1280000" cy="1020000"/>
          </a:xfrm>
        </p:grpSpPr>
        <p:sp>
          <p:nvSpPr>
            <p:cNvPr id="136" name="Rectangle 135"/>
            <p:cNvSpPr/>
            <p:nvPr/>
          </p:nvSpPr>
          <p:spPr>
            <a:xfrm>
              <a:off x="27300000" y="9050000"/>
              <a:ext cx="1280000" cy="720000"/>
            </a:xfrm>
            <a:prstGeom prst="rect">
              <a:avLst/>
            </a:prstGeom>
            <a:solidFill>
              <a:srgbClr val="3FB950"/>
            </a:solidFill>
            <a:ln>
              <a:solidFill>
                <a:srgbClr val="2B8A3A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sz="900" b="1">
                  <a:solidFill>
                    <a:srgbClr val="FFFFFF"/>
                  </a:solidFill>
                </a:rPr>
                <a:t>要補圖</a:t>
              </a:r>
            </a:p>
            <a:p>
              <a:r>
                <a:rPr sz="900" b="1">
                  <a:solidFill>
                    <a:srgbClr val="FFFFFF"/>
                  </a:solidFill>
                </a:rPr>
                <a:t>tomb_toolniche</a:t>
              </a:r>
            </a:p>
          </p:txBody>
        </p:sp>
        <p:sp>
          <p:nvSpPr>
            <p:cNvPr id="137" name="TextBox 136"/>
            <p:cNvSpPr txBox="1"/>
            <p:nvPr/>
          </p:nvSpPr>
          <p:spPr>
            <a:xfrm>
              <a:off x="27300000" y="9770000"/>
              <a:ext cx="1280000" cy="300000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ctr"/>
              <a:r>
                <a:rPr sz="1300" b="1"/>
                <a:t>工具龕</a:t>
              </a:r>
            </a:p>
            <a:p>
              <a:pPr algn="ctr"/>
              <a:r>
                <a:rPr sz="800">
                  <a:solidFill>
                    <a:srgbClr val="9A989E"/>
                  </a:solidFill>
                </a:rPr>
                <a:t>toolniche</a:t>
              </a:r>
            </a:p>
          </p:txBody>
        </p:sp>
      </p:grpSp>
      <p:grpSp>
        <p:nvGrpSpPr>
          <p:cNvPr id="138" name="Group 137"/>
          <p:cNvGrpSpPr/>
          <p:nvPr/>
        </p:nvGrpSpPr>
        <p:grpSpPr>
          <a:xfrm>
            <a:off x="24300000" y="10200000"/>
            <a:ext cx="1280000" cy="1020000"/>
            <a:chOff x="24300000" y="10200000"/>
            <a:chExt cx="1280000" cy="1020000"/>
          </a:xfrm>
        </p:grpSpPr>
        <p:sp>
          <p:nvSpPr>
            <p:cNvPr id="139" name="Rectangle 138"/>
            <p:cNvSpPr/>
            <p:nvPr/>
          </p:nvSpPr>
          <p:spPr>
            <a:xfrm>
              <a:off x="24300000" y="10200000"/>
              <a:ext cx="1280000" cy="720000"/>
            </a:xfrm>
            <a:prstGeom prst="rect">
              <a:avLst/>
            </a:prstGeom>
            <a:solidFill>
              <a:srgbClr val="3FB950"/>
            </a:solidFill>
            <a:ln>
              <a:solidFill>
                <a:srgbClr val="2B8A3A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sz="900" b="1">
                  <a:solidFill>
                    <a:srgbClr val="FFFFFF"/>
                  </a:solidFill>
                </a:rPr>
                <a:t>要補圖</a:t>
              </a:r>
            </a:p>
            <a:p>
              <a:r>
                <a:rPr sz="900" b="1">
                  <a:solidFill>
                    <a:srgbClr val="FFFFFF"/>
                  </a:solidFill>
                </a:rPr>
                <a:t>tomb_rubble</a:t>
              </a:r>
            </a:p>
          </p:txBody>
        </p:sp>
        <p:sp>
          <p:nvSpPr>
            <p:cNvPr id="140" name="TextBox 139"/>
            <p:cNvSpPr txBox="1"/>
            <p:nvPr/>
          </p:nvSpPr>
          <p:spPr>
            <a:xfrm>
              <a:off x="24300000" y="10920000"/>
              <a:ext cx="1280000" cy="300000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ctr"/>
              <a:r>
                <a:rPr sz="1300" b="1"/>
                <a:t>落石堆</a:t>
              </a:r>
            </a:p>
            <a:p>
              <a:pPr algn="ctr"/>
              <a:r>
                <a:rPr sz="800">
                  <a:solidFill>
                    <a:srgbClr val="9A989E"/>
                  </a:solidFill>
                </a:rPr>
                <a:t>rubble</a:t>
              </a:r>
            </a:p>
          </p:txBody>
        </p:sp>
      </p:grpSp>
      <p:grpSp>
        <p:nvGrpSpPr>
          <p:cNvPr id="141" name="Group 140"/>
          <p:cNvGrpSpPr/>
          <p:nvPr/>
        </p:nvGrpSpPr>
        <p:grpSpPr>
          <a:xfrm>
            <a:off x="21300000" y="11350000"/>
            <a:ext cx="1280000" cy="1020000"/>
            <a:chOff x="21300000" y="11350000"/>
            <a:chExt cx="1280000" cy="1020000"/>
          </a:xfrm>
        </p:grpSpPr>
        <p:sp>
          <p:nvSpPr>
            <p:cNvPr id="142" name="Rectangle 141"/>
            <p:cNvSpPr/>
            <p:nvPr/>
          </p:nvSpPr>
          <p:spPr>
            <a:xfrm>
              <a:off x="21300000" y="11350000"/>
              <a:ext cx="1280000" cy="720000"/>
            </a:xfrm>
            <a:prstGeom prst="rect">
              <a:avLst/>
            </a:prstGeom>
            <a:solidFill>
              <a:srgbClr val="3FB950"/>
            </a:solidFill>
            <a:ln>
              <a:solidFill>
                <a:srgbClr val="2B8A3A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sz="900" b="1">
                  <a:solidFill>
                    <a:srgbClr val="FFFFFF"/>
                  </a:solidFill>
                </a:rPr>
                <a:t>要補圖</a:t>
              </a:r>
            </a:p>
            <a:p>
              <a:r>
                <a:rPr sz="900" b="1">
                  <a:solidFill>
                    <a:srgbClr val="FFFFFF"/>
                  </a:solidFill>
                </a:rPr>
                <a:t>tomb_cryptwalk</a:t>
              </a:r>
            </a:p>
          </p:txBody>
        </p:sp>
        <p:sp>
          <p:nvSpPr>
            <p:cNvPr id="143" name="TextBox 142"/>
            <p:cNvSpPr txBox="1"/>
            <p:nvPr/>
          </p:nvSpPr>
          <p:spPr>
            <a:xfrm>
              <a:off x="21300000" y="12070000"/>
              <a:ext cx="1280000" cy="300000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ctr"/>
              <a:r>
                <a:rPr sz="1300" b="1"/>
                <a:t>墓道</a:t>
              </a:r>
            </a:p>
            <a:p>
              <a:pPr algn="ctr"/>
              <a:r>
                <a:rPr sz="800">
                  <a:solidFill>
                    <a:srgbClr val="9A989E"/>
                  </a:solidFill>
                </a:rPr>
                <a:t>cryptwalk</a:t>
              </a:r>
            </a:p>
          </p:txBody>
        </p:sp>
      </p:grpSp>
      <p:grpSp>
        <p:nvGrpSpPr>
          <p:cNvPr id="144" name="Group 143"/>
          <p:cNvGrpSpPr/>
          <p:nvPr/>
        </p:nvGrpSpPr>
        <p:grpSpPr>
          <a:xfrm>
            <a:off x="21300000" y="12500000"/>
            <a:ext cx="1280000" cy="1020000"/>
            <a:chOff x="21300000" y="12500000"/>
            <a:chExt cx="1280000" cy="1020000"/>
          </a:xfrm>
        </p:grpSpPr>
        <p:sp>
          <p:nvSpPr>
            <p:cNvPr id="145" name="Rectangle 144"/>
            <p:cNvSpPr/>
            <p:nvPr/>
          </p:nvSpPr>
          <p:spPr>
            <a:xfrm>
              <a:off x="21300000" y="12500000"/>
              <a:ext cx="1280000" cy="720000"/>
            </a:xfrm>
            <a:prstGeom prst="rect">
              <a:avLst/>
            </a:prstGeom>
            <a:solidFill>
              <a:srgbClr val="3FB950"/>
            </a:solidFill>
            <a:ln>
              <a:solidFill>
                <a:srgbClr val="2B8A3A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sz="900" b="1">
                  <a:solidFill>
                    <a:srgbClr val="FFFFFF"/>
                  </a:solidFill>
                </a:rPr>
                <a:t>要補圖</a:t>
              </a:r>
            </a:p>
            <a:p>
              <a:r>
                <a:rPr sz="900" b="1">
                  <a:solidFill>
                    <a:srgbClr val="FFFFFF"/>
                  </a:solidFill>
                </a:rPr>
                <a:t>tomb_deepwalk</a:t>
              </a:r>
            </a:p>
          </p:txBody>
        </p:sp>
        <p:sp>
          <p:nvSpPr>
            <p:cNvPr id="146" name="TextBox 145"/>
            <p:cNvSpPr txBox="1"/>
            <p:nvPr/>
          </p:nvSpPr>
          <p:spPr>
            <a:xfrm>
              <a:off x="21300000" y="13220000"/>
              <a:ext cx="1280000" cy="300000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ctr"/>
              <a:r>
                <a:rPr sz="1300" b="1"/>
                <a:t>墓道深處</a:t>
              </a:r>
            </a:p>
            <a:p>
              <a:pPr algn="ctr"/>
              <a:r>
                <a:rPr sz="800">
                  <a:solidFill>
                    <a:srgbClr val="9A989E"/>
                  </a:solidFill>
                </a:rPr>
                <a:t>deepwalk</a:t>
              </a:r>
            </a:p>
          </p:txBody>
        </p:sp>
      </p:grpSp>
      <p:grpSp>
        <p:nvGrpSpPr>
          <p:cNvPr id="147" name="Group 146"/>
          <p:cNvGrpSpPr/>
          <p:nvPr/>
        </p:nvGrpSpPr>
        <p:grpSpPr>
          <a:xfrm>
            <a:off x="21300000" y="13650000"/>
            <a:ext cx="1280000" cy="1020000"/>
            <a:chOff x="21300000" y="13650000"/>
            <a:chExt cx="1280000" cy="1020000"/>
          </a:xfrm>
        </p:grpSpPr>
        <p:sp>
          <p:nvSpPr>
            <p:cNvPr id="148" name="Rectangle 147"/>
            <p:cNvSpPr/>
            <p:nvPr/>
          </p:nvSpPr>
          <p:spPr>
            <a:xfrm>
              <a:off x="21300000" y="13650000"/>
              <a:ext cx="1280000" cy="720000"/>
            </a:xfrm>
            <a:prstGeom prst="rect">
              <a:avLst/>
            </a:prstGeom>
            <a:solidFill>
              <a:srgbClr val="3FB950"/>
            </a:solidFill>
            <a:ln>
              <a:solidFill>
                <a:srgbClr val="2B8A3A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sz="900" b="1">
                  <a:solidFill>
                    <a:srgbClr val="FFFFFF"/>
                  </a:solidFill>
                </a:rPr>
                <a:t>要補圖</a:t>
              </a:r>
            </a:p>
            <a:p>
              <a:r>
                <a:rPr sz="900" b="1">
                  <a:solidFill>
                    <a:srgbClr val="FFFFFF"/>
                  </a:solidFill>
                </a:rPr>
                <a:t>tomb_crossvault</a:t>
              </a:r>
            </a:p>
          </p:txBody>
        </p:sp>
        <p:sp>
          <p:nvSpPr>
            <p:cNvPr id="149" name="TextBox 148"/>
            <p:cNvSpPr txBox="1"/>
            <p:nvPr/>
          </p:nvSpPr>
          <p:spPr>
            <a:xfrm>
              <a:off x="21300000" y="14370000"/>
              <a:ext cx="1280000" cy="300000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ctr"/>
              <a:r>
                <a:rPr sz="1300" b="1"/>
                <a:t>十字墓窖</a:t>
              </a:r>
            </a:p>
            <a:p>
              <a:pPr algn="ctr"/>
              <a:r>
                <a:rPr sz="800">
                  <a:solidFill>
                    <a:srgbClr val="9A989E"/>
                  </a:solidFill>
                </a:rPr>
                <a:t>crossvault</a:t>
              </a:r>
            </a:p>
          </p:txBody>
        </p:sp>
      </p:grpSp>
      <p:grpSp>
        <p:nvGrpSpPr>
          <p:cNvPr id="150" name="Group 149"/>
          <p:cNvGrpSpPr/>
          <p:nvPr/>
        </p:nvGrpSpPr>
        <p:grpSpPr>
          <a:xfrm>
            <a:off x="18300000" y="13650000"/>
            <a:ext cx="1280000" cy="1020000"/>
            <a:chOff x="18300000" y="13650000"/>
            <a:chExt cx="1280000" cy="1020000"/>
          </a:xfrm>
        </p:grpSpPr>
        <p:sp>
          <p:nvSpPr>
            <p:cNvPr id="151" name="Rectangle 150"/>
            <p:cNvSpPr/>
            <p:nvPr/>
          </p:nvSpPr>
          <p:spPr>
            <a:xfrm>
              <a:off x="18300000" y="13650000"/>
              <a:ext cx="1280000" cy="720000"/>
            </a:xfrm>
            <a:prstGeom prst="rect">
              <a:avLst/>
            </a:prstGeom>
            <a:solidFill>
              <a:srgbClr val="3FB950"/>
            </a:solidFill>
            <a:ln>
              <a:solidFill>
                <a:srgbClr val="2B8A3A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sz="900" b="1">
                  <a:solidFill>
                    <a:srgbClr val="FFFFFF"/>
                  </a:solidFill>
                </a:rPr>
                <a:t>要補圖</a:t>
              </a:r>
            </a:p>
            <a:p>
              <a:r>
                <a:rPr sz="900" b="1">
                  <a:solidFill>
                    <a:srgbClr val="FFFFFF"/>
                  </a:solidFill>
                </a:rPr>
                <a:t>tomb_falsestair</a:t>
              </a:r>
            </a:p>
          </p:txBody>
        </p:sp>
        <p:sp>
          <p:nvSpPr>
            <p:cNvPr id="152" name="TextBox 151"/>
            <p:cNvSpPr txBox="1"/>
            <p:nvPr/>
          </p:nvSpPr>
          <p:spPr>
            <a:xfrm>
              <a:off x="18300000" y="14370000"/>
              <a:ext cx="1280000" cy="300000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ctr"/>
              <a:r>
                <a:rPr sz="1300" b="1"/>
                <a:t>塌陷的階梯</a:t>
              </a:r>
            </a:p>
            <a:p>
              <a:pPr algn="ctr"/>
              <a:r>
                <a:rPr sz="800">
                  <a:solidFill>
                    <a:srgbClr val="9A989E"/>
                  </a:solidFill>
                </a:rPr>
                <a:t>falsestair</a:t>
              </a:r>
            </a:p>
          </p:txBody>
        </p:sp>
      </p:grpSp>
      <p:grpSp>
        <p:nvGrpSpPr>
          <p:cNvPr id="153" name="Group 152"/>
          <p:cNvGrpSpPr/>
          <p:nvPr/>
        </p:nvGrpSpPr>
        <p:grpSpPr>
          <a:xfrm>
            <a:off x="24300000" y="13650000"/>
            <a:ext cx="1280000" cy="1020000"/>
            <a:chOff x="24300000" y="13650000"/>
            <a:chExt cx="1280000" cy="1020000"/>
          </a:xfrm>
        </p:grpSpPr>
        <p:pic>
          <p:nvPicPr>
            <p:cNvPr id="154" name="Picture 153" descr="tomb_stair2.webp.jpg"/>
            <p:cNvPicPr>
              <a:picLocks noChangeAspect="1"/>
            </p:cNvPicPr>
            <p:nvPr/>
          </p:nvPicPr>
          <p:blipFill>
            <a:blip r:embed="rId30"/>
            <a:stretch>
              <a:fillRect/>
            </a:stretch>
          </p:blipFill>
          <p:spPr>
            <a:xfrm>
              <a:off x="24300000" y="13650000"/>
              <a:ext cx="1280000" cy="720000"/>
            </a:xfrm>
            <a:prstGeom prst="rect">
              <a:avLst/>
            </a:prstGeom>
          </p:spPr>
        </p:pic>
        <p:sp>
          <p:nvSpPr>
            <p:cNvPr id="155" name="TextBox 154"/>
            <p:cNvSpPr txBox="1"/>
            <p:nvPr/>
          </p:nvSpPr>
          <p:spPr>
            <a:xfrm>
              <a:off x="24300000" y="14370000"/>
              <a:ext cx="1280000" cy="300000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ctr"/>
              <a:r>
                <a:rPr sz="1300" b="1"/>
                <a:t>第二道階梯</a:t>
              </a:r>
            </a:p>
            <a:p>
              <a:pPr algn="ctr"/>
              <a:r>
                <a:rPr sz="800">
                  <a:solidFill>
                    <a:srgbClr val="9A989E"/>
                  </a:solidFill>
                </a:rPr>
                <a:t>stair2</a:t>
              </a:r>
            </a:p>
          </p:txBody>
        </p:sp>
      </p:grpSp>
      <p:grpSp>
        <p:nvGrpSpPr>
          <p:cNvPr id="156" name="Group 155"/>
          <p:cNvGrpSpPr/>
          <p:nvPr/>
        </p:nvGrpSpPr>
        <p:grpSpPr>
          <a:xfrm>
            <a:off x="24300000" y="14800000"/>
            <a:ext cx="1280000" cy="1020000"/>
            <a:chOff x="24300000" y="14800000"/>
            <a:chExt cx="1280000" cy="1020000"/>
          </a:xfrm>
        </p:grpSpPr>
        <p:pic>
          <p:nvPicPr>
            <p:cNvPr id="157" name="Picture 156" descr="tomb_landing3.webp.jpg"/>
            <p:cNvPicPr>
              <a:picLocks noChangeAspect="1"/>
            </p:cNvPicPr>
            <p:nvPr/>
          </p:nvPicPr>
          <p:blipFill>
            <a:blip r:embed="rId31"/>
            <a:stretch>
              <a:fillRect/>
            </a:stretch>
          </p:blipFill>
          <p:spPr>
            <a:xfrm>
              <a:off x="24300000" y="14800000"/>
              <a:ext cx="1280000" cy="720000"/>
            </a:xfrm>
            <a:prstGeom prst="rect">
              <a:avLst/>
            </a:prstGeom>
          </p:spPr>
        </p:pic>
        <p:sp>
          <p:nvSpPr>
            <p:cNvPr id="158" name="TextBox 157"/>
            <p:cNvSpPr txBox="1"/>
            <p:nvPr/>
          </p:nvSpPr>
          <p:spPr>
            <a:xfrm>
              <a:off x="24300000" y="15520000"/>
              <a:ext cx="1280000" cy="300000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ctr"/>
              <a:r>
                <a:rPr sz="1300" b="1"/>
                <a:t>三層梯廳</a:t>
              </a:r>
            </a:p>
            <a:p>
              <a:pPr algn="ctr"/>
              <a:r>
                <a:rPr sz="800">
                  <a:solidFill>
                    <a:srgbClr val="9A989E"/>
                  </a:solidFill>
                </a:rPr>
                <a:t>landing3</a:t>
              </a:r>
            </a:p>
          </p:txBody>
        </p:sp>
      </p:grpSp>
      <p:grpSp>
        <p:nvGrpSpPr>
          <p:cNvPr id="159" name="Group 158"/>
          <p:cNvGrpSpPr/>
          <p:nvPr/>
        </p:nvGrpSpPr>
        <p:grpSpPr>
          <a:xfrm>
            <a:off x="24300000" y="15950000"/>
            <a:ext cx="1280000" cy="1020000"/>
            <a:chOff x="24300000" y="15950000"/>
            <a:chExt cx="1280000" cy="1020000"/>
          </a:xfrm>
        </p:grpSpPr>
        <p:pic>
          <p:nvPicPr>
            <p:cNvPr id="160" name="Picture 159" descr="tomb_gallery3.webp.jpg"/>
            <p:cNvPicPr>
              <a:picLocks noChangeAspect="1"/>
            </p:cNvPicPr>
            <p:nvPr/>
          </p:nvPicPr>
          <p:blipFill>
            <a:blip r:embed="rId32"/>
            <a:stretch>
              <a:fillRect/>
            </a:stretch>
          </p:blipFill>
          <p:spPr>
            <a:xfrm>
              <a:off x="24300000" y="15950000"/>
              <a:ext cx="1280000" cy="720000"/>
            </a:xfrm>
            <a:prstGeom prst="rect">
              <a:avLst/>
            </a:prstGeom>
          </p:spPr>
        </p:pic>
        <p:sp>
          <p:nvSpPr>
            <p:cNvPr id="161" name="TextBox 160"/>
            <p:cNvSpPr txBox="1"/>
            <p:nvPr/>
          </p:nvSpPr>
          <p:spPr>
            <a:xfrm>
              <a:off x="24300000" y="16670000"/>
              <a:ext cx="1280000" cy="300000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ctr"/>
              <a:r>
                <a:rPr sz="1300" b="1"/>
                <a:t>玄室前廊</a:t>
              </a:r>
            </a:p>
            <a:p>
              <a:pPr algn="ctr"/>
              <a:r>
                <a:rPr sz="800">
                  <a:solidFill>
                    <a:srgbClr val="9A989E"/>
                  </a:solidFill>
                </a:rPr>
                <a:t>gallery3</a:t>
              </a:r>
            </a:p>
          </p:txBody>
        </p:sp>
      </p:grpSp>
      <p:grpSp>
        <p:nvGrpSpPr>
          <p:cNvPr id="162" name="Group 161"/>
          <p:cNvGrpSpPr/>
          <p:nvPr/>
        </p:nvGrpSpPr>
        <p:grpSpPr>
          <a:xfrm>
            <a:off x="27300000" y="15950000"/>
            <a:ext cx="1280000" cy="1020000"/>
            <a:chOff x="27300000" y="15950000"/>
            <a:chExt cx="1280000" cy="1020000"/>
          </a:xfrm>
        </p:grpSpPr>
        <p:pic>
          <p:nvPicPr>
            <p:cNvPr id="163" name="Picture 162" descr="tomb_vaultw.webp.jpg"/>
            <p:cNvPicPr>
              <a:picLocks noChangeAspect="1"/>
            </p:cNvPicPr>
            <p:nvPr/>
          </p:nvPicPr>
          <p:blipFill>
            <a:blip r:embed="rId33"/>
            <a:stretch>
              <a:fillRect/>
            </a:stretch>
          </p:blipFill>
          <p:spPr>
            <a:xfrm>
              <a:off x="27300000" y="15950000"/>
              <a:ext cx="1280000" cy="720000"/>
            </a:xfrm>
            <a:prstGeom prst="rect">
              <a:avLst/>
            </a:prstGeom>
          </p:spPr>
        </p:pic>
        <p:sp>
          <p:nvSpPr>
            <p:cNvPr id="164" name="TextBox 163"/>
            <p:cNvSpPr txBox="1"/>
            <p:nvPr/>
          </p:nvSpPr>
          <p:spPr>
            <a:xfrm>
              <a:off x="27300000" y="16670000"/>
              <a:ext cx="1280000" cy="300000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ctr"/>
              <a:r>
                <a:rPr sz="1300" b="1"/>
                <a:t>側墓穴</a:t>
              </a:r>
            </a:p>
            <a:p>
              <a:pPr algn="ctr"/>
              <a:r>
                <a:rPr sz="800">
                  <a:solidFill>
                    <a:srgbClr val="9A989E"/>
                  </a:solidFill>
                </a:rPr>
                <a:t>vaultW</a:t>
              </a:r>
            </a:p>
          </p:txBody>
        </p:sp>
      </p:grpSp>
      <p:grpSp>
        <p:nvGrpSpPr>
          <p:cNvPr id="165" name="Group 164"/>
          <p:cNvGrpSpPr/>
          <p:nvPr/>
        </p:nvGrpSpPr>
        <p:grpSpPr>
          <a:xfrm>
            <a:off x="27300000" y="17100000"/>
            <a:ext cx="1280000" cy="1020000"/>
            <a:chOff x="27300000" y="17100000"/>
            <a:chExt cx="1280000" cy="1020000"/>
          </a:xfrm>
        </p:grpSpPr>
        <p:pic>
          <p:nvPicPr>
            <p:cNvPr id="166" name="Picture 165" descr="tomb_bonepit.webp.jpg"/>
            <p:cNvPicPr>
              <a:picLocks noChangeAspect="1"/>
            </p:cNvPicPr>
            <p:nvPr/>
          </p:nvPicPr>
          <p:blipFill>
            <a:blip r:embed="rId34"/>
            <a:stretch>
              <a:fillRect/>
            </a:stretch>
          </p:blipFill>
          <p:spPr>
            <a:xfrm>
              <a:off x="27300000" y="17100000"/>
              <a:ext cx="1280000" cy="720000"/>
            </a:xfrm>
            <a:prstGeom prst="rect">
              <a:avLst/>
            </a:prstGeom>
          </p:spPr>
        </p:pic>
        <p:sp>
          <p:nvSpPr>
            <p:cNvPr id="167" name="TextBox 166"/>
            <p:cNvSpPr txBox="1"/>
            <p:nvPr/>
          </p:nvSpPr>
          <p:spPr>
            <a:xfrm>
              <a:off x="27300000" y="17820000"/>
              <a:ext cx="1280000" cy="300000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ctr"/>
              <a:r>
                <a:rPr sz="1300" b="1"/>
                <a:t>骨坑</a:t>
              </a:r>
            </a:p>
            <a:p>
              <a:pPr algn="ctr"/>
              <a:r>
                <a:rPr sz="800">
                  <a:solidFill>
                    <a:srgbClr val="9A989E"/>
                  </a:solidFill>
                </a:rPr>
                <a:t>bonepit</a:t>
              </a:r>
            </a:p>
          </p:txBody>
        </p:sp>
      </p:grpSp>
      <p:grpSp>
        <p:nvGrpSpPr>
          <p:cNvPr id="168" name="Group 167"/>
          <p:cNvGrpSpPr/>
          <p:nvPr/>
        </p:nvGrpSpPr>
        <p:grpSpPr>
          <a:xfrm>
            <a:off x="27300000" y="18250000"/>
            <a:ext cx="1280000" cy="1020000"/>
            <a:chOff x="27300000" y="18250000"/>
            <a:chExt cx="1280000" cy="1020000"/>
          </a:xfrm>
        </p:grpSpPr>
        <p:pic>
          <p:nvPicPr>
            <p:cNvPr id="169" name="Picture 168" descr="tomb_bonepit.webp.jpg"/>
            <p:cNvPicPr>
              <a:picLocks noChangeAspect="1"/>
            </p:cNvPicPr>
            <p:nvPr/>
          </p:nvPicPr>
          <p:blipFill>
            <a:blip r:embed="rId34"/>
            <a:stretch>
              <a:fillRect/>
            </a:stretch>
          </p:blipFill>
          <p:spPr>
            <a:xfrm>
              <a:off x="27300000" y="18250000"/>
              <a:ext cx="1280000" cy="720000"/>
            </a:xfrm>
            <a:prstGeom prst="rect">
              <a:avLst/>
            </a:prstGeom>
          </p:spPr>
        </p:pic>
        <p:sp>
          <p:nvSpPr>
            <p:cNvPr id="170" name="TextBox 169"/>
            <p:cNvSpPr txBox="1"/>
            <p:nvPr/>
          </p:nvSpPr>
          <p:spPr>
            <a:xfrm>
              <a:off x="27300000" y="18970000"/>
              <a:ext cx="1280000" cy="300000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ctr"/>
              <a:r>
                <a:rPr sz="1300" b="1"/>
                <a:t>底層祭壇</a:t>
              </a:r>
            </a:p>
            <a:p>
              <a:pPr algn="ctr"/>
              <a:r>
                <a:rPr sz="800">
                  <a:solidFill>
                    <a:srgbClr val="9A989E"/>
                  </a:solidFill>
                </a:rPr>
                <a:t>lowaltar</a:t>
              </a:r>
            </a:p>
          </p:txBody>
        </p:sp>
      </p:grpSp>
      <p:grpSp>
        <p:nvGrpSpPr>
          <p:cNvPr id="171" name="Group 170"/>
          <p:cNvGrpSpPr/>
          <p:nvPr/>
        </p:nvGrpSpPr>
        <p:grpSpPr>
          <a:xfrm>
            <a:off x="24300000" y="17100000"/>
            <a:ext cx="1280000" cy="1020000"/>
            <a:chOff x="24300000" y="17100000"/>
            <a:chExt cx="1280000" cy="1020000"/>
          </a:xfrm>
        </p:grpSpPr>
        <p:pic>
          <p:nvPicPr>
            <p:cNvPr id="172" name="Picture 171" descr="tomb_crypt.webp.jpg"/>
            <p:cNvPicPr>
              <a:picLocks noChangeAspect="1"/>
            </p:cNvPicPr>
            <p:nvPr/>
          </p:nvPicPr>
          <p:blipFill>
            <a:blip r:embed="rId35"/>
            <a:stretch>
              <a:fillRect/>
            </a:stretch>
          </p:blipFill>
          <p:spPr>
            <a:xfrm>
              <a:off x="24300000" y="17100000"/>
              <a:ext cx="1280000" cy="720000"/>
            </a:xfrm>
            <a:prstGeom prst="rect">
              <a:avLst/>
            </a:prstGeom>
          </p:spPr>
        </p:pic>
        <p:sp>
          <p:nvSpPr>
            <p:cNvPr id="173" name="TextBox 172"/>
            <p:cNvSpPr txBox="1"/>
            <p:nvPr/>
          </p:nvSpPr>
          <p:spPr>
            <a:xfrm>
              <a:off x="24300000" y="17820000"/>
              <a:ext cx="1280000" cy="300000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ctr"/>
              <a:r>
                <a:rPr sz="1300" b="1"/>
                <a:t>石棺主室</a:t>
              </a:r>
            </a:p>
            <a:p>
              <a:pPr algn="ctr"/>
              <a:r>
                <a:rPr sz="800">
                  <a:solidFill>
                    <a:srgbClr val="9A989E"/>
                  </a:solidFill>
                </a:rPr>
                <a:t>crypt</a:t>
              </a:r>
            </a:p>
          </p:txBody>
        </p:sp>
      </p:grpSp>
      <p:cxnSp>
        <p:nvCxnSpPr>
          <p:cNvPr id="174" name="Connector 173"/>
          <p:cNvCxnSpPr/>
          <p:nvPr/>
        </p:nvCxnSpPr>
        <p:spPr>
          <a:xfrm flipV="1">
            <a:off x="12940000" y="17460000"/>
            <a:ext cx="0" cy="1150000"/>
          </a:xfrm>
          <a:prstGeom prst="line">
            <a:avLst/>
          </a:prstGeom>
          <a:ln w="19050">
            <a:solidFill>
              <a:srgbClr val="3333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5" name="Connector 174"/>
          <p:cNvCxnSpPr/>
          <p:nvPr/>
        </p:nvCxnSpPr>
        <p:spPr>
          <a:xfrm flipV="1">
            <a:off x="12940000" y="16310000"/>
            <a:ext cx="0" cy="1150000"/>
          </a:xfrm>
          <a:prstGeom prst="line">
            <a:avLst/>
          </a:prstGeom>
          <a:ln w="19050">
            <a:solidFill>
              <a:srgbClr val="3333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6" name="Connector 175"/>
          <p:cNvCxnSpPr/>
          <p:nvPr/>
        </p:nvCxnSpPr>
        <p:spPr>
          <a:xfrm>
            <a:off x="12940000" y="17460000"/>
            <a:ext cx="3000000" cy="0"/>
          </a:xfrm>
          <a:prstGeom prst="line">
            <a:avLst/>
          </a:prstGeom>
          <a:ln w="19050">
            <a:solidFill>
              <a:srgbClr val="3333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7" name="Connector 176"/>
          <p:cNvCxnSpPr/>
          <p:nvPr/>
        </p:nvCxnSpPr>
        <p:spPr>
          <a:xfrm>
            <a:off x="15940000" y="17460000"/>
            <a:ext cx="3000000" cy="0"/>
          </a:xfrm>
          <a:prstGeom prst="line">
            <a:avLst/>
          </a:prstGeom>
          <a:ln w="19050">
            <a:solidFill>
              <a:srgbClr val="3333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8" name="Connector 177"/>
          <p:cNvCxnSpPr/>
          <p:nvPr/>
        </p:nvCxnSpPr>
        <p:spPr>
          <a:xfrm flipV="1">
            <a:off x="18940000" y="16310000"/>
            <a:ext cx="0" cy="1150000"/>
          </a:xfrm>
          <a:prstGeom prst="line">
            <a:avLst/>
          </a:prstGeom>
          <a:ln w="19050">
            <a:solidFill>
              <a:srgbClr val="3333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9" name="Connector 178"/>
          <p:cNvCxnSpPr/>
          <p:nvPr/>
        </p:nvCxnSpPr>
        <p:spPr>
          <a:xfrm flipV="1">
            <a:off x="12940000" y="15160000"/>
            <a:ext cx="0" cy="1150000"/>
          </a:xfrm>
          <a:prstGeom prst="line">
            <a:avLst/>
          </a:prstGeom>
          <a:ln w="19050">
            <a:solidFill>
              <a:srgbClr val="3333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0" name="Connector 179"/>
          <p:cNvCxnSpPr/>
          <p:nvPr/>
        </p:nvCxnSpPr>
        <p:spPr>
          <a:xfrm flipH="1">
            <a:off x="9940000" y="16310000"/>
            <a:ext cx="3000000" cy="0"/>
          </a:xfrm>
          <a:prstGeom prst="line">
            <a:avLst/>
          </a:prstGeom>
          <a:ln w="19050">
            <a:solidFill>
              <a:srgbClr val="3333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1" name="Connector 180"/>
          <p:cNvCxnSpPr/>
          <p:nvPr/>
        </p:nvCxnSpPr>
        <p:spPr>
          <a:xfrm flipH="1">
            <a:off x="6940000" y="16310000"/>
            <a:ext cx="3000000" cy="0"/>
          </a:xfrm>
          <a:prstGeom prst="line">
            <a:avLst/>
          </a:prstGeom>
          <a:ln w="19050">
            <a:solidFill>
              <a:srgbClr val="3333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2" name="Connector 181"/>
          <p:cNvCxnSpPr/>
          <p:nvPr/>
        </p:nvCxnSpPr>
        <p:spPr>
          <a:xfrm>
            <a:off x="6940000" y="16310000"/>
            <a:ext cx="0" cy="1150000"/>
          </a:xfrm>
          <a:prstGeom prst="line">
            <a:avLst/>
          </a:prstGeom>
          <a:ln w="19050">
            <a:solidFill>
              <a:srgbClr val="3333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3" name="Connector 182"/>
          <p:cNvCxnSpPr/>
          <p:nvPr/>
        </p:nvCxnSpPr>
        <p:spPr>
          <a:xfrm>
            <a:off x="12940000" y="15160000"/>
            <a:ext cx="3000000" cy="0"/>
          </a:xfrm>
          <a:prstGeom prst="line">
            <a:avLst/>
          </a:prstGeom>
          <a:ln w="19050">
            <a:solidFill>
              <a:srgbClr val="3333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4" name="Connector 183"/>
          <p:cNvCxnSpPr/>
          <p:nvPr/>
        </p:nvCxnSpPr>
        <p:spPr>
          <a:xfrm flipH="1">
            <a:off x="9940000" y="15160000"/>
            <a:ext cx="3000000" cy="0"/>
          </a:xfrm>
          <a:prstGeom prst="line">
            <a:avLst/>
          </a:prstGeom>
          <a:ln w="19050">
            <a:solidFill>
              <a:srgbClr val="3333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5" name="Connector 184"/>
          <p:cNvCxnSpPr/>
          <p:nvPr/>
        </p:nvCxnSpPr>
        <p:spPr>
          <a:xfrm flipH="1">
            <a:off x="6940000" y="15160000"/>
            <a:ext cx="3000000" cy="0"/>
          </a:xfrm>
          <a:prstGeom prst="line">
            <a:avLst/>
          </a:prstGeom>
          <a:ln w="19050">
            <a:solidFill>
              <a:srgbClr val="3333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6" name="Connector 185"/>
          <p:cNvCxnSpPr/>
          <p:nvPr/>
        </p:nvCxnSpPr>
        <p:spPr>
          <a:xfrm flipV="1">
            <a:off x="15940000" y="14010000"/>
            <a:ext cx="0" cy="1150000"/>
          </a:xfrm>
          <a:prstGeom prst="line">
            <a:avLst/>
          </a:prstGeom>
          <a:ln w="19050">
            <a:solidFill>
              <a:srgbClr val="3333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7" name="Connector 186"/>
          <p:cNvCxnSpPr/>
          <p:nvPr/>
        </p:nvCxnSpPr>
        <p:spPr>
          <a:xfrm>
            <a:off x="15940000" y="15160000"/>
            <a:ext cx="3000000" cy="0"/>
          </a:xfrm>
          <a:prstGeom prst="line">
            <a:avLst/>
          </a:prstGeom>
          <a:ln w="19050">
            <a:solidFill>
              <a:srgbClr val="3333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8" name="Connector 187"/>
          <p:cNvCxnSpPr/>
          <p:nvPr/>
        </p:nvCxnSpPr>
        <p:spPr>
          <a:xfrm flipH="1">
            <a:off x="12940000" y="14010000"/>
            <a:ext cx="3000000" cy="0"/>
          </a:xfrm>
          <a:prstGeom prst="line">
            <a:avLst/>
          </a:prstGeom>
          <a:ln w="19050">
            <a:solidFill>
              <a:srgbClr val="3333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9" name="Connector 188"/>
          <p:cNvCxnSpPr/>
          <p:nvPr/>
        </p:nvCxnSpPr>
        <p:spPr>
          <a:xfrm flipV="1">
            <a:off x="15940000" y="12860000"/>
            <a:ext cx="0" cy="1150000"/>
          </a:xfrm>
          <a:prstGeom prst="line">
            <a:avLst/>
          </a:prstGeom>
          <a:ln w="19050">
            <a:solidFill>
              <a:srgbClr val="3333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0" name="Connector 189"/>
          <p:cNvCxnSpPr/>
          <p:nvPr/>
        </p:nvCxnSpPr>
        <p:spPr>
          <a:xfrm flipV="1">
            <a:off x="12940000" y="12860000"/>
            <a:ext cx="0" cy="1150000"/>
          </a:xfrm>
          <a:prstGeom prst="line">
            <a:avLst/>
          </a:prstGeom>
          <a:ln w="19050">
            <a:solidFill>
              <a:srgbClr val="3333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1" name="Connector 190"/>
          <p:cNvCxnSpPr/>
          <p:nvPr/>
        </p:nvCxnSpPr>
        <p:spPr>
          <a:xfrm flipH="1">
            <a:off x="9940000" y="14010000"/>
            <a:ext cx="3000000" cy="0"/>
          </a:xfrm>
          <a:prstGeom prst="line">
            <a:avLst/>
          </a:prstGeom>
          <a:ln w="19050">
            <a:solidFill>
              <a:srgbClr val="3333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2" name="Connector 191"/>
          <p:cNvCxnSpPr/>
          <p:nvPr/>
        </p:nvCxnSpPr>
        <p:spPr>
          <a:xfrm flipH="1">
            <a:off x="6940000" y="14010000"/>
            <a:ext cx="3000000" cy="0"/>
          </a:xfrm>
          <a:prstGeom prst="line">
            <a:avLst/>
          </a:prstGeom>
          <a:ln w="19050">
            <a:solidFill>
              <a:srgbClr val="3333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3" name="Connector 192"/>
          <p:cNvCxnSpPr/>
          <p:nvPr/>
        </p:nvCxnSpPr>
        <p:spPr>
          <a:xfrm flipV="1">
            <a:off x="9940000" y="12860000"/>
            <a:ext cx="0" cy="1150000"/>
          </a:xfrm>
          <a:prstGeom prst="line">
            <a:avLst/>
          </a:prstGeom>
          <a:ln w="19050">
            <a:solidFill>
              <a:srgbClr val="3333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4" name="Connector 193"/>
          <p:cNvCxnSpPr/>
          <p:nvPr/>
        </p:nvCxnSpPr>
        <p:spPr>
          <a:xfrm flipV="1">
            <a:off x="6940000" y="10560000"/>
            <a:ext cx="0" cy="3450000"/>
          </a:xfrm>
          <a:prstGeom prst="line">
            <a:avLst/>
          </a:prstGeom>
          <a:ln w="19050">
            <a:solidFill>
              <a:srgbClr val="3333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5" name="Connector 194"/>
          <p:cNvCxnSpPr/>
          <p:nvPr/>
        </p:nvCxnSpPr>
        <p:spPr>
          <a:xfrm flipV="1">
            <a:off x="6940000" y="9410000"/>
            <a:ext cx="0" cy="1150000"/>
          </a:xfrm>
          <a:prstGeom prst="line">
            <a:avLst/>
          </a:prstGeom>
          <a:ln w="19050">
            <a:solidFill>
              <a:srgbClr val="3333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6" name="Connector 195"/>
          <p:cNvCxnSpPr/>
          <p:nvPr/>
        </p:nvCxnSpPr>
        <p:spPr>
          <a:xfrm flipV="1">
            <a:off x="6940000" y="8260000"/>
            <a:ext cx="0" cy="1150000"/>
          </a:xfrm>
          <a:prstGeom prst="line">
            <a:avLst/>
          </a:prstGeom>
          <a:ln w="19050">
            <a:solidFill>
              <a:srgbClr val="3333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7" name="Connector 196"/>
          <p:cNvCxnSpPr/>
          <p:nvPr/>
        </p:nvCxnSpPr>
        <p:spPr>
          <a:xfrm>
            <a:off x="6940000" y="9410000"/>
            <a:ext cx="3000000" cy="0"/>
          </a:xfrm>
          <a:prstGeom prst="line">
            <a:avLst/>
          </a:prstGeom>
          <a:ln w="19050">
            <a:solidFill>
              <a:srgbClr val="3333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8" name="Connector 197"/>
          <p:cNvCxnSpPr/>
          <p:nvPr/>
        </p:nvCxnSpPr>
        <p:spPr>
          <a:xfrm flipH="1">
            <a:off x="3940000" y="9410000"/>
            <a:ext cx="3000000" cy="0"/>
          </a:xfrm>
          <a:prstGeom prst="line">
            <a:avLst/>
          </a:prstGeom>
          <a:ln w="19050">
            <a:solidFill>
              <a:srgbClr val="3333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9" name="Connector 198"/>
          <p:cNvCxnSpPr/>
          <p:nvPr/>
        </p:nvCxnSpPr>
        <p:spPr>
          <a:xfrm flipV="1">
            <a:off x="3940000" y="8260000"/>
            <a:ext cx="0" cy="1150000"/>
          </a:xfrm>
          <a:prstGeom prst="line">
            <a:avLst/>
          </a:prstGeom>
          <a:ln w="19050">
            <a:solidFill>
              <a:srgbClr val="3333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0" name="Connector 199"/>
          <p:cNvCxnSpPr/>
          <p:nvPr/>
        </p:nvCxnSpPr>
        <p:spPr>
          <a:xfrm flipV="1">
            <a:off x="6940000" y="7110000"/>
            <a:ext cx="0" cy="1150000"/>
          </a:xfrm>
          <a:prstGeom prst="line">
            <a:avLst/>
          </a:prstGeom>
          <a:ln w="19050">
            <a:solidFill>
              <a:srgbClr val="3333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1" name="Connector 200"/>
          <p:cNvCxnSpPr/>
          <p:nvPr/>
        </p:nvCxnSpPr>
        <p:spPr>
          <a:xfrm>
            <a:off x="9940000" y="9410000"/>
            <a:ext cx="0" cy="1150000"/>
          </a:xfrm>
          <a:prstGeom prst="line">
            <a:avLst/>
          </a:prstGeom>
          <a:ln w="19050">
            <a:solidFill>
              <a:srgbClr val="3333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2" name="Connector 201"/>
          <p:cNvCxnSpPr/>
          <p:nvPr/>
        </p:nvCxnSpPr>
        <p:spPr>
          <a:xfrm>
            <a:off x="9940000" y="9410000"/>
            <a:ext cx="3000000" cy="0"/>
          </a:xfrm>
          <a:prstGeom prst="line">
            <a:avLst/>
          </a:prstGeom>
          <a:ln w="19050">
            <a:solidFill>
              <a:srgbClr val="3333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3" name="Connector 202"/>
          <p:cNvCxnSpPr/>
          <p:nvPr/>
        </p:nvCxnSpPr>
        <p:spPr>
          <a:xfrm flipV="1">
            <a:off x="12940000" y="8260000"/>
            <a:ext cx="0" cy="1150000"/>
          </a:xfrm>
          <a:prstGeom prst="line">
            <a:avLst/>
          </a:prstGeom>
          <a:ln w="19050">
            <a:solidFill>
              <a:srgbClr val="3333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4" name="Connector 203"/>
          <p:cNvCxnSpPr/>
          <p:nvPr/>
        </p:nvCxnSpPr>
        <p:spPr>
          <a:xfrm>
            <a:off x="12940000" y="9410000"/>
            <a:ext cx="3000000" cy="0"/>
          </a:xfrm>
          <a:prstGeom prst="line">
            <a:avLst/>
          </a:prstGeom>
          <a:ln w="19050">
            <a:solidFill>
              <a:srgbClr val="3333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5" name="Connector 204"/>
          <p:cNvCxnSpPr/>
          <p:nvPr/>
        </p:nvCxnSpPr>
        <p:spPr>
          <a:xfrm>
            <a:off x="12940000" y="9410000"/>
            <a:ext cx="0" cy="1150000"/>
          </a:xfrm>
          <a:prstGeom prst="line">
            <a:avLst/>
          </a:prstGeom>
          <a:ln w="19050">
            <a:solidFill>
              <a:srgbClr val="3333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6" name="Connector 205"/>
          <p:cNvCxnSpPr/>
          <p:nvPr/>
        </p:nvCxnSpPr>
        <p:spPr>
          <a:xfrm>
            <a:off x="15940000" y="9410000"/>
            <a:ext cx="3000000" cy="0"/>
          </a:xfrm>
          <a:prstGeom prst="line">
            <a:avLst/>
          </a:prstGeom>
          <a:ln w="19050">
            <a:solidFill>
              <a:srgbClr val="3333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7" name="Connector 206"/>
          <p:cNvCxnSpPr/>
          <p:nvPr/>
        </p:nvCxnSpPr>
        <p:spPr>
          <a:xfrm>
            <a:off x="15940000" y="9410000"/>
            <a:ext cx="0" cy="1150000"/>
          </a:xfrm>
          <a:prstGeom prst="line">
            <a:avLst/>
          </a:prstGeom>
          <a:ln w="19050">
            <a:solidFill>
              <a:srgbClr val="3333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8" name="Connector 207"/>
          <p:cNvCxnSpPr/>
          <p:nvPr/>
        </p:nvCxnSpPr>
        <p:spPr>
          <a:xfrm flipV="1">
            <a:off x="18940000" y="8260000"/>
            <a:ext cx="0" cy="1150000"/>
          </a:xfrm>
          <a:prstGeom prst="line">
            <a:avLst/>
          </a:prstGeom>
          <a:ln w="19050">
            <a:solidFill>
              <a:srgbClr val="3333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9" name="Connector 208"/>
          <p:cNvCxnSpPr/>
          <p:nvPr/>
        </p:nvCxnSpPr>
        <p:spPr>
          <a:xfrm>
            <a:off x="18940000" y="9410000"/>
            <a:ext cx="3000000" cy="0"/>
          </a:xfrm>
          <a:prstGeom prst="line">
            <a:avLst/>
          </a:prstGeom>
          <a:ln w="19050">
            <a:solidFill>
              <a:srgbClr val="3333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0" name="Connector 209"/>
          <p:cNvCxnSpPr/>
          <p:nvPr/>
        </p:nvCxnSpPr>
        <p:spPr>
          <a:xfrm flipH="1">
            <a:off x="9940000" y="8260000"/>
            <a:ext cx="3000000" cy="0"/>
          </a:xfrm>
          <a:prstGeom prst="line">
            <a:avLst/>
          </a:prstGeom>
          <a:ln w="19050">
            <a:solidFill>
              <a:srgbClr val="3333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1" name="Connector 210"/>
          <p:cNvCxnSpPr/>
          <p:nvPr/>
        </p:nvCxnSpPr>
        <p:spPr>
          <a:xfrm flipV="1">
            <a:off x="21940000" y="8260000"/>
            <a:ext cx="0" cy="1150000"/>
          </a:xfrm>
          <a:prstGeom prst="line">
            <a:avLst/>
          </a:prstGeom>
          <a:ln w="19050">
            <a:solidFill>
              <a:srgbClr val="3333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2" name="Connector 211"/>
          <p:cNvCxnSpPr/>
          <p:nvPr/>
        </p:nvCxnSpPr>
        <p:spPr>
          <a:xfrm>
            <a:off x="21940000" y="9410000"/>
            <a:ext cx="3000000" cy="0"/>
          </a:xfrm>
          <a:prstGeom prst="line">
            <a:avLst/>
          </a:prstGeom>
          <a:ln w="19050">
            <a:solidFill>
              <a:srgbClr val="3333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3" name="Connector 212"/>
          <p:cNvCxnSpPr/>
          <p:nvPr/>
        </p:nvCxnSpPr>
        <p:spPr>
          <a:xfrm>
            <a:off x="21940000" y="9410000"/>
            <a:ext cx="0" cy="1150000"/>
          </a:xfrm>
          <a:prstGeom prst="line">
            <a:avLst/>
          </a:prstGeom>
          <a:ln w="19050">
            <a:solidFill>
              <a:srgbClr val="3333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4" name="Connector 213"/>
          <p:cNvCxnSpPr/>
          <p:nvPr/>
        </p:nvCxnSpPr>
        <p:spPr>
          <a:xfrm>
            <a:off x="21940000" y="10560000"/>
            <a:ext cx="0" cy="1150000"/>
          </a:xfrm>
          <a:prstGeom prst="line">
            <a:avLst/>
          </a:prstGeom>
          <a:ln w="19050">
            <a:solidFill>
              <a:srgbClr val="3333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5" name="Connector 214"/>
          <p:cNvCxnSpPr/>
          <p:nvPr/>
        </p:nvCxnSpPr>
        <p:spPr>
          <a:xfrm flipH="1">
            <a:off x="18940000" y="10560000"/>
            <a:ext cx="3000000" cy="0"/>
          </a:xfrm>
          <a:prstGeom prst="line">
            <a:avLst/>
          </a:prstGeom>
          <a:ln w="19050">
            <a:solidFill>
              <a:srgbClr val="3333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6" name="Connector 215"/>
          <p:cNvCxnSpPr/>
          <p:nvPr/>
        </p:nvCxnSpPr>
        <p:spPr>
          <a:xfrm flipV="1">
            <a:off x="21940000" y="7110000"/>
            <a:ext cx="0" cy="1150000"/>
          </a:xfrm>
          <a:prstGeom prst="line">
            <a:avLst/>
          </a:prstGeom>
          <a:ln w="19050">
            <a:solidFill>
              <a:srgbClr val="3333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7" name="Connector 216"/>
          <p:cNvCxnSpPr/>
          <p:nvPr/>
        </p:nvCxnSpPr>
        <p:spPr>
          <a:xfrm>
            <a:off x="21940000" y="8260000"/>
            <a:ext cx="3000000" cy="0"/>
          </a:xfrm>
          <a:prstGeom prst="line">
            <a:avLst/>
          </a:prstGeom>
          <a:ln w="19050">
            <a:solidFill>
              <a:srgbClr val="3333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8" name="Connector 217"/>
          <p:cNvCxnSpPr/>
          <p:nvPr/>
        </p:nvCxnSpPr>
        <p:spPr>
          <a:xfrm>
            <a:off x="24940000" y="9410000"/>
            <a:ext cx="3000000" cy="0"/>
          </a:xfrm>
          <a:prstGeom prst="line">
            <a:avLst/>
          </a:prstGeom>
          <a:ln w="19050">
            <a:solidFill>
              <a:srgbClr val="3333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9" name="Connector 218"/>
          <p:cNvCxnSpPr/>
          <p:nvPr/>
        </p:nvCxnSpPr>
        <p:spPr>
          <a:xfrm>
            <a:off x="24940000" y="9410000"/>
            <a:ext cx="0" cy="1150000"/>
          </a:xfrm>
          <a:prstGeom prst="line">
            <a:avLst/>
          </a:prstGeom>
          <a:ln w="19050">
            <a:solidFill>
              <a:srgbClr val="3333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0" name="Connector 219"/>
          <p:cNvCxnSpPr/>
          <p:nvPr/>
        </p:nvCxnSpPr>
        <p:spPr>
          <a:xfrm>
            <a:off x="21940000" y="11710000"/>
            <a:ext cx="0" cy="1150000"/>
          </a:xfrm>
          <a:prstGeom prst="line">
            <a:avLst/>
          </a:prstGeom>
          <a:ln w="19050">
            <a:solidFill>
              <a:srgbClr val="3333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1" name="Connector 220"/>
          <p:cNvCxnSpPr/>
          <p:nvPr/>
        </p:nvCxnSpPr>
        <p:spPr>
          <a:xfrm>
            <a:off x="21940000" y="12860000"/>
            <a:ext cx="0" cy="1150000"/>
          </a:xfrm>
          <a:prstGeom prst="line">
            <a:avLst/>
          </a:prstGeom>
          <a:ln w="19050">
            <a:solidFill>
              <a:srgbClr val="3333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2" name="Connector 221"/>
          <p:cNvCxnSpPr/>
          <p:nvPr/>
        </p:nvCxnSpPr>
        <p:spPr>
          <a:xfrm flipH="1">
            <a:off x="18940000" y="14010000"/>
            <a:ext cx="3000000" cy="0"/>
          </a:xfrm>
          <a:prstGeom prst="line">
            <a:avLst/>
          </a:prstGeom>
          <a:ln w="19050">
            <a:solidFill>
              <a:srgbClr val="3333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3" name="Connector 222"/>
          <p:cNvCxnSpPr/>
          <p:nvPr/>
        </p:nvCxnSpPr>
        <p:spPr>
          <a:xfrm>
            <a:off x="21940000" y="14010000"/>
            <a:ext cx="3000000" cy="0"/>
          </a:xfrm>
          <a:prstGeom prst="line">
            <a:avLst/>
          </a:prstGeom>
          <a:ln w="19050">
            <a:solidFill>
              <a:srgbClr val="3333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4" name="Connector 223"/>
          <p:cNvCxnSpPr/>
          <p:nvPr/>
        </p:nvCxnSpPr>
        <p:spPr>
          <a:xfrm>
            <a:off x="24940000" y="14010000"/>
            <a:ext cx="0" cy="1150000"/>
          </a:xfrm>
          <a:prstGeom prst="line">
            <a:avLst/>
          </a:prstGeom>
          <a:ln w="19050">
            <a:solidFill>
              <a:srgbClr val="3333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5" name="Connector 224"/>
          <p:cNvCxnSpPr/>
          <p:nvPr/>
        </p:nvCxnSpPr>
        <p:spPr>
          <a:xfrm>
            <a:off x="24940000" y="15160000"/>
            <a:ext cx="0" cy="1150000"/>
          </a:xfrm>
          <a:prstGeom prst="line">
            <a:avLst/>
          </a:prstGeom>
          <a:ln w="19050">
            <a:solidFill>
              <a:srgbClr val="3333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6" name="Connector 225"/>
          <p:cNvCxnSpPr/>
          <p:nvPr/>
        </p:nvCxnSpPr>
        <p:spPr>
          <a:xfrm>
            <a:off x="24940000" y="16310000"/>
            <a:ext cx="0" cy="1150000"/>
          </a:xfrm>
          <a:prstGeom prst="line">
            <a:avLst/>
          </a:prstGeom>
          <a:ln w="19050">
            <a:solidFill>
              <a:srgbClr val="3333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7" name="Connector 226"/>
          <p:cNvCxnSpPr/>
          <p:nvPr/>
        </p:nvCxnSpPr>
        <p:spPr>
          <a:xfrm>
            <a:off x="24940000" y="16310000"/>
            <a:ext cx="3000000" cy="0"/>
          </a:xfrm>
          <a:prstGeom prst="line">
            <a:avLst/>
          </a:prstGeom>
          <a:ln w="19050">
            <a:solidFill>
              <a:srgbClr val="3333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8" name="Connector 227"/>
          <p:cNvCxnSpPr/>
          <p:nvPr/>
        </p:nvCxnSpPr>
        <p:spPr>
          <a:xfrm>
            <a:off x="27940000" y="16310000"/>
            <a:ext cx="0" cy="1150000"/>
          </a:xfrm>
          <a:prstGeom prst="line">
            <a:avLst/>
          </a:prstGeom>
          <a:ln w="19050">
            <a:solidFill>
              <a:srgbClr val="3333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9" name="Connector 228"/>
          <p:cNvCxnSpPr/>
          <p:nvPr/>
        </p:nvCxnSpPr>
        <p:spPr>
          <a:xfrm>
            <a:off x="27940000" y="17460000"/>
            <a:ext cx="0" cy="1150000"/>
          </a:xfrm>
          <a:prstGeom prst="line">
            <a:avLst/>
          </a:prstGeom>
          <a:ln w="19050">
            <a:solidFill>
              <a:srgbClr val="3333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