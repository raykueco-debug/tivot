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00000" cy="1825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19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34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5950000"/>
            <a:ext cx="1280000" cy="1020000"/>
            <a:chOff x="15300000" y="1595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480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37" name="Picture 36" descr="tomb_chapel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pic>
          <p:nvPicPr>
            <p:cNvPr id="40" name="Picture 39" descr="tomb_ambulatory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25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43" name="Picture 42" descr="tomb_apse_day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2300000" y="11350000"/>
            <a:ext cx="1280000" cy="1020000"/>
            <a:chOff x="12300000" y="11350000"/>
            <a:chExt cx="1280000" cy="1020000"/>
          </a:xfrm>
        </p:grpSpPr>
        <p:pic>
          <p:nvPicPr>
            <p:cNvPr id="46" name="Picture 45" descr="tomb_reliqua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2300000" y="113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2300000" y="120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pic>
          <p:nvPicPr>
            <p:cNvPr id="49" name="Picture 48" descr="tomb_cloister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6300000" y="12500000"/>
            <a:ext cx="1280000" cy="1020000"/>
            <a:chOff x="6300000" y="12500000"/>
            <a:chExt cx="1280000" cy="1020000"/>
          </a:xfrm>
        </p:grpSpPr>
        <p:pic>
          <p:nvPicPr>
            <p:cNvPr id="52" name="Picture 51" descr="tomb_stair1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6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第一道階梯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55" name="Picture 54" descr="tomb_landing2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58" name="Picture 57" descr="tomb_hall2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pic>
          <p:nvPicPr>
            <p:cNvPr id="61" name="Picture 60" descr="tomb_cistern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300000" y="6750000"/>
              <a:ext cx="1280000" cy="720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64" name="Picture 63" descr="tomb_corr2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67" name="Picture 66" descr="tomb_sump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70" name="Picture 69" descr="tomb_rotunda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15300000" y="7900000"/>
            <a:ext cx="1280000" cy="1020000"/>
            <a:chOff x="15300000" y="7900000"/>
            <a:chExt cx="1280000" cy="1020000"/>
          </a:xfrm>
        </p:grpSpPr>
        <p:pic>
          <p:nvPicPr>
            <p:cNvPr id="73" name="Picture 72" descr="tomb_sarc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5300000" y="7900000"/>
              <a:ext cx="1280000" cy="720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15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76" name="Picture 75" descr="tomb_ossuary2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18300000" y="6750000"/>
            <a:ext cx="1280000" cy="1020000"/>
            <a:chOff x="18300000" y="6750000"/>
            <a:chExt cx="1280000" cy="1020000"/>
          </a:xfrm>
        </p:grpSpPr>
        <p:pic>
          <p:nvPicPr>
            <p:cNvPr id="79" name="Picture 78" descr="tomb_kil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8300000" y="675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18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12300000" y="6750000"/>
            <a:ext cx="1280000" cy="1020000"/>
            <a:chOff x="12300000" y="6750000"/>
            <a:chExt cx="1280000" cy="1020000"/>
          </a:xfrm>
        </p:grpSpPr>
        <p:pic>
          <p:nvPicPr>
            <p:cNvPr id="82" name="Picture 81" descr="tomb_nichehall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2300000" y="6750000"/>
              <a:ext cx="1280000" cy="720000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12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6750000"/>
            <a:ext cx="1280000" cy="1020000"/>
            <a:chOff x="9300000" y="6750000"/>
            <a:chExt cx="1280000" cy="1020000"/>
          </a:xfrm>
        </p:grpSpPr>
        <p:pic>
          <p:nvPicPr>
            <p:cNvPr id="85" name="Picture 84" descr="tomb_ossuary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67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5600000"/>
            <a:ext cx="1280000" cy="1020000"/>
            <a:chOff x="9300000" y="5600000"/>
            <a:chExt cx="1280000" cy="1020000"/>
          </a:xfrm>
        </p:grpSpPr>
        <p:pic>
          <p:nvPicPr>
            <p:cNvPr id="88" name="Picture 87" descr="tomb_stair2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9300000" y="56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63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第二道階梯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9300000" y="3300000"/>
            <a:ext cx="1280000" cy="1020000"/>
            <a:chOff x="9300000" y="3300000"/>
            <a:chExt cx="1280000" cy="1020000"/>
          </a:xfrm>
        </p:grpSpPr>
        <p:pic>
          <p:nvPicPr>
            <p:cNvPr id="91" name="Picture 90" descr="tomb_landing3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9300000" y="330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9300000" y="40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300000" y="2150000"/>
            <a:ext cx="1280000" cy="1020000"/>
            <a:chOff x="9300000" y="2150000"/>
            <a:chExt cx="1280000" cy="1020000"/>
          </a:xfrm>
        </p:grpSpPr>
        <p:pic>
          <p:nvPicPr>
            <p:cNvPr id="94" name="Picture 93" descr="tomb_gallery3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9300000" y="2150000"/>
              <a:ext cx="1280000" cy="720000"/>
            </a:xfrm>
            <a:prstGeom prst="rect">
              <a:avLst/>
            </a:prstGeom>
          </p:spPr>
        </p:pic>
        <p:sp>
          <p:nvSpPr>
            <p:cNvPr id="95" name="TextBox 94"/>
            <p:cNvSpPr txBox="1"/>
            <p:nvPr/>
          </p:nvSpPr>
          <p:spPr>
            <a:xfrm>
              <a:off x="9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6300000" y="2150000"/>
            <a:ext cx="1280000" cy="1020000"/>
            <a:chOff x="6300000" y="2150000"/>
            <a:chExt cx="1280000" cy="1020000"/>
          </a:xfrm>
        </p:grpSpPr>
        <p:pic>
          <p:nvPicPr>
            <p:cNvPr id="97" name="Picture 96" descr="tomb_vaultw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300000" y="21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6300000" y="28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6300000" y="1000000"/>
            <a:ext cx="1280000" cy="1020000"/>
            <a:chOff x="6300000" y="1000000"/>
            <a:chExt cx="1280000" cy="1020000"/>
          </a:xfrm>
        </p:grpSpPr>
        <p:pic>
          <p:nvPicPr>
            <p:cNvPr id="100" name="Picture 99" descr="tomb_bonepit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300000" y="100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6300000" y="1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9300000" y="1000000"/>
            <a:ext cx="1280000" cy="1020000"/>
            <a:chOff x="9300000" y="1000000"/>
            <a:chExt cx="1280000" cy="1020000"/>
          </a:xfrm>
        </p:grpSpPr>
        <p:pic>
          <p:nvPicPr>
            <p:cNvPr id="103" name="Picture 102" descr="tomb_crypt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9300000" y="10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9300000" y="17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05" name="Connector 104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5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8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2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12940000" y="128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2940000" y="117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940000" y="128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6940000" y="128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6940000" y="941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9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2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2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5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8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940000" y="71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940000" y="59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9940000" y="3660000"/>
            <a:ext cx="0" cy="230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9940000" y="25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9940000" y="13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6940000" y="25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6940000" y="13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