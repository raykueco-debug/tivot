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9100000" cy="194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Relationship Id="rId8" Type="http://schemas.openxmlformats.org/officeDocument/2006/relationships/image" Target="../media/image7.jpg"/><Relationship Id="rId9" Type="http://schemas.openxmlformats.org/officeDocument/2006/relationships/image" Target="../media/image8.jpg"/><Relationship Id="rId10" Type="http://schemas.openxmlformats.org/officeDocument/2006/relationships/image" Target="../media/image9.jpg"/><Relationship Id="rId11" Type="http://schemas.openxmlformats.org/officeDocument/2006/relationships/image" Target="../media/image10.jpg"/><Relationship Id="rId12" Type="http://schemas.openxmlformats.org/officeDocument/2006/relationships/image" Target="../media/image11.jpg"/><Relationship Id="rId13" Type="http://schemas.openxmlformats.org/officeDocument/2006/relationships/image" Target="../media/image12.jpg"/><Relationship Id="rId14" Type="http://schemas.openxmlformats.org/officeDocument/2006/relationships/image" Target="../media/image13.jpg"/><Relationship Id="rId15" Type="http://schemas.openxmlformats.org/officeDocument/2006/relationships/image" Target="../media/image14.jpg"/><Relationship Id="rId16" Type="http://schemas.openxmlformats.org/officeDocument/2006/relationships/image" Target="../media/image15.jpg"/><Relationship Id="rId17" Type="http://schemas.openxmlformats.org/officeDocument/2006/relationships/image" Target="../media/image16.jpg"/><Relationship Id="rId18" Type="http://schemas.openxmlformats.org/officeDocument/2006/relationships/image" Target="../media/image17.jpg"/><Relationship Id="rId19" Type="http://schemas.openxmlformats.org/officeDocument/2006/relationships/image" Target="../media/image18.jpg"/><Relationship Id="rId20" Type="http://schemas.openxmlformats.org/officeDocument/2006/relationships/image" Target="../media/image19.jpg"/><Relationship Id="rId21" Type="http://schemas.openxmlformats.org/officeDocument/2006/relationships/image" Target="../media/image20.jpg"/><Relationship Id="rId22" Type="http://schemas.openxmlformats.org/officeDocument/2006/relationships/image" Target="../media/image21.jpg"/><Relationship Id="rId23" Type="http://schemas.openxmlformats.org/officeDocument/2006/relationships/image" Target="../media/image22.jpg"/><Relationship Id="rId24" Type="http://schemas.openxmlformats.org/officeDocument/2006/relationships/image" Target="../media/image23.jpg"/><Relationship Id="rId25" Type="http://schemas.openxmlformats.org/officeDocument/2006/relationships/image" Target="../media/image24.jpg"/><Relationship Id="rId26" Type="http://schemas.openxmlformats.org/officeDocument/2006/relationships/image" Target="../media/image25.jpg"/><Relationship Id="rId27" Type="http://schemas.openxmlformats.org/officeDocument/2006/relationships/image" Target="../media/image26.jpg"/><Relationship Id="rId28" Type="http://schemas.openxmlformats.org/officeDocument/2006/relationships/image" Target="../media/image27.jpg"/><Relationship Id="rId29" Type="http://schemas.openxmlformats.org/officeDocument/2006/relationships/image" Target="../media/image28.jpg"/><Relationship Id="rId30" Type="http://schemas.openxmlformats.org/officeDocument/2006/relationships/image" Target="../media/image29.jpg"/><Relationship Id="rId31" Type="http://schemas.openxmlformats.org/officeDocument/2006/relationships/image" Target="../media/image30.jpg"/><Relationship Id="rId32" Type="http://schemas.openxmlformats.org/officeDocument/2006/relationships/image" Target="../media/image31.jpg"/><Relationship Id="rId33" Type="http://schemas.openxmlformats.org/officeDocument/2006/relationships/image" Target="../media/image32.jpg"/><Relationship Id="rId34" Type="http://schemas.openxmlformats.org/officeDocument/2006/relationships/image" Target="../media/image33.jpg"/><Relationship Id="rId35" Type="http://schemas.openxmlformats.org/officeDocument/2006/relationships/image" Target="../media/image34.jpg"/><Relationship Id="rId36" Type="http://schemas.openxmlformats.org/officeDocument/2006/relationships/image" Target="../media/image35.jpg"/><Relationship Id="rId37" Type="http://schemas.openxmlformats.org/officeDocument/2006/relationships/image" Target="../media/image36.jpg"/><Relationship Id="rId38" Type="http://schemas.openxmlformats.org/officeDocument/2006/relationships/image" Target="../media/image37.jpg"/><Relationship Id="rId39" Type="http://schemas.openxmlformats.org/officeDocument/2006/relationships/image" Target="../media/image38.jpg"/><Relationship Id="rId40" Type="http://schemas.openxmlformats.org/officeDocument/2006/relationships/image" Target="../media/image39.jpg"/><Relationship Id="rId41" Type="http://schemas.openxmlformats.org/officeDocument/2006/relationships/image" Target="../media/image40.jpg"/><Relationship Id="rId42" Type="http://schemas.openxmlformats.org/officeDocument/2006/relationships/image" Target="../media/image41.jpg"/><Relationship Id="rId43" Type="http://schemas.openxmlformats.org/officeDocument/2006/relationships/image" Target="../media/image42.jpg"/><Relationship Id="rId44" Type="http://schemas.openxmlformats.org/officeDocument/2006/relationships/image" Target="../media/image43.jpg"/><Relationship Id="rId45" Type="http://schemas.openxmlformats.org/officeDocument/2006/relationships/image" Target="../media/image44.jpg"/><Relationship Id="rId46" Type="http://schemas.openxmlformats.org/officeDocument/2006/relationships/image" Target="../media/image45.jpg"/><Relationship Id="rId47" Type="http://schemas.openxmlformats.org/officeDocument/2006/relationships/image" Target="../media/image46.jpg"/><Relationship Id="rId48" Type="http://schemas.openxmlformats.org/officeDocument/2006/relationships/image" Target="../media/image47.jpg"/><Relationship Id="rId49" Type="http://schemas.openxmlformats.org/officeDocument/2006/relationships/image" Target="../media/image48.jpg"/><Relationship Id="rId50" Type="http://schemas.openxmlformats.org/officeDocument/2006/relationships/image" Target="../media/image49.jpg"/><Relationship Id="rId51" Type="http://schemas.openxmlformats.org/officeDocument/2006/relationships/image" Target="../media/image50.jpg"/><Relationship Id="rId52" Type="http://schemas.openxmlformats.org/officeDocument/2006/relationships/image" Target="../media/image51.jpg"/><Relationship Id="rId53" Type="http://schemas.openxmlformats.org/officeDocument/2006/relationships/image" Target="../media/image52.jpg"/><Relationship Id="rId54" Type="http://schemas.openxmlformats.org/officeDocument/2006/relationships/image" Target="../media/image53.jpg"/><Relationship Id="rId55" Type="http://schemas.openxmlformats.org/officeDocument/2006/relationships/image" Target="../media/image54.jpg"/><Relationship Id="rId56" Type="http://schemas.openxmlformats.org/officeDocument/2006/relationships/image" Target="../media/image55.jpg"/><Relationship Id="rId57" Type="http://schemas.openxmlformats.org/officeDocument/2006/relationships/image" Target="../media/image56.jpg"/><Relationship Id="rId58" Type="http://schemas.openxmlformats.org/officeDocument/2006/relationships/image" Target="../media/image57.jpg"/><Relationship Id="rId59" Type="http://schemas.openxmlformats.org/officeDocument/2006/relationships/image" Target="../media/image58.jpg"/><Relationship Id="rId60" Type="http://schemas.openxmlformats.org/officeDocument/2006/relationships/image" Target="../media/image59.jpg"/><Relationship Id="rId61" Type="http://schemas.openxmlformats.org/officeDocument/2006/relationships/image" Target="../media/image60.jpg"/><Relationship Id="rId62" Type="http://schemas.openxmlformats.org/officeDocument/2006/relationships/image" Target="../media/image6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0000" y="160000"/>
            <a:ext cx="285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伊甸古墓　拓樸</a:t>
            </a:r>
          </a:p>
          <a:p>
            <a:r>
              <a:rPr sz="1200">
                <a:solidFill>
                  <a:srgbClr val="7A787E"/>
                </a:solidFill>
              </a:rPr>
              <a:t>61 格・每一格是「縮圖＋地名」的群組，可以直接拖；連線是 connector，拖格子時會跟著走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12300000" y="18250000"/>
            <a:ext cx="1280000" cy="1020000"/>
            <a:chOff x="12300000" y="18250000"/>
            <a:chExt cx="1280000" cy="1020000"/>
          </a:xfrm>
        </p:grpSpPr>
        <p:pic>
          <p:nvPicPr>
            <p:cNvPr id="4" name="Picture 3" descr="tomb_gate_day.webp.jp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300000" y="18250000"/>
              <a:ext cx="1280000" cy="720000"/>
            </a:xfrm>
            <a:prstGeom prst="rect">
              <a:avLst/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12300000" y="189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墓門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gate</a:t>
              </a:r>
            </a:p>
          </p:txBody>
        </p:sp>
      </p:grpSp>
      <p:grpSp>
        <p:nvGrpSpPr>
          <p:cNvPr id="6" name="Group 5"/>
          <p:cNvGrpSpPr/>
          <p:nvPr/>
        </p:nvGrpSpPr>
        <p:grpSpPr>
          <a:xfrm>
            <a:off x="12300000" y="17100000"/>
            <a:ext cx="1280000" cy="1020000"/>
            <a:chOff x="12300000" y="17100000"/>
            <a:chExt cx="1280000" cy="1020000"/>
          </a:xfrm>
        </p:grpSpPr>
        <p:pic>
          <p:nvPicPr>
            <p:cNvPr id="7" name="Picture 6" descr="tomb_vestibule.webp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300000" y="17100000"/>
              <a:ext cx="1280000" cy="720000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12300000" y="178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前庭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vestibule</a:t>
              </a:r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15300000" y="17100000"/>
            <a:ext cx="1280000" cy="1020000"/>
            <a:chOff x="15300000" y="17100000"/>
            <a:chExt cx="1280000" cy="1020000"/>
          </a:xfrm>
        </p:grpSpPr>
        <p:pic>
          <p:nvPicPr>
            <p:cNvPr id="10" name="Picture 9" descr="tomb_lapidarium.webp.jp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300000" y="17100000"/>
              <a:ext cx="1280000" cy="720000"/>
            </a:xfrm>
            <a:prstGeom prst="rect">
              <a:avLst/>
            </a:prstGeom>
          </p:spPr>
        </p:pic>
        <p:sp>
          <p:nvSpPr>
            <p:cNvPr id="11" name="TextBox 10"/>
            <p:cNvSpPr txBox="1"/>
            <p:nvPr/>
          </p:nvSpPr>
          <p:spPr>
            <a:xfrm>
              <a:off x="15300000" y="178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碑廊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lapidarium</a:t>
              </a: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18300000" y="17100000"/>
            <a:ext cx="1280000" cy="1020000"/>
            <a:chOff x="18300000" y="17100000"/>
            <a:chExt cx="1280000" cy="1020000"/>
          </a:xfrm>
        </p:grpSpPr>
        <p:pic>
          <p:nvPicPr>
            <p:cNvPr id="13" name="Picture 12" descr="tomb_ossuarya.webp.jp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8300000" y="17100000"/>
              <a:ext cx="1280000" cy="720000"/>
            </a:xfrm>
            <a:prstGeom prst="rect">
              <a:avLst/>
            </a:prstGeom>
          </p:spPr>
        </p:pic>
        <p:sp>
          <p:nvSpPr>
            <p:cNvPr id="14" name="TextBox 13"/>
            <p:cNvSpPr txBox="1"/>
            <p:nvPr/>
          </p:nvSpPr>
          <p:spPr>
            <a:xfrm>
              <a:off x="18300000" y="178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骨甕廊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ossuaryA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18300000" y="15950000"/>
            <a:ext cx="1280000" cy="1020000"/>
            <a:chOff x="18300000" y="15950000"/>
            <a:chExt cx="1280000" cy="1020000"/>
          </a:xfrm>
        </p:grpSpPr>
        <p:pic>
          <p:nvPicPr>
            <p:cNvPr id="16" name="Picture 15" descr="tomb_crypta.webp.jp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8300000" y="15950000"/>
              <a:ext cx="1280000" cy="720000"/>
            </a:xfrm>
            <a:prstGeom prst="rect">
              <a:avLst/>
            </a:prstGeom>
          </p:spPr>
        </p:pic>
        <p:sp>
          <p:nvSpPr>
            <p:cNvPr id="17" name="TextBox 16"/>
            <p:cNvSpPr txBox="1"/>
            <p:nvPr/>
          </p:nvSpPr>
          <p:spPr>
            <a:xfrm>
              <a:off x="18300000" y="166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家族墓室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cryptA</a:t>
              </a: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12300000" y="15950000"/>
            <a:ext cx="1280000" cy="1020000"/>
            <a:chOff x="12300000" y="15950000"/>
            <a:chExt cx="1280000" cy="1020000"/>
          </a:xfrm>
        </p:grpSpPr>
        <p:pic>
          <p:nvPicPr>
            <p:cNvPr id="19" name="Picture 18" descr="tomb_nave.webp.jp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2300000" y="15950000"/>
              <a:ext cx="1280000" cy="720000"/>
            </a:xfrm>
            <a:prstGeom prst="rect">
              <a:avLst/>
            </a:prstGeom>
          </p:spPr>
        </p:pic>
        <p:sp>
          <p:nvSpPr>
            <p:cNvPr id="20" name="TextBox 19"/>
            <p:cNvSpPr txBox="1"/>
            <p:nvPr/>
          </p:nvSpPr>
          <p:spPr>
            <a:xfrm>
              <a:off x="12300000" y="166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中殿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nave</a:t>
              </a:r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9300000" y="15950000"/>
            <a:ext cx="1280000" cy="1020000"/>
            <a:chOff x="9300000" y="15950000"/>
            <a:chExt cx="1280000" cy="1020000"/>
          </a:xfrm>
        </p:grpSpPr>
        <p:pic>
          <p:nvPicPr>
            <p:cNvPr id="22" name="Picture 21" descr="tomb_aislew.webp.jp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9300000" y="15950000"/>
              <a:ext cx="1280000" cy="720000"/>
            </a:xfrm>
            <a:prstGeom prst="rect">
              <a:avLst/>
            </a:prstGeom>
          </p:spPr>
        </p:pic>
        <p:sp>
          <p:nvSpPr>
            <p:cNvPr id="23" name="TextBox 22"/>
            <p:cNvSpPr txBox="1"/>
            <p:nvPr/>
          </p:nvSpPr>
          <p:spPr>
            <a:xfrm>
              <a:off x="9300000" y="166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側廊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aisleW</a:t>
              </a:r>
            </a:p>
          </p:txBody>
        </p:sp>
      </p:grpSp>
      <p:grpSp>
        <p:nvGrpSpPr>
          <p:cNvPr id="24" name="Group 23"/>
          <p:cNvGrpSpPr/>
          <p:nvPr/>
        </p:nvGrpSpPr>
        <p:grpSpPr>
          <a:xfrm>
            <a:off x="6300000" y="15950000"/>
            <a:ext cx="1280000" cy="1020000"/>
            <a:chOff x="6300000" y="15950000"/>
            <a:chExt cx="1280000" cy="1020000"/>
          </a:xfrm>
        </p:grpSpPr>
        <p:pic>
          <p:nvPicPr>
            <p:cNvPr id="25" name="Picture 24" descr="tomb_tombniche.webp.jp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300000" y="15950000"/>
              <a:ext cx="1280000" cy="720000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>
              <a:off x="6300000" y="166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墓龕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tombniche</a:t>
              </a:r>
            </a:p>
          </p:txBody>
        </p:sp>
      </p:grpSp>
      <p:grpSp>
        <p:nvGrpSpPr>
          <p:cNvPr id="27" name="Group 26"/>
          <p:cNvGrpSpPr/>
          <p:nvPr/>
        </p:nvGrpSpPr>
        <p:grpSpPr>
          <a:xfrm>
            <a:off x="6300000" y="17100000"/>
            <a:ext cx="1280000" cy="1020000"/>
            <a:chOff x="6300000" y="17100000"/>
            <a:chExt cx="1280000" cy="1020000"/>
          </a:xfrm>
        </p:grpSpPr>
        <p:pic>
          <p:nvPicPr>
            <p:cNvPr id="28" name="Picture 27" descr="tomb_charnel.webp.jpg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6300000" y="17100000"/>
              <a:ext cx="1280000" cy="720000"/>
            </a:xfrm>
            <a:prstGeom prst="rect">
              <a:avLst/>
            </a:prstGeom>
          </p:spPr>
        </p:pic>
        <p:sp>
          <p:nvSpPr>
            <p:cNvPr id="29" name="TextBox 28"/>
            <p:cNvSpPr txBox="1"/>
            <p:nvPr/>
          </p:nvSpPr>
          <p:spPr>
            <a:xfrm>
              <a:off x="6300000" y="178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藏骨所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charnel</a:t>
              </a:r>
            </a:p>
          </p:txBody>
        </p:sp>
      </p:grpSp>
      <p:grpSp>
        <p:nvGrpSpPr>
          <p:cNvPr id="30" name="Group 29"/>
          <p:cNvGrpSpPr/>
          <p:nvPr/>
        </p:nvGrpSpPr>
        <p:grpSpPr>
          <a:xfrm>
            <a:off x="12300000" y="14800000"/>
            <a:ext cx="1280000" cy="1020000"/>
            <a:chOff x="12300000" y="14800000"/>
            <a:chExt cx="1280000" cy="1020000"/>
          </a:xfrm>
        </p:grpSpPr>
        <p:pic>
          <p:nvPicPr>
            <p:cNvPr id="31" name="Picture 30" descr="tomb_crossing.webp.jpg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2300000" y="14800000"/>
              <a:ext cx="1280000" cy="720000"/>
            </a:xfrm>
            <a:prstGeom prst="rect">
              <a:avLst/>
            </a:prstGeom>
          </p:spPr>
        </p:pic>
        <p:sp>
          <p:nvSpPr>
            <p:cNvPr id="32" name="TextBox 31"/>
            <p:cNvSpPr txBox="1"/>
            <p:nvPr/>
          </p:nvSpPr>
          <p:spPr>
            <a:xfrm>
              <a:off x="12300000" y="155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十字交會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crossing</a:t>
              </a:r>
            </a:p>
          </p:txBody>
        </p:sp>
      </p:grpSp>
      <p:grpSp>
        <p:nvGrpSpPr>
          <p:cNvPr id="33" name="Group 32"/>
          <p:cNvGrpSpPr/>
          <p:nvPr/>
        </p:nvGrpSpPr>
        <p:grpSpPr>
          <a:xfrm>
            <a:off x="9300000" y="14800000"/>
            <a:ext cx="1280000" cy="1020000"/>
            <a:chOff x="9300000" y="14800000"/>
            <a:chExt cx="1280000" cy="1020000"/>
          </a:xfrm>
        </p:grpSpPr>
        <p:pic>
          <p:nvPicPr>
            <p:cNvPr id="34" name="Picture 33" descr="tomb_chantry.webp.jpg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9300000" y="14800000"/>
              <a:ext cx="1280000" cy="720000"/>
            </a:xfrm>
            <a:prstGeom prst="rect">
              <a:avLst/>
            </a:prstGeom>
          </p:spPr>
        </p:pic>
        <p:sp>
          <p:nvSpPr>
            <p:cNvPr id="35" name="TextBox 34"/>
            <p:cNvSpPr txBox="1"/>
            <p:nvPr/>
          </p:nvSpPr>
          <p:spPr>
            <a:xfrm>
              <a:off x="9300000" y="155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誦經室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chantry</a:t>
              </a:r>
            </a:p>
          </p:txBody>
        </p:sp>
      </p:grpSp>
      <p:grpSp>
        <p:nvGrpSpPr>
          <p:cNvPr id="36" name="Group 35"/>
          <p:cNvGrpSpPr/>
          <p:nvPr/>
        </p:nvGrpSpPr>
        <p:grpSpPr>
          <a:xfrm>
            <a:off x="6300000" y="14800000"/>
            <a:ext cx="1280000" cy="1020000"/>
            <a:chOff x="6300000" y="14800000"/>
            <a:chExt cx="1280000" cy="1020000"/>
          </a:xfrm>
        </p:grpSpPr>
        <p:pic>
          <p:nvPicPr>
            <p:cNvPr id="37" name="Picture 36" descr="tomb_scriptorium.webp.jpg"/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6300000" y="14800000"/>
              <a:ext cx="1280000" cy="720000"/>
            </a:xfrm>
            <a:prstGeom prst="rect">
              <a:avLst/>
            </a:prstGeom>
          </p:spPr>
        </p:pic>
        <p:sp>
          <p:nvSpPr>
            <p:cNvPr id="38" name="TextBox 37"/>
            <p:cNvSpPr txBox="1"/>
            <p:nvPr/>
          </p:nvSpPr>
          <p:spPr>
            <a:xfrm>
              <a:off x="6300000" y="155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抄經房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scriptorium</a:t>
              </a:r>
            </a:p>
          </p:txBody>
        </p:sp>
      </p:grpSp>
      <p:grpSp>
        <p:nvGrpSpPr>
          <p:cNvPr id="39" name="Group 38"/>
          <p:cNvGrpSpPr/>
          <p:nvPr/>
        </p:nvGrpSpPr>
        <p:grpSpPr>
          <a:xfrm>
            <a:off x="15300000" y="14800000"/>
            <a:ext cx="1280000" cy="1020000"/>
            <a:chOff x="15300000" y="14800000"/>
            <a:chExt cx="1280000" cy="1020000"/>
          </a:xfrm>
        </p:grpSpPr>
        <p:pic>
          <p:nvPicPr>
            <p:cNvPr id="40" name="Picture 39" descr="tomb_chapel.webp.jpg"/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15300000" y="14800000"/>
              <a:ext cx="1280000" cy="720000"/>
            </a:xfrm>
            <a:prstGeom prst="rect">
              <a:avLst/>
            </a:prstGeom>
          </p:spPr>
        </p:pic>
        <p:sp>
          <p:nvSpPr>
            <p:cNvPr id="41" name="TextBox 40"/>
            <p:cNvSpPr txBox="1"/>
            <p:nvPr/>
          </p:nvSpPr>
          <p:spPr>
            <a:xfrm>
              <a:off x="15300000" y="155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禮拜堂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chapel</a:t>
              </a:r>
            </a:p>
          </p:txBody>
        </p:sp>
      </p:grpSp>
      <p:grpSp>
        <p:nvGrpSpPr>
          <p:cNvPr id="42" name="Group 41"/>
          <p:cNvGrpSpPr/>
          <p:nvPr/>
        </p:nvGrpSpPr>
        <p:grpSpPr>
          <a:xfrm>
            <a:off x="18300000" y="14800000"/>
            <a:ext cx="1280000" cy="1020000"/>
            <a:chOff x="18300000" y="14800000"/>
            <a:chExt cx="1280000" cy="1020000"/>
          </a:xfrm>
        </p:grpSpPr>
        <p:pic>
          <p:nvPicPr>
            <p:cNvPr id="43" name="Picture 42" descr="tomb_confessio.webp.jpg"/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18300000" y="14800000"/>
              <a:ext cx="1280000" cy="720000"/>
            </a:xfrm>
            <a:prstGeom prst="rect">
              <a:avLst/>
            </a:prstGeom>
          </p:spPr>
        </p:pic>
        <p:sp>
          <p:nvSpPr>
            <p:cNvPr id="44" name="TextBox 43"/>
            <p:cNvSpPr txBox="1"/>
            <p:nvPr/>
          </p:nvSpPr>
          <p:spPr>
            <a:xfrm>
              <a:off x="18300000" y="155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告解所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confessio</a:t>
              </a:r>
            </a:p>
          </p:txBody>
        </p:sp>
      </p:grpSp>
      <p:grpSp>
        <p:nvGrpSpPr>
          <p:cNvPr id="45" name="Group 44"/>
          <p:cNvGrpSpPr/>
          <p:nvPr/>
        </p:nvGrpSpPr>
        <p:grpSpPr>
          <a:xfrm>
            <a:off x="15300000" y="13650000"/>
            <a:ext cx="1280000" cy="1020000"/>
            <a:chOff x="15300000" y="13650000"/>
            <a:chExt cx="1280000" cy="1020000"/>
          </a:xfrm>
        </p:grpSpPr>
        <p:pic>
          <p:nvPicPr>
            <p:cNvPr id="46" name="Picture 45" descr="tomb_ambulatory.webp.jpg"/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15300000" y="13650000"/>
              <a:ext cx="1280000" cy="720000"/>
            </a:xfrm>
            <a:prstGeom prst="rect">
              <a:avLst/>
            </a:prstGeom>
          </p:spPr>
        </p:pic>
        <p:sp>
          <p:nvSpPr>
            <p:cNvPr id="47" name="TextBox 46"/>
            <p:cNvSpPr txBox="1"/>
            <p:nvPr/>
          </p:nvSpPr>
          <p:spPr>
            <a:xfrm>
              <a:off x="15300000" y="143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繞行廊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ambulatory</a:t>
              </a:r>
            </a:p>
          </p:txBody>
        </p:sp>
      </p:grpSp>
      <p:grpSp>
        <p:nvGrpSpPr>
          <p:cNvPr id="48" name="Group 47"/>
          <p:cNvGrpSpPr/>
          <p:nvPr/>
        </p:nvGrpSpPr>
        <p:grpSpPr>
          <a:xfrm>
            <a:off x="15300000" y="12500000"/>
            <a:ext cx="1280000" cy="1020000"/>
            <a:chOff x="15300000" y="12500000"/>
            <a:chExt cx="1280000" cy="1020000"/>
          </a:xfrm>
        </p:grpSpPr>
        <p:pic>
          <p:nvPicPr>
            <p:cNvPr id="49" name="Picture 48" descr="tomb_sacristy.webp.jpg"/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15300000" y="12500000"/>
              <a:ext cx="1280000" cy="720000"/>
            </a:xfrm>
            <a:prstGeom prst="rect">
              <a:avLst/>
            </a:prstGeom>
          </p:spPr>
        </p:pic>
        <p:sp>
          <p:nvSpPr>
            <p:cNvPr id="50" name="TextBox 49"/>
            <p:cNvSpPr txBox="1"/>
            <p:nvPr/>
          </p:nvSpPr>
          <p:spPr>
            <a:xfrm>
              <a:off x="15300000" y="132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法衣室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sacristy</a:t>
              </a:r>
            </a:p>
          </p:txBody>
        </p:sp>
      </p:grpSp>
      <p:grpSp>
        <p:nvGrpSpPr>
          <p:cNvPr id="51" name="Group 50"/>
          <p:cNvGrpSpPr/>
          <p:nvPr/>
        </p:nvGrpSpPr>
        <p:grpSpPr>
          <a:xfrm>
            <a:off x="12300000" y="13650000"/>
            <a:ext cx="1280000" cy="1020000"/>
            <a:chOff x="12300000" y="13650000"/>
            <a:chExt cx="1280000" cy="1020000"/>
          </a:xfrm>
        </p:grpSpPr>
        <p:pic>
          <p:nvPicPr>
            <p:cNvPr id="52" name="Picture 51" descr="tomb_apse_day.webp.jpg"/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12300000" y="13650000"/>
              <a:ext cx="1280000" cy="720000"/>
            </a:xfrm>
            <a:prstGeom prst="rect">
              <a:avLst/>
            </a:prstGeom>
          </p:spPr>
        </p:pic>
        <p:sp>
          <p:nvSpPr>
            <p:cNvPr id="53" name="TextBox 52"/>
            <p:cNvSpPr txBox="1"/>
            <p:nvPr/>
          </p:nvSpPr>
          <p:spPr>
            <a:xfrm>
              <a:off x="12300000" y="143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後殿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apse</a:t>
              </a:r>
            </a:p>
          </p:txBody>
        </p:sp>
      </p:grpSp>
      <p:grpSp>
        <p:nvGrpSpPr>
          <p:cNvPr id="54" name="Group 53"/>
          <p:cNvGrpSpPr/>
          <p:nvPr/>
        </p:nvGrpSpPr>
        <p:grpSpPr>
          <a:xfrm>
            <a:off x="12300000" y="12500000"/>
            <a:ext cx="1280000" cy="1020000"/>
            <a:chOff x="12300000" y="12500000"/>
            <a:chExt cx="1280000" cy="1020000"/>
          </a:xfrm>
        </p:grpSpPr>
        <p:pic>
          <p:nvPicPr>
            <p:cNvPr id="55" name="Picture 54" descr="tomb_reliquary.webp.jpg"/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12300000" y="12500000"/>
              <a:ext cx="1280000" cy="720000"/>
            </a:xfrm>
            <a:prstGeom prst="rect">
              <a:avLst/>
            </a:prstGeom>
          </p:spPr>
        </p:pic>
        <p:sp>
          <p:nvSpPr>
            <p:cNvPr id="56" name="TextBox 55"/>
            <p:cNvSpPr txBox="1"/>
            <p:nvPr/>
          </p:nvSpPr>
          <p:spPr>
            <a:xfrm>
              <a:off x="12300000" y="132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聖骨匣室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reliquary</a:t>
              </a:r>
            </a:p>
          </p:txBody>
        </p:sp>
      </p:grpSp>
      <p:grpSp>
        <p:nvGrpSpPr>
          <p:cNvPr id="57" name="Group 56"/>
          <p:cNvGrpSpPr/>
          <p:nvPr/>
        </p:nvGrpSpPr>
        <p:grpSpPr>
          <a:xfrm>
            <a:off x="9300000" y="13650000"/>
            <a:ext cx="1280000" cy="1020000"/>
            <a:chOff x="9300000" y="13650000"/>
            <a:chExt cx="1280000" cy="1020000"/>
          </a:xfrm>
        </p:grpSpPr>
        <p:pic>
          <p:nvPicPr>
            <p:cNvPr id="58" name="Picture 57" descr="tomb_cloister.webp.jpg"/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9300000" y="13650000"/>
              <a:ext cx="1280000" cy="720000"/>
            </a:xfrm>
            <a:prstGeom prst="rect">
              <a:avLst/>
            </a:prstGeom>
          </p:spPr>
        </p:pic>
        <p:sp>
          <p:nvSpPr>
            <p:cNvPr id="59" name="TextBox 58"/>
            <p:cNvSpPr txBox="1"/>
            <p:nvPr/>
          </p:nvSpPr>
          <p:spPr>
            <a:xfrm>
              <a:off x="9300000" y="143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迴廊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cloister</a:t>
              </a:r>
            </a:p>
          </p:txBody>
        </p:sp>
      </p:grpSp>
      <p:grpSp>
        <p:nvGrpSpPr>
          <p:cNvPr id="60" name="Group 59"/>
          <p:cNvGrpSpPr/>
          <p:nvPr/>
        </p:nvGrpSpPr>
        <p:grpSpPr>
          <a:xfrm>
            <a:off x="9300000" y="12500000"/>
            <a:ext cx="1280000" cy="1020000"/>
            <a:chOff x="9300000" y="12500000"/>
            <a:chExt cx="1280000" cy="1020000"/>
          </a:xfrm>
        </p:grpSpPr>
        <p:pic>
          <p:nvPicPr>
            <p:cNvPr id="61" name="Picture 60" descr="tomb_wellyard.webp.jpg"/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9300000" y="12500000"/>
              <a:ext cx="1280000" cy="720000"/>
            </a:xfrm>
            <a:prstGeom prst="rect">
              <a:avLst/>
            </a:prstGeom>
          </p:spPr>
        </p:pic>
        <p:sp>
          <p:nvSpPr>
            <p:cNvPr id="62" name="TextBox 61"/>
            <p:cNvSpPr txBox="1"/>
            <p:nvPr/>
          </p:nvSpPr>
          <p:spPr>
            <a:xfrm>
              <a:off x="9300000" y="132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井庭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wellyard</a:t>
              </a:r>
            </a:p>
          </p:txBody>
        </p:sp>
      </p:grpSp>
      <p:grpSp>
        <p:nvGrpSpPr>
          <p:cNvPr id="63" name="Group 62"/>
          <p:cNvGrpSpPr/>
          <p:nvPr/>
        </p:nvGrpSpPr>
        <p:grpSpPr>
          <a:xfrm>
            <a:off x="6300000" y="13650000"/>
            <a:ext cx="1280000" cy="1020000"/>
            <a:chOff x="6300000" y="13650000"/>
            <a:chExt cx="1280000" cy="1020000"/>
          </a:xfrm>
        </p:grpSpPr>
        <p:pic>
          <p:nvPicPr>
            <p:cNvPr id="64" name="Picture 63" descr="tomb_stair1.webp.jpg"/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6300000" y="13650000"/>
              <a:ext cx="1280000" cy="720000"/>
            </a:xfrm>
            <a:prstGeom prst="rect">
              <a:avLst/>
            </a:prstGeom>
          </p:spPr>
        </p:pic>
        <p:sp>
          <p:nvSpPr>
            <p:cNvPr id="65" name="TextBox 64"/>
            <p:cNvSpPr txBox="1"/>
            <p:nvPr/>
          </p:nvSpPr>
          <p:spPr>
            <a:xfrm>
              <a:off x="6300000" y="143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表層階梯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stair1</a:t>
              </a:r>
            </a:p>
          </p:txBody>
        </p:sp>
      </p:grpSp>
      <p:grpSp>
        <p:nvGrpSpPr>
          <p:cNvPr id="66" name="Group 65"/>
          <p:cNvGrpSpPr/>
          <p:nvPr/>
        </p:nvGrpSpPr>
        <p:grpSpPr>
          <a:xfrm>
            <a:off x="6300000" y="10200000"/>
            <a:ext cx="1280000" cy="1020000"/>
            <a:chOff x="6300000" y="10200000"/>
            <a:chExt cx="1280000" cy="1020000"/>
          </a:xfrm>
        </p:grpSpPr>
        <p:pic>
          <p:nvPicPr>
            <p:cNvPr id="67" name="Picture 66" descr="tomb_landing2.webp.jpg"/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6300000" y="10200000"/>
              <a:ext cx="1280000" cy="720000"/>
            </a:xfrm>
            <a:prstGeom prst="rect">
              <a:avLst/>
            </a:prstGeom>
          </p:spPr>
        </p:pic>
        <p:sp>
          <p:nvSpPr>
            <p:cNvPr id="68" name="TextBox 67"/>
            <p:cNvSpPr txBox="1"/>
            <p:nvPr/>
          </p:nvSpPr>
          <p:spPr>
            <a:xfrm>
              <a:off x="6300000" y="109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二層梯廳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landing2</a:t>
              </a:r>
            </a:p>
          </p:txBody>
        </p:sp>
      </p:grpSp>
      <p:grpSp>
        <p:nvGrpSpPr>
          <p:cNvPr id="69" name="Group 68"/>
          <p:cNvGrpSpPr/>
          <p:nvPr/>
        </p:nvGrpSpPr>
        <p:grpSpPr>
          <a:xfrm>
            <a:off x="6300000" y="9050000"/>
            <a:ext cx="1280000" cy="1020000"/>
            <a:chOff x="6300000" y="9050000"/>
            <a:chExt cx="1280000" cy="1020000"/>
          </a:xfrm>
        </p:grpSpPr>
        <p:pic>
          <p:nvPicPr>
            <p:cNvPr id="70" name="Picture 69" descr="tomb_hall2.webp.jpg"/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>
              <a:off x="6300000" y="9050000"/>
              <a:ext cx="1280000" cy="720000"/>
            </a:xfrm>
            <a:prstGeom prst="rect">
              <a:avLst/>
            </a:prstGeom>
          </p:spPr>
        </p:pic>
        <p:sp>
          <p:nvSpPr>
            <p:cNvPr id="71" name="TextBox 70"/>
            <p:cNvSpPr txBox="1"/>
            <p:nvPr/>
          </p:nvSpPr>
          <p:spPr>
            <a:xfrm>
              <a:off x="6300000" y="97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柱廳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hall2</a:t>
              </a:r>
            </a:p>
          </p:txBody>
        </p:sp>
      </p:grpSp>
      <p:grpSp>
        <p:nvGrpSpPr>
          <p:cNvPr id="72" name="Group 71"/>
          <p:cNvGrpSpPr/>
          <p:nvPr/>
        </p:nvGrpSpPr>
        <p:grpSpPr>
          <a:xfrm>
            <a:off x="3300000" y="9050000"/>
            <a:ext cx="1280000" cy="1020000"/>
            <a:chOff x="3300000" y="9050000"/>
            <a:chExt cx="1280000" cy="1020000"/>
          </a:xfrm>
        </p:grpSpPr>
        <p:pic>
          <p:nvPicPr>
            <p:cNvPr id="73" name="Picture 72" descr="tomb_colonnade.webp.jpg"/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3300000" y="9050000"/>
              <a:ext cx="1280000" cy="720000"/>
            </a:xfrm>
            <a:prstGeom prst="rect">
              <a:avLst/>
            </a:prstGeom>
          </p:spPr>
        </p:pic>
        <p:sp>
          <p:nvSpPr>
            <p:cNvPr id="74" name="TextBox 73"/>
            <p:cNvSpPr txBox="1"/>
            <p:nvPr/>
          </p:nvSpPr>
          <p:spPr>
            <a:xfrm>
              <a:off x="3300000" y="97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列柱廊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colonnade</a:t>
              </a:r>
            </a:p>
          </p:txBody>
        </p:sp>
      </p:grpSp>
      <p:grpSp>
        <p:nvGrpSpPr>
          <p:cNvPr id="75" name="Group 74"/>
          <p:cNvGrpSpPr/>
          <p:nvPr/>
        </p:nvGrpSpPr>
        <p:grpSpPr>
          <a:xfrm>
            <a:off x="3300000" y="7900000"/>
            <a:ext cx="1280000" cy="1020000"/>
            <a:chOff x="3300000" y="7900000"/>
            <a:chExt cx="1280000" cy="1020000"/>
          </a:xfrm>
        </p:grpSpPr>
        <p:pic>
          <p:nvPicPr>
            <p:cNvPr id="76" name="Picture 75" descr="tomb_mason.webp.jpg"/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3300000" y="7900000"/>
              <a:ext cx="1280000" cy="720000"/>
            </a:xfrm>
            <a:prstGeom prst="rect">
              <a:avLst/>
            </a:prstGeom>
          </p:spPr>
        </p:pic>
        <p:sp>
          <p:nvSpPr>
            <p:cNvPr id="77" name="TextBox 76"/>
            <p:cNvSpPr txBox="1"/>
            <p:nvPr/>
          </p:nvSpPr>
          <p:spPr>
            <a:xfrm>
              <a:off x="3300000" y="86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石工房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mason</a:t>
              </a:r>
            </a:p>
          </p:txBody>
        </p:sp>
      </p:grpSp>
      <p:grpSp>
        <p:nvGrpSpPr>
          <p:cNvPr id="78" name="Group 77"/>
          <p:cNvGrpSpPr/>
          <p:nvPr/>
        </p:nvGrpSpPr>
        <p:grpSpPr>
          <a:xfrm>
            <a:off x="6300000" y="7900000"/>
            <a:ext cx="1280000" cy="1020000"/>
            <a:chOff x="6300000" y="7900000"/>
            <a:chExt cx="1280000" cy="1020000"/>
          </a:xfrm>
        </p:grpSpPr>
        <p:pic>
          <p:nvPicPr>
            <p:cNvPr id="79" name="Picture 78" descr="tomb_cistern.webp.jpg"/>
            <p:cNvPicPr>
              <a:picLocks noChangeAspect="1"/>
            </p:cNvPicPr>
            <p:nvPr/>
          </p:nvPicPr>
          <p:blipFill>
            <a:blip r:embed="rId27"/>
            <a:stretch>
              <a:fillRect/>
            </a:stretch>
          </p:blipFill>
          <p:spPr>
            <a:xfrm>
              <a:off x="6300000" y="7900000"/>
              <a:ext cx="1280000" cy="720000"/>
            </a:xfrm>
            <a:prstGeom prst="rect">
              <a:avLst/>
            </a:prstGeom>
          </p:spPr>
        </p:pic>
        <p:sp>
          <p:nvSpPr>
            <p:cNvPr id="80" name="TextBox 79"/>
            <p:cNvSpPr txBox="1"/>
            <p:nvPr/>
          </p:nvSpPr>
          <p:spPr>
            <a:xfrm>
              <a:off x="6300000" y="86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蓄水池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cistern</a:t>
              </a:r>
            </a:p>
          </p:txBody>
        </p:sp>
      </p:grpSp>
      <p:grpSp>
        <p:nvGrpSpPr>
          <p:cNvPr id="81" name="Group 80"/>
          <p:cNvGrpSpPr/>
          <p:nvPr/>
        </p:nvGrpSpPr>
        <p:grpSpPr>
          <a:xfrm>
            <a:off x="6300000" y="6750000"/>
            <a:ext cx="1280000" cy="1020000"/>
            <a:chOff x="6300000" y="6750000"/>
            <a:chExt cx="1280000" cy="1020000"/>
          </a:xfrm>
        </p:grpSpPr>
        <p:pic>
          <p:nvPicPr>
            <p:cNvPr id="82" name="Picture 81" descr="tomb_waterstair.webp.jpg"/>
            <p:cNvPicPr>
              <a:picLocks noChangeAspect="1"/>
            </p:cNvPicPr>
            <p:nvPr/>
          </p:nvPicPr>
          <p:blipFill>
            <a:blip r:embed="rId28"/>
            <a:stretch>
              <a:fillRect/>
            </a:stretch>
          </p:blipFill>
          <p:spPr>
            <a:xfrm>
              <a:off x="6300000" y="6750000"/>
              <a:ext cx="1280000" cy="720000"/>
            </a:xfrm>
            <a:prstGeom prst="rect">
              <a:avLst/>
            </a:prstGeom>
          </p:spPr>
        </p:pic>
        <p:sp>
          <p:nvSpPr>
            <p:cNvPr id="83" name="TextBox 82"/>
            <p:cNvSpPr txBox="1"/>
            <p:nvPr/>
          </p:nvSpPr>
          <p:spPr>
            <a:xfrm>
              <a:off x="6300000" y="74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汲水階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waterstair</a:t>
              </a:r>
            </a:p>
          </p:txBody>
        </p:sp>
      </p:grpSp>
      <p:grpSp>
        <p:nvGrpSpPr>
          <p:cNvPr id="84" name="Group 83"/>
          <p:cNvGrpSpPr/>
          <p:nvPr/>
        </p:nvGrpSpPr>
        <p:grpSpPr>
          <a:xfrm>
            <a:off x="9300000" y="9050000"/>
            <a:ext cx="1280000" cy="1020000"/>
            <a:chOff x="9300000" y="9050000"/>
            <a:chExt cx="1280000" cy="1020000"/>
          </a:xfrm>
        </p:grpSpPr>
        <p:pic>
          <p:nvPicPr>
            <p:cNvPr id="85" name="Picture 84" descr="tomb_corr2.webp.jpg"/>
            <p:cNvPicPr>
              <a:picLocks noChangeAspect="1"/>
            </p:cNvPicPr>
            <p:nvPr/>
          </p:nvPicPr>
          <p:blipFill>
            <a:blip r:embed="rId29"/>
            <a:stretch>
              <a:fillRect/>
            </a:stretch>
          </p:blipFill>
          <p:spPr>
            <a:xfrm>
              <a:off x="9300000" y="9050000"/>
              <a:ext cx="1280000" cy="720000"/>
            </a:xfrm>
            <a:prstGeom prst="rect">
              <a:avLst/>
            </a:prstGeom>
          </p:spPr>
        </p:pic>
        <p:sp>
          <p:nvSpPr>
            <p:cNvPr id="86" name="TextBox 85"/>
            <p:cNvSpPr txBox="1"/>
            <p:nvPr/>
          </p:nvSpPr>
          <p:spPr>
            <a:xfrm>
              <a:off x="9300000" y="97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長廊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corr2</a:t>
              </a:r>
            </a:p>
          </p:txBody>
        </p:sp>
      </p:grpSp>
      <p:grpSp>
        <p:nvGrpSpPr>
          <p:cNvPr id="87" name="Group 86"/>
          <p:cNvGrpSpPr/>
          <p:nvPr/>
        </p:nvGrpSpPr>
        <p:grpSpPr>
          <a:xfrm>
            <a:off x="9300000" y="10200000"/>
            <a:ext cx="1280000" cy="1020000"/>
            <a:chOff x="9300000" y="10200000"/>
            <a:chExt cx="1280000" cy="1020000"/>
          </a:xfrm>
        </p:grpSpPr>
        <p:pic>
          <p:nvPicPr>
            <p:cNvPr id="88" name="Picture 87" descr="tomb_sump.webp.jpg"/>
            <p:cNvPicPr>
              <a:picLocks noChangeAspect="1"/>
            </p:cNvPicPr>
            <p:nvPr/>
          </p:nvPicPr>
          <p:blipFill>
            <a:blip r:embed="rId30"/>
            <a:stretch>
              <a:fillRect/>
            </a:stretch>
          </p:blipFill>
          <p:spPr>
            <a:xfrm>
              <a:off x="9300000" y="10200000"/>
              <a:ext cx="1280000" cy="720000"/>
            </a:xfrm>
            <a:prstGeom prst="rect">
              <a:avLst/>
            </a:prstGeom>
          </p:spPr>
        </p:pic>
        <p:sp>
          <p:nvSpPr>
            <p:cNvPr id="89" name="TextBox 88"/>
            <p:cNvSpPr txBox="1"/>
            <p:nvPr/>
          </p:nvSpPr>
          <p:spPr>
            <a:xfrm>
              <a:off x="9300000" y="109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積水坑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sump</a:t>
              </a:r>
            </a:p>
          </p:txBody>
        </p:sp>
      </p:grpSp>
      <p:grpSp>
        <p:nvGrpSpPr>
          <p:cNvPr id="90" name="Group 89"/>
          <p:cNvGrpSpPr/>
          <p:nvPr/>
        </p:nvGrpSpPr>
        <p:grpSpPr>
          <a:xfrm>
            <a:off x="12300000" y="9050000"/>
            <a:ext cx="1280000" cy="1020000"/>
            <a:chOff x="12300000" y="9050000"/>
            <a:chExt cx="1280000" cy="1020000"/>
          </a:xfrm>
        </p:grpSpPr>
        <p:pic>
          <p:nvPicPr>
            <p:cNvPr id="91" name="Picture 90" descr="tomb_rotunda.webp.jpg"/>
            <p:cNvPicPr>
              <a:picLocks noChangeAspect="1"/>
            </p:cNvPicPr>
            <p:nvPr/>
          </p:nvPicPr>
          <p:blipFill>
            <a:blip r:embed="rId31"/>
            <a:stretch>
              <a:fillRect/>
            </a:stretch>
          </p:blipFill>
          <p:spPr>
            <a:xfrm>
              <a:off x="12300000" y="9050000"/>
              <a:ext cx="1280000" cy="720000"/>
            </a:xfrm>
            <a:prstGeom prst="rect">
              <a:avLst/>
            </a:prstGeom>
          </p:spPr>
        </p:pic>
        <p:sp>
          <p:nvSpPr>
            <p:cNvPr id="92" name="TextBox 91"/>
            <p:cNvSpPr txBox="1"/>
            <p:nvPr/>
          </p:nvSpPr>
          <p:spPr>
            <a:xfrm>
              <a:off x="12300000" y="97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圓廳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rotunda</a:t>
              </a:r>
            </a:p>
          </p:txBody>
        </p:sp>
      </p:grpSp>
      <p:grpSp>
        <p:nvGrpSpPr>
          <p:cNvPr id="93" name="Group 92"/>
          <p:cNvGrpSpPr/>
          <p:nvPr/>
        </p:nvGrpSpPr>
        <p:grpSpPr>
          <a:xfrm>
            <a:off x="12300000" y="10200000"/>
            <a:ext cx="1280000" cy="1020000"/>
            <a:chOff x="12300000" y="10200000"/>
            <a:chExt cx="1280000" cy="1020000"/>
          </a:xfrm>
        </p:grpSpPr>
        <p:pic>
          <p:nvPicPr>
            <p:cNvPr id="94" name="Picture 93" descr="tomb_censerroom.webp.jpg"/>
            <p:cNvPicPr>
              <a:picLocks noChangeAspect="1"/>
            </p:cNvPicPr>
            <p:nvPr/>
          </p:nvPicPr>
          <p:blipFill>
            <a:blip r:embed="rId32"/>
            <a:stretch>
              <a:fillRect/>
            </a:stretch>
          </p:blipFill>
          <p:spPr>
            <a:xfrm>
              <a:off x="12300000" y="10200000"/>
              <a:ext cx="1280000" cy="720000"/>
            </a:xfrm>
            <a:prstGeom prst="rect">
              <a:avLst/>
            </a:prstGeom>
          </p:spPr>
        </p:pic>
        <p:sp>
          <p:nvSpPr>
            <p:cNvPr id="95" name="TextBox 94"/>
            <p:cNvSpPr txBox="1"/>
            <p:nvPr/>
          </p:nvSpPr>
          <p:spPr>
            <a:xfrm>
              <a:off x="12300000" y="109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香爐室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censerroom</a:t>
              </a:r>
            </a:p>
          </p:txBody>
        </p:sp>
      </p:grpSp>
      <p:grpSp>
        <p:nvGrpSpPr>
          <p:cNvPr id="96" name="Group 95"/>
          <p:cNvGrpSpPr/>
          <p:nvPr/>
        </p:nvGrpSpPr>
        <p:grpSpPr>
          <a:xfrm>
            <a:off x="15300000" y="9050000"/>
            <a:ext cx="1280000" cy="1020000"/>
            <a:chOff x="15300000" y="9050000"/>
            <a:chExt cx="1280000" cy="1020000"/>
          </a:xfrm>
        </p:grpSpPr>
        <p:pic>
          <p:nvPicPr>
            <p:cNvPr id="97" name="Picture 96" descr="tomb_sarce.webp.jpg"/>
            <p:cNvPicPr>
              <a:picLocks noChangeAspect="1"/>
            </p:cNvPicPr>
            <p:nvPr/>
          </p:nvPicPr>
          <p:blipFill>
            <a:blip r:embed="rId33"/>
            <a:stretch>
              <a:fillRect/>
            </a:stretch>
          </p:blipFill>
          <p:spPr>
            <a:xfrm>
              <a:off x="15300000" y="9050000"/>
              <a:ext cx="1280000" cy="720000"/>
            </a:xfrm>
            <a:prstGeom prst="rect">
              <a:avLst/>
            </a:prstGeom>
          </p:spPr>
        </p:pic>
        <p:sp>
          <p:nvSpPr>
            <p:cNvPr id="98" name="TextBox 97"/>
            <p:cNvSpPr txBox="1"/>
            <p:nvPr/>
          </p:nvSpPr>
          <p:spPr>
            <a:xfrm>
              <a:off x="15300000" y="97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石棺室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sarcE</a:t>
              </a:r>
            </a:p>
          </p:txBody>
        </p:sp>
      </p:grpSp>
      <p:grpSp>
        <p:nvGrpSpPr>
          <p:cNvPr id="99" name="Group 98"/>
          <p:cNvGrpSpPr/>
          <p:nvPr/>
        </p:nvGrpSpPr>
        <p:grpSpPr>
          <a:xfrm>
            <a:off x="18300000" y="9050000"/>
            <a:ext cx="1280000" cy="1020000"/>
            <a:chOff x="18300000" y="9050000"/>
            <a:chExt cx="1280000" cy="1020000"/>
          </a:xfrm>
        </p:grpSpPr>
        <p:pic>
          <p:nvPicPr>
            <p:cNvPr id="100" name="Picture 99" descr="tomb_ossuary2.webp.jpg"/>
            <p:cNvPicPr>
              <a:picLocks noChangeAspect="1"/>
            </p:cNvPicPr>
            <p:nvPr/>
          </p:nvPicPr>
          <p:blipFill>
            <a:blip r:embed="rId34"/>
            <a:stretch>
              <a:fillRect/>
            </a:stretch>
          </p:blipFill>
          <p:spPr>
            <a:xfrm>
              <a:off x="18300000" y="9050000"/>
              <a:ext cx="1280000" cy="720000"/>
            </a:xfrm>
            <a:prstGeom prst="rect">
              <a:avLst/>
            </a:prstGeom>
          </p:spPr>
        </p:pic>
        <p:sp>
          <p:nvSpPr>
            <p:cNvPr id="101" name="TextBox 100"/>
            <p:cNvSpPr txBox="1"/>
            <p:nvPr/>
          </p:nvSpPr>
          <p:spPr>
            <a:xfrm>
              <a:off x="18300000" y="97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甕棺廊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ossuary2</a:t>
              </a:r>
            </a:p>
          </p:txBody>
        </p:sp>
      </p:grpSp>
      <p:grpSp>
        <p:nvGrpSpPr>
          <p:cNvPr id="102" name="Group 101"/>
          <p:cNvGrpSpPr/>
          <p:nvPr/>
        </p:nvGrpSpPr>
        <p:grpSpPr>
          <a:xfrm>
            <a:off x="18300000" y="7900000"/>
            <a:ext cx="1280000" cy="1020000"/>
            <a:chOff x="18300000" y="7900000"/>
            <a:chExt cx="1280000" cy="1020000"/>
          </a:xfrm>
        </p:grpSpPr>
        <p:pic>
          <p:nvPicPr>
            <p:cNvPr id="103" name="Picture 102" descr="tomb_kiln.webp.jpg"/>
            <p:cNvPicPr>
              <a:picLocks noChangeAspect="1"/>
            </p:cNvPicPr>
            <p:nvPr/>
          </p:nvPicPr>
          <p:blipFill>
            <a:blip r:embed="rId35"/>
            <a:stretch>
              <a:fillRect/>
            </a:stretch>
          </p:blipFill>
          <p:spPr>
            <a:xfrm>
              <a:off x="18300000" y="7900000"/>
              <a:ext cx="1280000" cy="720000"/>
            </a:xfrm>
            <a:prstGeom prst="rect">
              <a:avLst/>
            </a:prstGeom>
          </p:spPr>
        </p:pic>
        <p:sp>
          <p:nvSpPr>
            <p:cNvPr id="104" name="TextBox 103"/>
            <p:cNvSpPr txBox="1"/>
            <p:nvPr/>
          </p:nvSpPr>
          <p:spPr>
            <a:xfrm>
              <a:off x="18300000" y="86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焚化窯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kiln</a:t>
              </a:r>
            </a:p>
          </p:txBody>
        </p:sp>
      </p:grpSp>
      <p:grpSp>
        <p:nvGrpSpPr>
          <p:cNvPr id="105" name="Group 104"/>
          <p:cNvGrpSpPr/>
          <p:nvPr/>
        </p:nvGrpSpPr>
        <p:grpSpPr>
          <a:xfrm>
            <a:off x="12300000" y="7900000"/>
            <a:ext cx="1280000" cy="1020000"/>
            <a:chOff x="12300000" y="7900000"/>
            <a:chExt cx="1280000" cy="1020000"/>
          </a:xfrm>
        </p:grpSpPr>
        <p:pic>
          <p:nvPicPr>
            <p:cNvPr id="106" name="Picture 105" descr="tomb_nichehall.webp.jpg"/>
            <p:cNvPicPr>
              <a:picLocks noChangeAspect="1"/>
            </p:cNvPicPr>
            <p:nvPr/>
          </p:nvPicPr>
          <p:blipFill>
            <a:blip r:embed="rId36"/>
            <a:stretch>
              <a:fillRect/>
            </a:stretch>
          </p:blipFill>
          <p:spPr>
            <a:xfrm>
              <a:off x="12300000" y="7900000"/>
              <a:ext cx="1280000" cy="720000"/>
            </a:xfrm>
            <a:prstGeom prst="rect">
              <a:avLst/>
            </a:prstGeom>
          </p:spPr>
        </p:pic>
        <p:sp>
          <p:nvSpPr>
            <p:cNvPr id="107" name="TextBox 106"/>
            <p:cNvSpPr txBox="1"/>
            <p:nvPr/>
          </p:nvSpPr>
          <p:spPr>
            <a:xfrm>
              <a:off x="12300000" y="86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壁龕廊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nichehall</a:t>
              </a:r>
            </a:p>
          </p:txBody>
        </p:sp>
      </p:grpSp>
      <p:grpSp>
        <p:nvGrpSpPr>
          <p:cNvPr id="108" name="Group 107"/>
          <p:cNvGrpSpPr/>
          <p:nvPr/>
        </p:nvGrpSpPr>
        <p:grpSpPr>
          <a:xfrm>
            <a:off x="9300000" y="7900000"/>
            <a:ext cx="1280000" cy="1020000"/>
            <a:chOff x="9300000" y="7900000"/>
            <a:chExt cx="1280000" cy="1020000"/>
          </a:xfrm>
        </p:grpSpPr>
        <p:pic>
          <p:nvPicPr>
            <p:cNvPr id="109" name="Picture 108" descr="tomb_ossuary.webp.jpg"/>
            <p:cNvPicPr>
              <a:picLocks noChangeAspect="1"/>
            </p:cNvPicPr>
            <p:nvPr/>
          </p:nvPicPr>
          <p:blipFill>
            <a:blip r:embed="rId37"/>
            <a:stretch>
              <a:fillRect/>
            </a:stretch>
          </p:blipFill>
          <p:spPr>
            <a:xfrm>
              <a:off x="9300000" y="7900000"/>
              <a:ext cx="1280000" cy="720000"/>
            </a:xfrm>
            <a:prstGeom prst="rect">
              <a:avLst/>
            </a:prstGeom>
          </p:spPr>
        </p:pic>
        <p:sp>
          <p:nvSpPr>
            <p:cNvPr id="110" name="TextBox 109"/>
            <p:cNvSpPr txBox="1"/>
            <p:nvPr/>
          </p:nvSpPr>
          <p:spPr>
            <a:xfrm>
              <a:off x="9300000" y="86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骨室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ossuary</a:t>
              </a:r>
            </a:p>
          </p:txBody>
        </p:sp>
      </p:grpSp>
      <p:grpSp>
        <p:nvGrpSpPr>
          <p:cNvPr id="111" name="Group 110"/>
          <p:cNvGrpSpPr/>
          <p:nvPr/>
        </p:nvGrpSpPr>
        <p:grpSpPr>
          <a:xfrm>
            <a:off x="15300000" y="10200000"/>
            <a:ext cx="1280000" cy="1020000"/>
            <a:chOff x="15300000" y="10200000"/>
            <a:chExt cx="1280000" cy="1020000"/>
          </a:xfrm>
        </p:grpSpPr>
        <p:pic>
          <p:nvPicPr>
            <p:cNvPr id="112" name="Picture 111" descr="tomb_shaft.webp.jpg"/>
            <p:cNvPicPr>
              <a:picLocks noChangeAspect="1"/>
            </p:cNvPicPr>
            <p:nvPr/>
          </p:nvPicPr>
          <p:blipFill>
            <a:blip r:embed="rId38"/>
            <a:stretch>
              <a:fillRect/>
            </a:stretch>
          </p:blipFill>
          <p:spPr>
            <a:xfrm>
              <a:off x="15300000" y="10200000"/>
              <a:ext cx="1280000" cy="720000"/>
            </a:xfrm>
            <a:prstGeom prst="rect">
              <a:avLst/>
            </a:prstGeom>
          </p:spPr>
        </p:pic>
        <p:sp>
          <p:nvSpPr>
            <p:cNvPr id="113" name="TextBox 112"/>
            <p:cNvSpPr txBox="1"/>
            <p:nvPr/>
          </p:nvSpPr>
          <p:spPr>
            <a:xfrm>
              <a:off x="15300000" y="109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豎井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shaft</a:t>
              </a:r>
            </a:p>
          </p:txBody>
        </p:sp>
      </p:grpSp>
      <p:grpSp>
        <p:nvGrpSpPr>
          <p:cNvPr id="114" name="Group 113"/>
          <p:cNvGrpSpPr/>
          <p:nvPr/>
        </p:nvGrpSpPr>
        <p:grpSpPr>
          <a:xfrm>
            <a:off x="21300000" y="9050000"/>
            <a:ext cx="1280000" cy="1020000"/>
            <a:chOff x="21300000" y="9050000"/>
            <a:chExt cx="1280000" cy="1020000"/>
          </a:xfrm>
        </p:grpSpPr>
        <p:pic>
          <p:nvPicPr>
            <p:cNvPr id="115" name="Picture 114" descr="tomb_urnvault.webp.jpg"/>
            <p:cNvPicPr>
              <a:picLocks noChangeAspect="1"/>
            </p:cNvPicPr>
            <p:nvPr/>
          </p:nvPicPr>
          <p:blipFill>
            <a:blip r:embed="rId39"/>
            <a:stretch>
              <a:fillRect/>
            </a:stretch>
          </p:blipFill>
          <p:spPr>
            <a:xfrm>
              <a:off x="21300000" y="9050000"/>
              <a:ext cx="1280000" cy="720000"/>
            </a:xfrm>
            <a:prstGeom prst="rect">
              <a:avLst/>
            </a:prstGeom>
          </p:spPr>
        </p:pic>
        <p:sp>
          <p:nvSpPr>
            <p:cNvPr id="116" name="TextBox 115"/>
            <p:cNvSpPr txBox="1"/>
            <p:nvPr/>
          </p:nvSpPr>
          <p:spPr>
            <a:xfrm>
              <a:off x="21300000" y="97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甕窖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urnvault</a:t>
              </a:r>
            </a:p>
          </p:txBody>
        </p:sp>
      </p:grpSp>
      <p:grpSp>
        <p:nvGrpSpPr>
          <p:cNvPr id="117" name="Group 116"/>
          <p:cNvGrpSpPr/>
          <p:nvPr/>
        </p:nvGrpSpPr>
        <p:grpSpPr>
          <a:xfrm>
            <a:off x="21300000" y="10200000"/>
            <a:ext cx="1280000" cy="1020000"/>
            <a:chOff x="21300000" y="10200000"/>
            <a:chExt cx="1280000" cy="1020000"/>
          </a:xfrm>
        </p:grpSpPr>
        <p:pic>
          <p:nvPicPr>
            <p:cNvPr id="118" name="Picture 117" descr="tomb_ashpit.webp.jpg"/>
            <p:cNvPicPr>
              <a:picLocks noChangeAspect="1"/>
            </p:cNvPicPr>
            <p:nvPr/>
          </p:nvPicPr>
          <p:blipFill>
            <a:blip r:embed="rId40"/>
            <a:stretch>
              <a:fillRect/>
            </a:stretch>
          </p:blipFill>
          <p:spPr>
            <a:xfrm>
              <a:off x="21300000" y="10200000"/>
              <a:ext cx="1280000" cy="720000"/>
            </a:xfrm>
            <a:prstGeom prst="rect">
              <a:avLst/>
            </a:prstGeom>
          </p:spPr>
        </p:pic>
        <p:sp>
          <p:nvSpPr>
            <p:cNvPr id="119" name="TextBox 118"/>
            <p:cNvSpPr txBox="1"/>
            <p:nvPr/>
          </p:nvSpPr>
          <p:spPr>
            <a:xfrm>
              <a:off x="21300000" y="109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灰坑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ashpit</a:t>
              </a:r>
            </a:p>
          </p:txBody>
        </p:sp>
      </p:grpSp>
      <p:grpSp>
        <p:nvGrpSpPr>
          <p:cNvPr id="120" name="Group 119"/>
          <p:cNvGrpSpPr/>
          <p:nvPr/>
        </p:nvGrpSpPr>
        <p:grpSpPr>
          <a:xfrm>
            <a:off x="18300000" y="10200000"/>
            <a:ext cx="1280000" cy="1020000"/>
            <a:chOff x="18300000" y="10200000"/>
            <a:chExt cx="1280000" cy="1020000"/>
          </a:xfrm>
        </p:grpSpPr>
        <p:pic>
          <p:nvPicPr>
            <p:cNvPr id="121" name="Picture 120" descr="tomb_graveldrop.webp.jpg"/>
            <p:cNvPicPr>
              <a:picLocks noChangeAspect="1"/>
            </p:cNvPicPr>
            <p:nvPr/>
          </p:nvPicPr>
          <p:blipFill>
            <a:blip r:embed="rId41"/>
            <a:stretch>
              <a:fillRect/>
            </a:stretch>
          </p:blipFill>
          <p:spPr>
            <a:xfrm>
              <a:off x="18300000" y="10200000"/>
              <a:ext cx="1280000" cy="720000"/>
            </a:xfrm>
            <a:prstGeom prst="rect">
              <a:avLst/>
            </a:prstGeom>
          </p:spPr>
        </p:pic>
        <p:sp>
          <p:nvSpPr>
            <p:cNvPr id="122" name="TextBox 121"/>
            <p:cNvSpPr txBox="1"/>
            <p:nvPr/>
          </p:nvSpPr>
          <p:spPr>
            <a:xfrm>
              <a:off x="18300000" y="109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碎石陷落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graveldrop</a:t>
              </a:r>
            </a:p>
          </p:txBody>
        </p:sp>
      </p:grpSp>
      <p:grpSp>
        <p:nvGrpSpPr>
          <p:cNvPr id="123" name="Group 122"/>
          <p:cNvGrpSpPr/>
          <p:nvPr/>
        </p:nvGrpSpPr>
        <p:grpSpPr>
          <a:xfrm>
            <a:off x="21300000" y="7900000"/>
            <a:ext cx="1280000" cy="1020000"/>
            <a:chOff x="21300000" y="7900000"/>
            <a:chExt cx="1280000" cy="1020000"/>
          </a:xfrm>
        </p:grpSpPr>
        <p:pic>
          <p:nvPicPr>
            <p:cNvPr id="124" name="Picture 123" descr="tomb_saltroom.webp.jpg"/>
            <p:cNvPicPr>
              <a:picLocks noChangeAspect="1"/>
            </p:cNvPicPr>
            <p:nvPr/>
          </p:nvPicPr>
          <p:blipFill>
            <a:blip r:embed="rId42"/>
            <a:stretch>
              <a:fillRect/>
            </a:stretch>
          </p:blipFill>
          <p:spPr>
            <a:xfrm>
              <a:off x="21300000" y="7900000"/>
              <a:ext cx="1280000" cy="720000"/>
            </a:xfrm>
            <a:prstGeom prst="rect">
              <a:avLst/>
            </a:prstGeom>
          </p:spPr>
        </p:pic>
        <p:sp>
          <p:nvSpPr>
            <p:cNvPr id="125" name="TextBox 124"/>
            <p:cNvSpPr txBox="1"/>
            <p:nvPr/>
          </p:nvSpPr>
          <p:spPr>
            <a:xfrm>
              <a:off x="21300000" y="86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硝室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saltroom</a:t>
              </a:r>
            </a:p>
          </p:txBody>
        </p:sp>
      </p:grpSp>
      <p:grpSp>
        <p:nvGrpSpPr>
          <p:cNvPr id="126" name="Group 125"/>
          <p:cNvGrpSpPr/>
          <p:nvPr/>
        </p:nvGrpSpPr>
        <p:grpSpPr>
          <a:xfrm>
            <a:off x="21300000" y="6750000"/>
            <a:ext cx="1280000" cy="1020000"/>
            <a:chOff x="21300000" y="6750000"/>
            <a:chExt cx="1280000" cy="1020000"/>
          </a:xfrm>
        </p:grpSpPr>
        <p:pic>
          <p:nvPicPr>
            <p:cNvPr id="127" name="Picture 126" descr="tomb_chimney.webp.jpg"/>
            <p:cNvPicPr>
              <a:picLocks noChangeAspect="1"/>
            </p:cNvPicPr>
            <p:nvPr/>
          </p:nvPicPr>
          <p:blipFill>
            <a:blip r:embed="rId43"/>
            <a:stretch>
              <a:fillRect/>
            </a:stretch>
          </p:blipFill>
          <p:spPr>
            <a:xfrm>
              <a:off x="21300000" y="6750000"/>
              <a:ext cx="1280000" cy="720000"/>
            </a:xfrm>
            <a:prstGeom prst="rect">
              <a:avLst/>
            </a:prstGeom>
          </p:spPr>
        </p:pic>
        <p:sp>
          <p:nvSpPr>
            <p:cNvPr id="128" name="TextBox 127"/>
            <p:cNvSpPr txBox="1"/>
            <p:nvPr/>
          </p:nvSpPr>
          <p:spPr>
            <a:xfrm>
              <a:off x="21300000" y="74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排煙井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chimney</a:t>
              </a:r>
            </a:p>
          </p:txBody>
        </p:sp>
      </p:grpSp>
      <p:grpSp>
        <p:nvGrpSpPr>
          <p:cNvPr id="129" name="Group 128"/>
          <p:cNvGrpSpPr/>
          <p:nvPr/>
        </p:nvGrpSpPr>
        <p:grpSpPr>
          <a:xfrm>
            <a:off x="24300000" y="7900000"/>
            <a:ext cx="1280000" cy="1020000"/>
            <a:chOff x="24300000" y="7900000"/>
            <a:chExt cx="1280000" cy="1020000"/>
          </a:xfrm>
        </p:grpSpPr>
        <p:pic>
          <p:nvPicPr>
            <p:cNvPr id="130" name="Picture 129" descr="tomb_nitrepit.webp.jpg"/>
            <p:cNvPicPr>
              <a:picLocks noChangeAspect="1"/>
            </p:cNvPicPr>
            <p:nvPr/>
          </p:nvPicPr>
          <p:blipFill>
            <a:blip r:embed="rId44"/>
            <a:stretch>
              <a:fillRect/>
            </a:stretch>
          </p:blipFill>
          <p:spPr>
            <a:xfrm>
              <a:off x="24300000" y="7900000"/>
              <a:ext cx="1280000" cy="720000"/>
            </a:xfrm>
            <a:prstGeom prst="rect">
              <a:avLst/>
            </a:prstGeom>
          </p:spPr>
        </p:pic>
        <p:sp>
          <p:nvSpPr>
            <p:cNvPr id="131" name="TextBox 130"/>
            <p:cNvSpPr txBox="1"/>
            <p:nvPr/>
          </p:nvSpPr>
          <p:spPr>
            <a:xfrm>
              <a:off x="24300000" y="86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硝坑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nitrepit</a:t>
              </a:r>
            </a:p>
          </p:txBody>
        </p:sp>
      </p:grpSp>
      <p:grpSp>
        <p:nvGrpSpPr>
          <p:cNvPr id="132" name="Group 131"/>
          <p:cNvGrpSpPr/>
          <p:nvPr/>
        </p:nvGrpSpPr>
        <p:grpSpPr>
          <a:xfrm>
            <a:off x="24300000" y="9050000"/>
            <a:ext cx="1280000" cy="1020000"/>
            <a:chOff x="24300000" y="9050000"/>
            <a:chExt cx="1280000" cy="1020000"/>
          </a:xfrm>
        </p:grpSpPr>
        <p:pic>
          <p:nvPicPr>
            <p:cNvPr id="133" name="Picture 132" descr="tomb_masonhall.webp.jpg"/>
            <p:cNvPicPr>
              <a:picLocks noChangeAspect="1"/>
            </p:cNvPicPr>
            <p:nvPr/>
          </p:nvPicPr>
          <p:blipFill>
            <a:blip r:embed="rId45"/>
            <a:stretch>
              <a:fillRect/>
            </a:stretch>
          </p:blipFill>
          <p:spPr>
            <a:xfrm>
              <a:off x="24300000" y="9050000"/>
              <a:ext cx="1280000" cy="720000"/>
            </a:xfrm>
            <a:prstGeom prst="rect">
              <a:avLst/>
            </a:prstGeom>
          </p:spPr>
        </p:pic>
        <p:sp>
          <p:nvSpPr>
            <p:cNvPr id="134" name="TextBox 133"/>
            <p:cNvSpPr txBox="1"/>
            <p:nvPr/>
          </p:nvSpPr>
          <p:spPr>
            <a:xfrm>
              <a:off x="24300000" y="97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石工長廳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masonhall</a:t>
              </a:r>
            </a:p>
          </p:txBody>
        </p:sp>
      </p:grpSp>
      <p:grpSp>
        <p:nvGrpSpPr>
          <p:cNvPr id="135" name="Group 134"/>
          <p:cNvGrpSpPr/>
          <p:nvPr/>
        </p:nvGrpSpPr>
        <p:grpSpPr>
          <a:xfrm>
            <a:off x="27300000" y="9050000"/>
            <a:ext cx="1280000" cy="1020000"/>
            <a:chOff x="27300000" y="9050000"/>
            <a:chExt cx="1280000" cy="1020000"/>
          </a:xfrm>
        </p:grpSpPr>
        <p:pic>
          <p:nvPicPr>
            <p:cNvPr id="136" name="Picture 135" descr="tomb_toolniche.webp.jpg"/>
            <p:cNvPicPr>
              <a:picLocks noChangeAspect="1"/>
            </p:cNvPicPr>
            <p:nvPr/>
          </p:nvPicPr>
          <p:blipFill>
            <a:blip r:embed="rId46"/>
            <a:stretch>
              <a:fillRect/>
            </a:stretch>
          </p:blipFill>
          <p:spPr>
            <a:xfrm>
              <a:off x="27300000" y="9050000"/>
              <a:ext cx="1280000" cy="720000"/>
            </a:xfrm>
            <a:prstGeom prst="rect">
              <a:avLst/>
            </a:prstGeom>
          </p:spPr>
        </p:pic>
        <p:sp>
          <p:nvSpPr>
            <p:cNvPr id="137" name="TextBox 136"/>
            <p:cNvSpPr txBox="1"/>
            <p:nvPr/>
          </p:nvSpPr>
          <p:spPr>
            <a:xfrm>
              <a:off x="27300000" y="97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工具龕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toolniche</a:t>
              </a:r>
            </a:p>
          </p:txBody>
        </p:sp>
      </p:grpSp>
      <p:grpSp>
        <p:nvGrpSpPr>
          <p:cNvPr id="138" name="Group 137"/>
          <p:cNvGrpSpPr/>
          <p:nvPr/>
        </p:nvGrpSpPr>
        <p:grpSpPr>
          <a:xfrm>
            <a:off x="24300000" y="10200000"/>
            <a:ext cx="1280000" cy="1020000"/>
            <a:chOff x="24300000" y="10200000"/>
            <a:chExt cx="1280000" cy="1020000"/>
          </a:xfrm>
        </p:grpSpPr>
        <p:pic>
          <p:nvPicPr>
            <p:cNvPr id="139" name="Picture 138" descr="tomb_rubble.webp.jpg"/>
            <p:cNvPicPr>
              <a:picLocks noChangeAspect="1"/>
            </p:cNvPicPr>
            <p:nvPr/>
          </p:nvPicPr>
          <p:blipFill>
            <a:blip r:embed="rId47"/>
            <a:stretch>
              <a:fillRect/>
            </a:stretch>
          </p:blipFill>
          <p:spPr>
            <a:xfrm>
              <a:off x="24300000" y="10200000"/>
              <a:ext cx="1280000" cy="720000"/>
            </a:xfrm>
            <a:prstGeom prst="rect">
              <a:avLst/>
            </a:prstGeom>
          </p:spPr>
        </p:pic>
        <p:sp>
          <p:nvSpPr>
            <p:cNvPr id="140" name="TextBox 139"/>
            <p:cNvSpPr txBox="1"/>
            <p:nvPr/>
          </p:nvSpPr>
          <p:spPr>
            <a:xfrm>
              <a:off x="24300000" y="109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落石堆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rubble</a:t>
              </a:r>
            </a:p>
          </p:txBody>
        </p:sp>
      </p:grpSp>
      <p:grpSp>
        <p:nvGrpSpPr>
          <p:cNvPr id="141" name="Group 140"/>
          <p:cNvGrpSpPr/>
          <p:nvPr/>
        </p:nvGrpSpPr>
        <p:grpSpPr>
          <a:xfrm>
            <a:off x="21300000" y="11350000"/>
            <a:ext cx="1280000" cy="1020000"/>
            <a:chOff x="21300000" y="11350000"/>
            <a:chExt cx="1280000" cy="1020000"/>
          </a:xfrm>
        </p:grpSpPr>
        <p:pic>
          <p:nvPicPr>
            <p:cNvPr id="142" name="Picture 141" descr="tomb_cryptwalk.webp.jpg"/>
            <p:cNvPicPr>
              <a:picLocks noChangeAspect="1"/>
            </p:cNvPicPr>
            <p:nvPr/>
          </p:nvPicPr>
          <p:blipFill>
            <a:blip r:embed="rId48"/>
            <a:stretch>
              <a:fillRect/>
            </a:stretch>
          </p:blipFill>
          <p:spPr>
            <a:xfrm>
              <a:off x="21300000" y="11350000"/>
              <a:ext cx="1280000" cy="720000"/>
            </a:xfrm>
            <a:prstGeom prst="rect">
              <a:avLst/>
            </a:prstGeom>
          </p:spPr>
        </p:pic>
        <p:sp>
          <p:nvSpPr>
            <p:cNvPr id="143" name="TextBox 142"/>
            <p:cNvSpPr txBox="1"/>
            <p:nvPr/>
          </p:nvSpPr>
          <p:spPr>
            <a:xfrm>
              <a:off x="21300000" y="120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墓道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cryptwalk</a:t>
              </a:r>
            </a:p>
          </p:txBody>
        </p:sp>
      </p:grpSp>
      <p:grpSp>
        <p:nvGrpSpPr>
          <p:cNvPr id="144" name="Group 143"/>
          <p:cNvGrpSpPr/>
          <p:nvPr/>
        </p:nvGrpSpPr>
        <p:grpSpPr>
          <a:xfrm>
            <a:off x="21300000" y="12500000"/>
            <a:ext cx="1280000" cy="1020000"/>
            <a:chOff x="21300000" y="12500000"/>
            <a:chExt cx="1280000" cy="1020000"/>
          </a:xfrm>
        </p:grpSpPr>
        <p:pic>
          <p:nvPicPr>
            <p:cNvPr id="145" name="Picture 144" descr="tomb_deepwalk.webp.jpg"/>
            <p:cNvPicPr>
              <a:picLocks noChangeAspect="1"/>
            </p:cNvPicPr>
            <p:nvPr/>
          </p:nvPicPr>
          <p:blipFill>
            <a:blip r:embed="rId49"/>
            <a:stretch>
              <a:fillRect/>
            </a:stretch>
          </p:blipFill>
          <p:spPr>
            <a:xfrm>
              <a:off x="21300000" y="12500000"/>
              <a:ext cx="1280000" cy="720000"/>
            </a:xfrm>
            <a:prstGeom prst="rect">
              <a:avLst/>
            </a:prstGeom>
          </p:spPr>
        </p:pic>
        <p:sp>
          <p:nvSpPr>
            <p:cNvPr id="146" name="TextBox 145"/>
            <p:cNvSpPr txBox="1"/>
            <p:nvPr/>
          </p:nvSpPr>
          <p:spPr>
            <a:xfrm>
              <a:off x="21300000" y="132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墓道深處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deepwalk</a:t>
              </a:r>
            </a:p>
          </p:txBody>
        </p:sp>
      </p:grpSp>
      <p:grpSp>
        <p:nvGrpSpPr>
          <p:cNvPr id="147" name="Group 146"/>
          <p:cNvGrpSpPr/>
          <p:nvPr/>
        </p:nvGrpSpPr>
        <p:grpSpPr>
          <a:xfrm>
            <a:off x="18300000" y="12500000"/>
            <a:ext cx="1280000" cy="1020000"/>
            <a:chOff x="18300000" y="12500000"/>
            <a:chExt cx="1280000" cy="1020000"/>
          </a:xfrm>
        </p:grpSpPr>
        <p:pic>
          <p:nvPicPr>
            <p:cNvPr id="148" name="Picture 147" descr="tomb_brokenhall.webp.jpg"/>
            <p:cNvPicPr>
              <a:picLocks noChangeAspect="1"/>
            </p:cNvPicPr>
            <p:nvPr/>
          </p:nvPicPr>
          <p:blipFill>
            <a:blip r:embed="rId50"/>
            <a:stretch>
              <a:fillRect/>
            </a:stretch>
          </p:blipFill>
          <p:spPr>
            <a:xfrm>
              <a:off x="18300000" y="12500000"/>
              <a:ext cx="1280000" cy="720000"/>
            </a:xfrm>
            <a:prstGeom prst="rect">
              <a:avLst/>
            </a:prstGeom>
          </p:spPr>
        </p:pic>
        <p:sp>
          <p:nvSpPr>
            <p:cNvPr id="149" name="TextBox 148"/>
            <p:cNvSpPr txBox="1"/>
            <p:nvPr/>
          </p:nvSpPr>
          <p:spPr>
            <a:xfrm>
              <a:off x="18300000" y="132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破碎廊道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brokenhall</a:t>
              </a:r>
            </a:p>
          </p:txBody>
        </p:sp>
      </p:grpSp>
      <p:grpSp>
        <p:nvGrpSpPr>
          <p:cNvPr id="150" name="Group 149"/>
          <p:cNvGrpSpPr/>
          <p:nvPr/>
        </p:nvGrpSpPr>
        <p:grpSpPr>
          <a:xfrm>
            <a:off x="21300000" y="14800000"/>
            <a:ext cx="1280000" cy="1020000"/>
            <a:chOff x="21300000" y="14800000"/>
            <a:chExt cx="1280000" cy="1020000"/>
          </a:xfrm>
        </p:grpSpPr>
        <p:pic>
          <p:nvPicPr>
            <p:cNvPr id="151" name="Picture 150" descr="tomb_sunkhall.webp.jpg"/>
            <p:cNvPicPr>
              <a:picLocks noChangeAspect="1"/>
            </p:cNvPicPr>
            <p:nvPr/>
          </p:nvPicPr>
          <p:blipFill>
            <a:blip r:embed="rId51"/>
            <a:stretch>
              <a:fillRect/>
            </a:stretch>
          </p:blipFill>
          <p:spPr>
            <a:xfrm>
              <a:off x="21300000" y="14800000"/>
              <a:ext cx="1280000" cy="720000"/>
            </a:xfrm>
            <a:prstGeom prst="rect">
              <a:avLst/>
            </a:prstGeom>
          </p:spPr>
        </p:pic>
        <p:sp>
          <p:nvSpPr>
            <p:cNvPr id="152" name="TextBox 151"/>
            <p:cNvSpPr txBox="1"/>
            <p:nvPr/>
          </p:nvSpPr>
          <p:spPr>
            <a:xfrm>
              <a:off x="21300000" y="155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沉陷廳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sunkhall</a:t>
              </a:r>
            </a:p>
          </p:txBody>
        </p:sp>
      </p:grpSp>
      <p:grpSp>
        <p:nvGrpSpPr>
          <p:cNvPr id="153" name="Group 152"/>
          <p:cNvGrpSpPr/>
          <p:nvPr/>
        </p:nvGrpSpPr>
        <p:grpSpPr>
          <a:xfrm>
            <a:off x="21300000" y="15950000"/>
            <a:ext cx="1280000" cy="1020000"/>
            <a:chOff x="21300000" y="15950000"/>
            <a:chExt cx="1280000" cy="1020000"/>
          </a:xfrm>
        </p:grpSpPr>
        <p:pic>
          <p:nvPicPr>
            <p:cNvPr id="154" name="Picture 153" descr="tomb_mudpit.webp.jpg"/>
            <p:cNvPicPr>
              <a:picLocks noChangeAspect="1"/>
            </p:cNvPicPr>
            <p:nvPr/>
          </p:nvPicPr>
          <p:blipFill>
            <a:blip r:embed="rId52"/>
            <a:stretch>
              <a:fillRect/>
            </a:stretch>
          </p:blipFill>
          <p:spPr>
            <a:xfrm>
              <a:off x="21300000" y="15950000"/>
              <a:ext cx="1280000" cy="720000"/>
            </a:xfrm>
            <a:prstGeom prst="rect">
              <a:avLst/>
            </a:prstGeom>
          </p:spPr>
        </p:pic>
        <p:sp>
          <p:nvSpPr>
            <p:cNvPr id="155" name="TextBox 154"/>
            <p:cNvSpPr txBox="1"/>
            <p:nvPr/>
          </p:nvSpPr>
          <p:spPr>
            <a:xfrm>
              <a:off x="21300000" y="166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淤泥坑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mudpit</a:t>
              </a:r>
            </a:p>
          </p:txBody>
        </p:sp>
      </p:grpSp>
      <p:grpSp>
        <p:nvGrpSpPr>
          <p:cNvPr id="156" name="Group 155"/>
          <p:cNvGrpSpPr/>
          <p:nvPr/>
        </p:nvGrpSpPr>
        <p:grpSpPr>
          <a:xfrm>
            <a:off x="21300000" y="13650000"/>
            <a:ext cx="1280000" cy="1020000"/>
            <a:chOff x="21300000" y="13650000"/>
            <a:chExt cx="1280000" cy="1020000"/>
          </a:xfrm>
        </p:grpSpPr>
        <p:pic>
          <p:nvPicPr>
            <p:cNvPr id="157" name="Picture 156" descr="tomb_crossvault.webp.jpg"/>
            <p:cNvPicPr>
              <a:picLocks noChangeAspect="1"/>
            </p:cNvPicPr>
            <p:nvPr/>
          </p:nvPicPr>
          <p:blipFill>
            <a:blip r:embed="rId53"/>
            <a:stretch>
              <a:fillRect/>
            </a:stretch>
          </p:blipFill>
          <p:spPr>
            <a:xfrm>
              <a:off x="21300000" y="13650000"/>
              <a:ext cx="1280000" cy="720000"/>
            </a:xfrm>
            <a:prstGeom prst="rect">
              <a:avLst/>
            </a:prstGeom>
          </p:spPr>
        </p:pic>
        <p:sp>
          <p:nvSpPr>
            <p:cNvPr id="158" name="TextBox 157"/>
            <p:cNvSpPr txBox="1"/>
            <p:nvPr/>
          </p:nvSpPr>
          <p:spPr>
            <a:xfrm>
              <a:off x="21300000" y="143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十字墓窖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crossvault</a:t>
              </a:r>
            </a:p>
          </p:txBody>
        </p:sp>
      </p:grpSp>
      <p:grpSp>
        <p:nvGrpSpPr>
          <p:cNvPr id="159" name="Group 158"/>
          <p:cNvGrpSpPr/>
          <p:nvPr/>
        </p:nvGrpSpPr>
        <p:grpSpPr>
          <a:xfrm>
            <a:off x="18300000" y="13650000"/>
            <a:ext cx="1280000" cy="1020000"/>
            <a:chOff x="18300000" y="13650000"/>
            <a:chExt cx="1280000" cy="1020000"/>
          </a:xfrm>
        </p:grpSpPr>
        <p:pic>
          <p:nvPicPr>
            <p:cNvPr id="160" name="Picture 159" descr="tomb_falsestair.webp.jpg"/>
            <p:cNvPicPr>
              <a:picLocks noChangeAspect="1"/>
            </p:cNvPicPr>
            <p:nvPr/>
          </p:nvPicPr>
          <p:blipFill>
            <a:blip r:embed="rId54"/>
            <a:stretch>
              <a:fillRect/>
            </a:stretch>
          </p:blipFill>
          <p:spPr>
            <a:xfrm>
              <a:off x="18300000" y="13650000"/>
              <a:ext cx="1280000" cy="720000"/>
            </a:xfrm>
            <a:prstGeom prst="rect">
              <a:avLst/>
            </a:prstGeom>
          </p:spPr>
        </p:pic>
        <p:sp>
          <p:nvSpPr>
            <p:cNvPr id="161" name="TextBox 160"/>
            <p:cNvSpPr txBox="1"/>
            <p:nvPr/>
          </p:nvSpPr>
          <p:spPr>
            <a:xfrm>
              <a:off x="18300000" y="143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塌陷的階梯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falsestair</a:t>
              </a:r>
            </a:p>
          </p:txBody>
        </p:sp>
      </p:grpSp>
      <p:grpSp>
        <p:nvGrpSpPr>
          <p:cNvPr id="162" name="Group 161"/>
          <p:cNvGrpSpPr/>
          <p:nvPr/>
        </p:nvGrpSpPr>
        <p:grpSpPr>
          <a:xfrm>
            <a:off x="24300000" y="13650000"/>
            <a:ext cx="1280000" cy="1020000"/>
            <a:chOff x="24300000" y="13650000"/>
            <a:chExt cx="1280000" cy="1020000"/>
          </a:xfrm>
        </p:grpSpPr>
        <p:pic>
          <p:nvPicPr>
            <p:cNvPr id="163" name="Picture 162" descr="tomb_stair2.webp.jpg"/>
            <p:cNvPicPr>
              <a:picLocks noChangeAspect="1"/>
            </p:cNvPicPr>
            <p:nvPr/>
          </p:nvPicPr>
          <p:blipFill>
            <a:blip r:embed="rId55"/>
            <a:stretch>
              <a:fillRect/>
            </a:stretch>
          </p:blipFill>
          <p:spPr>
            <a:xfrm>
              <a:off x="24300000" y="13650000"/>
              <a:ext cx="1280000" cy="720000"/>
            </a:xfrm>
            <a:prstGeom prst="rect">
              <a:avLst/>
            </a:prstGeom>
          </p:spPr>
        </p:pic>
        <p:sp>
          <p:nvSpPr>
            <p:cNvPr id="164" name="TextBox 163"/>
            <p:cNvSpPr txBox="1"/>
            <p:nvPr/>
          </p:nvSpPr>
          <p:spPr>
            <a:xfrm>
              <a:off x="24300000" y="143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底層階梯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stair2</a:t>
              </a:r>
            </a:p>
          </p:txBody>
        </p:sp>
      </p:grpSp>
      <p:grpSp>
        <p:nvGrpSpPr>
          <p:cNvPr id="165" name="Group 164"/>
          <p:cNvGrpSpPr/>
          <p:nvPr/>
        </p:nvGrpSpPr>
        <p:grpSpPr>
          <a:xfrm>
            <a:off x="24300000" y="14800000"/>
            <a:ext cx="1280000" cy="1020000"/>
            <a:chOff x="24300000" y="14800000"/>
            <a:chExt cx="1280000" cy="1020000"/>
          </a:xfrm>
        </p:grpSpPr>
        <p:pic>
          <p:nvPicPr>
            <p:cNvPr id="166" name="Picture 165" descr="tomb_landing3.webp.jpg"/>
            <p:cNvPicPr>
              <a:picLocks noChangeAspect="1"/>
            </p:cNvPicPr>
            <p:nvPr/>
          </p:nvPicPr>
          <p:blipFill>
            <a:blip r:embed="rId56"/>
            <a:stretch>
              <a:fillRect/>
            </a:stretch>
          </p:blipFill>
          <p:spPr>
            <a:xfrm>
              <a:off x="24300000" y="14800000"/>
              <a:ext cx="1280000" cy="720000"/>
            </a:xfrm>
            <a:prstGeom prst="rect">
              <a:avLst/>
            </a:prstGeom>
          </p:spPr>
        </p:pic>
        <p:sp>
          <p:nvSpPr>
            <p:cNvPr id="167" name="TextBox 166"/>
            <p:cNvSpPr txBox="1"/>
            <p:nvPr/>
          </p:nvSpPr>
          <p:spPr>
            <a:xfrm>
              <a:off x="24300000" y="155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三層梯廳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landing3</a:t>
              </a:r>
            </a:p>
          </p:txBody>
        </p:sp>
      </p:grpSp>
      <p:grpSp>
        <p:nvGrpSpPr>
          <p:cNvPr id="168" name="Group 167"/>
          <p:cNvGrpSpPr/>
          <p:nvPr/>
        </p:nvGrpSpPr>
        <p:grpSpPr>
          <a:xfrm>
            <a:off x="24300000" y="15950000"/>
            <a:ext cx="1280000" cy="1020000"/>
            <a:chOff x="24300000" y="15950000"/>
            <a:chExt cx="1280000" cy="1020000"/>
          </a:xfrm>
        </p:grpSpPr>
        <p:pic>
          <p:nvPicPr>
            <p:cNvPr id="169" name="Picture 168" descr="tomb_gallery3.webp.jpg"/>
            <p:cNvPicPr>
              <a:picLocks noChangeAspect="1"/>
            </p:cNvPicPr>
            <p:nvPr/>
          </p:nvPicPr>
          <p:blipFill>
            <a:blip r:embed="rId57"/>
            <a:stretch>
              <a:fillRect/>
            </a:stretch>
          </p:blipFill>
          <p:spPr>
            <a:xfrm>
              <a:off x="24300000" y="15950000"/>
              <a:ext cx="1280000" cy="720000"/>
            </a:xfrm>
            <a:prstGeom prst="rect">
              <a:avLst/>
            </a:prstGeom>
          </p:spPr>
        </p:pic>
        <p:sp>
          <p:nvSpPr>
            <p:cNvPr id="170" name="TextBox 169"/>
            <p:cNvSpPr txBox="1"/>
            <p:nvPr/>
          </p:nvSpPr>
          <p:spPr>
            <a:xfrm>
              <a:off x="24300000" y="166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玄室前廊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gallery3</a:t>
              </a:r>
            </a:p>
          </p:txBody>
        </p:sp>
      </p:grpSp>
      <p:grpSp>
        <p:nvGrpSpPr>
          <p:cNvPr id="171" name="Group 170"/>
          <p:cNvGrpSpPr/>
          <p:nvPr/>
        </p:nvGrpSpPr>
        <p:grpSpPr>
          <a:xfrm>
            <a:off x="27300000" y="15950000"/>
            <a:ext cx="1280000" cy="1020000"/>
            <a:chOff x="27300000" y="15950000"/>
            <a:chExt cx="1280000" cy="1020000"/>
          </a:xfrm>
        </p:grpSpPr>
        <p:pic>
          <p:nvPicPr>
            <p:cNvPr id="172" name="Picture 171" descr="tomb_vaultw.webp.jpg"/>
            <p:cNvPicPr>
              <a:picLocks noChangeAspect="1"/>
            </p:cNvPicPr>
            <p:nvPr/>
          </p:nvPicPr>
          <p:blipFill>
            <a:blip r:embed="rId58"/>
            <a:stretch>
              <a:fillRect/>
            </a:stretch>
          </p:blipFill>
          <p:spPr>
            <a:xfrm>
              <a:off x="27300000" y="15950000"/>
              <a:ext cx="1280000" cy="720000"/>
            </a:xfrm>
            <a:prstGeom prst="rect">
              <a:avLst/>
            </a:prstGeom>
          </p:spPr>
        </p:pic>
        <p:sp>
          <p:nvSpPr>
            <p:cNvPr id="173" name="TextBox 172"/>
            <p:cNvSpPr txBox="1"/>
            <p:nvPr/>
          </p:nvSpPr>
          <p:spPr>
            <a:xfrm>
              <a:off x="27300000" y="166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側墓穴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vaultW</a:t>
              </a:r>
            </a:p>
          </p:txBody>
        </p:sp>
      </p:grpSp>
      <p:grpSp>
        <p:nvGrpSpPr>
          <p:cNvPr id="174" name="Group 173"/>
          <p:cNvGrpSpPr/>
          <p:nvPr/>
        </p:nvGrpSpPr>
        <p:grpSpPr>
          <a:xfrm>
            <a:off x="27300000" y="17100000"/>
            <a:ext cx="1280000" cy="1020000"/>
            <a:chOff x="27300000" y="17100000"/>
            <a:chExt cx="1280000" cy="1020000"/>
          </a:xfrm>
        </p:grpSpPr>
        <p:pic>
          <p:nvPicPr>
            <p:cNvPr id="175" name="Picture 174" descr="tomb_bonepit.webp.jpg"/>
            <p:cNvPicPr>
              <a:picLocks noChangeAspect="1"/>
            </p:cNvPicPr>
            <p:nvPr/>
          </p:nvPicPr>
          <p:blipFill>
            <a:blip r:embed="rId59"/>
            <a:stretch>
              <a:fillRect/>
            </a:stretch>
          </p:blipFill>
          <p:spPr>
            <a:xfrm>
              <a:off x="27300000" y="17100000"/>
              <a:ext cx="1280000" cy="720000"/>
            </a:xfrm>
            <a:prstGeom prst="rect">
              <a:avLst/>
            </a:prstGeom>
          </p:spPr>
        </p:pic>
        <p:sp>
          <p:nvSpPr>
            <p:cNvPr id="176" name="TextBox 175"/>
            <p:cNvSpPr txBox="1"/>
            <p:nvPr/>
          </p:nvSpPr>
          <p:spPr>
            <a:xfrm>
              <a:off x="27300000" y="178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骨坑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bonepit</a:t>
              </a:r>
            </a:p>
          </p:txBody>
        </p:sp>
      </p:grpSp>
      <p:grpSp>
        <p:nvGrpSpPr>
          <p:cNvPr id="177" name="Group 176"/>
          <p:cNvGrpSpPr/>
          <p:nvPr/>
        </p:nvGrpSpPr>
        <p:grpSpPr>
          <a:xfrm>
            <a:off x="27300000" y="18250000"/>
            <a:ext cx="1280000" cy="1020000"/>
            <a:chOff x="27300000" y="18250000"/>
            <a:chExt cx="1280000" cy="1020000"/>
          </a:xfrm>
        </p:grpSpPr>
        <p:pic>
          <p:nvPicPr>
            <p:cNvPr id="178" name="Picture 177" descr="tomb_lowaltar.webp.jpg"/>
            <p:cNvPicPr>
              <a:picLocks noChangeAspect="1"/>
            </p:cNvPicPr>
            <p:nvPr/>
          </p:nvPicPr>
          <p:blipFill>
            <a:blip r:embed="rId60"/>
            <a:stretch>
              <a:fillRect/>
            </a:stretch>
          </p:blipFill>
          <p:spPr>
            <a:xfrm>
              <a:off x="27300000" y="18250000"/>
              <a:ext cx="1280000" cy="720000"/>
            </a:xfrm>
            <a:prstGeom prst="rect">
              <a:avLst/>
            </a:prstGeom>
          </p:spPr>
        </p:pic>
        <p:sp>
          <p:nvSpPr>
            <p:cNvPr id="179" name="TextBox 178"/>
            <p:cNvSpPr txBox="1"/>
            <p:nvPr/>
          </p:nvSpPr>
          <p:spPr>
            <a:xfrm>
              <a:off x="27300000" y="189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底層祭壇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lowaltar</a:t>
              </a:r>
            </a:p>
          </p:txBody>
        </p:sp>
      </p:grpSp>
      <p:grpSp>
        <p:nvGrpSpPr>
          <p:cNvPr id="180" name="Group 179"/>
          <p:cNvGrpSpPr/>
          <p:nvPr/>
        </p:nvGrpSpPr>
        <p:grpSpPr>
          <a:xfrm>
            <a:off x="24300000" y="18250000"/>
            <a:ext cx="1280000" cy="1020000"/>
            <a:chOff x="24300000" y="18250000"/>
            <a:chExt cx="1280000" cy="1020000"/>
          </a:xfrm>
        </p:grpSpPr>
        <p:pic>
          <p:nvPicPr>
            <p:cNvPr id="181" name="Picture 180" descr="tomb_adit.webp.jpg"/>
            <p:cNvPicPr>
              <a:picLocks noChangeAspect="1"/>
            </p:cNvPicPr>
            <p:nvPr/>
          </p:nvPicPr>
          <p:blipFill>
            <a:blip r:embed="rId61"/>
            <a:stretch>
              <a:fillRect/>
            </a:stretch>
          </p:blipFill>
          <p:spPr>
            <a:xfrm>
              <a:off x="24300000" y="18250000"/>
              <a:ext cx="1280000" cy="720000"/>
            </a:xfrm>
            <a:prstGeom prst="rect">
              <a:avLst/>
            </a:prstGeom>
          </p:spPr>
        </p:pic>
        <p:sp>
          <p:nvSpPr>
            <p:cNvPr id="182" name="TextBox 181"/>
            <p:cNvSpPr txBox="1"/>
            <p:nvPr/>
          </p:nvSpPr>
          <p:spPr>
            <a:xfrm>
              <a:off x="24300000" y="1897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廢坑道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adit</a:t>
              </a:r>
            </a:p>
          </p:txBody>
        </p:sp>
      </p:grpSp>
      <p:grpSp>
        <p:nvGrpSpPr>
          <p:cNvPr id="183" name="Group 182"/>
          <p:cNvGrpSpPr/>
          <p:nvPr/>
        </p:nvGrpSpPr>
        <p:grpSpPr>
          <a:xfrm>
            <a:off x="24300000" y="17100000"/>
            <a:ext cx="1280000" cy="1020000"/>
            <a:chOff x="24300000" y="17100000"/>
            <a:chExt cx="1280000" cy="1020000"/>
          </a:xfrm>
        </p:grpSpPr>
        <p:pic>
          <p:nvPicPr>
            <p:cNvPr id="184" name="Picture 183" descr="tomb_crypt.webp.jpg"/>
            <p:cNvPicPr>
              <a:picLocks noChangeAspect="1"/>
            </p:cNvPicPr>
            <p:nvPr/>
          </p:nvPicPr>
          <p:blipFill>
            <a:blip r:embed="rId62"/>
            <a:stretch>
              <a:fillRect/>
            </a:stretch>
          </p:blipFill>
          <p:spPr>
            <a:xfrm>
              <a:off x="24300000" y="17100000"/>
              <a:ext cx="1280000" cy="720000"/>
            </a:xfrm>
            <a:prstGeom prst="rect">
              <a:avLst/>
            </a:prstGeom>
          </p:spPr>
        </p:pic>
        <p:sp>
          <p:nvSpPr>
            <p:cNvPr id="185" name="TextBox 184"/>
            <p:cNvSpPr txBox="1"/>
            <p:nvPr/>
          </p:nvSpPr>
          <p:spPr>
            <a:xfrm>
              <a:off x="24300000" y="17820000"/>
              <a:ext cx="1280000" cy="3000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300" b="1"/>
                <a:t>石棺主室</a:t>
              </a:r>
            </a:p>
            <a:p>
              <a:pPr algn="ctr"/>
              <a:r>
                <a:rPr sz="800">
                  <a:solidFill>
                    <a:srgbClr val="9A989E"/>
                  </a:solidFill>
                </a:rPr>
                <a:t>crypt</a:t>
              </a:r>
            </a:p>
          </p:txBody>
        </p:sp>
      </p:grpSp>
      <p:cxnSp>
        <p:nvCxnSpPr>
          <p:cNvPr id="186" name="Connector 185"/>
          <p:cNvCxnSpPr/>
          <p:nvPr/>
        </p:nvCxnSpPr>
        <p:spPr>
          <a:xfrm flipV="1">
            <a:off x="12940000" y="174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>
            <a:off x="12940000" y="18610000"/>
            <a:ext cx="12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 flipV="1">
            <a:off x="12940000" y="163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>
            <a:off x="12940000" y="1746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>
            <a:off x="15940000" y="1746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 flipV="1">
            <a:off x="18940000" y="163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 flipV="1">
            <a:off x="12940000" y="151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 flipH="1">
            <a:off x="9940000" y="163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 flipH="1">
            <a:off x="6940000" y="163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6940000" y="163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>
            <a:off x="12940000" y="1516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 flipH="1">
            <a:off x="9940000" y="1516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 flipH="1">
            <a:off x="6940000" y="1516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 flipV="1">
            <a:off x="15940000" y="140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>
            <a:off x="15940000" y="1516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 flipH="1">
            <a:off x="12940000" y="140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 flipV="1">
            <a:off x="15940000" y="128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 flipV="1">
            <a:off x="12940000" y="128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 flipH="1">
            <a:off x="9940000" y="140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 flipH="1">
            <a:off x="6940000" y="140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 flipV="1">
            <a:off x="9940000" y="128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 flipV="1">
            <a:off x="6940000" y="10560000"/>
            <a:ext cx="0" cy="34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 flipV="1">
            <a:off x="6940000" y="94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 flipV="1">
            <a:off x="6940000" y="82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>
            <a:off x="6940000" y="94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 flipH="1">
            <a:off x="3940000" y="94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 flipV="1">
            <a:off x="3940000" y="82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 flipV="1">
            <a:off x="6940000" y="71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>
            <a:off x="9940000" y="94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>
            <a:off x="9940000" y="94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 flipV="1">
            <a:off x="12940000" y="82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>
            <a:off x="12940000" y="94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>
            <a:off x="12940000" y="94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>
            <a:off x="15940000" y="94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>
            <a:off x="15940000" y="94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 flipV="1">
            <a:off x="18940000" y="82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>
            <a:off x="18940000" y="94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 flipH="1">
            <a:off x="9940000" y="826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>
            <a:off x="15940000" y="1056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 flipV="1">
            <a:off x="21940000" y="82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>
            <a:off x="21940000" y="94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>
            <a:off x="21940000" y="94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>
            <a:off x="21940000" y="105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 flipH="1">
            <a:off x="18940000" y="1056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>
            <a:off x="18940000" y="10560000"/>
            <a:ext cx="0" cy="230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 flipV="1">
            <a:off x="21940000" y="71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>
            <a:off x="21940000" y="826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>
            <a:off x="24940000" y="94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>
            <a:off x="24940000" y="94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>
            <a:off x="21940000" y="117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>
            <a:off x="21940000" y="128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>
            <a:off x="18940000" y="128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 flipV="1">
            <a:off x="21940000" y="140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>
            <a:off x="21940000" y="151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 flipH="1">
            <a:off x="18940000" y="140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>
            <a:off x="21940000" y="140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>
            <a:off x="24940000" y="140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>
            <a:off x="24940000" y="151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>
            <a:off x="24940000" y="163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>
            <a:off x="24940000" y="163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>
            <a:off x="27940000" y="1631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>
            <a:off x="27940000" y="17460000"/>
            <a:ext cx="0" cy="115000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 flipH="1">
            <a:off x="24940000" y="18610000"/>
            <a:ext cx="3000000" cy="0"/>
          </a:xfrm>
          <a:prstGeom prst="line">
            <a:avLst/>
          </a:prstGeom>
          <a:ln w="19050">
            <a:solidFill>
              <a:srgbClr val="333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