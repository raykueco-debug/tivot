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600000" cy="3205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240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48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sp>
          <p:nvSpPr>
            <p:cNvPr id="37" name="Rectangle 36"/>
            <p:cNvSpPr/>
            <p:nvPr/>
          </p:nvSpPr>
          <p:spPr>
            <a:xfrm>
              <a:off x="6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tomb_scriptorium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抄經房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scriptorium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40" name="Picture 39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sp>
          <p:nvSpPr>
            <p:cNvPr id="43" name="Rectangle 42"/>
            <p:cNvSpPr/>
            <p:nvPr/>
          </p:nvSpPr>
          <p:spPr>
            <a:xfrm>
              <a:off x="18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tomb_confessio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告解所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confessio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6" name="Picture 45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sp>
          <p:nvSpPr>
            <p:cNvPr id="49" name="Rectangle 48"/>
            <p:cNvSpPr/>
            <p:nvPr/>
          </p:nvSpPr>
          <p:spPr>
            <a:xfrm>
              <a:off x="15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tomb_sacristy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法衣室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sacristy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52" name="Picture 51" descr="tomb_apse_da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55" name="Picture 54" descr="tomb_reliqua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58" name="Picture 57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sp>
          <p:nvSpPr>
            <p:cNvPr id="61" name="Rectangle 60"/>
            <p:cNvSpPr/>
            <p:nvPr/>
          </p:nvSpPr>
          <p:spPr>
            <a:xfrm>
              <a:off x="9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tomb_wellyard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井庭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wellyard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64" name="Picture 63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第一道階梯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21300000" y="14800000"/>
            <a:ext cx="1280000" cy="1020000"/>
            <a:chOff x="21300000" y="14800000"/>
            <a:chExt cx="1280000" cy="1020000"/>
          </a:xfrm>
        </p:grpSpPr>
        <p:pic>
          <p:nvPicPr>
            <p:cNvPr id="67" name="Picture 66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21300000" y="148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21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21300000" y="15950000"/>
            <a:ext cx="1280000" cy="1020000"/>
            <a:chOff x="21300000" y="15950000"/>
            <a:chExt cx="1280000" cy="1020000"/>
          </a:xfrm>
        </p:grpSpPr>
        <p:pic>
          <p:nvPicPr>
            <p:cNvPr id="70" name="Picture 69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1300000" y="159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21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21300000" y="17100000"/>
            <a:ext cx="1280000" cy="1020000"/>
            <a:chOff x="21300000" y="17100000"/>
            <a:chExt cx="1280000" cy="1020000"/>
          </a:xfrm>
        </p:grpSpPr>
        <p:sp>
          <p:nvSpPr>
            <p:cNvPr id="73" name="Rectangle 72"/>
            <p:cNvSpPr/>
            <p:nvPr/>
          </p:nvSpPr>
          <p:spPr>
            <a:xfrm>
              <a:off x="21300000" y="171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tomb_colonnade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列柱廊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colonnade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22800000" y="17100000"/>
            <a:ext cx="1280000" cy="1020000"/>
            <a:chOff x="22800000" y="17100000"/>
            <a:chExt cx="1280000" cy="1020000"/>
          </a:xfrm>
        </p:grpSpPr>
        <p:sp>
          <p:nvSpPr>
            <p:cNvPr id="76" name="Rectangle 75"/>
            <p:cNvSpPr/>
            <p:nvPr/>
          </p:nvSpPr>
          <p:spPr>
            <a:xfrm>
              <a:off x="22800000" y="171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28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19800000" y="15950000"/>
            <a:ext cx="1280000" cy="1020000"/>
            <a:chOff x="19800000" y="15950000"/>
            <a:chExt cx="1280000" cy="1020000"/>
          </a:xfrm>
        </p:grpSpPr>
        <p:pic>
          <p:nvPicPr>
            <p:cNvPr id="79" name="Picture 78" descr="tomb_cister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9800000" y="1595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198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19800000" y="17100000"/>
            <a:ext cx="1280000" cy="1020000"/>
            <a:chOff x="19800000" y="17100000"/>
            <a:chExt cx="1280000" cy="1020000"/>
          </a:xfrm>
        </p:grpSpPr>
        <p:sp>
          <p:nvSpPr>
            <p:cNvPr id="82" name="Rectangle 81"/>
            <p:cNvSpPr/>
            <p:nvPr/>
          </p:nvSpPr>
          <p:spPr>
            <a:xfrm>
              <a:off x="19800000" y="171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tomb_waterstair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198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汲水階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waterstair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21300000" y="18250000"/>
            <a:ext cx="1280000" cy="1020000"/>
            <a:chOff x="21300000" y="18250000"/>
            <a:chExt cx="1280000" cy="1020000"/>
          </a:xfrm>
        </p:grpSpPr>
        <p:pic>
          <p:nvPicPr>
            <p:cNvPr id="85" name="Picture 84" descr="tomb_corr2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21300000" y="182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21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19800000" y="18250000"/>
            <a:ext cx="1280000" cy="1020000"/>
            <a:chOff x="19800000" y="18250000"/>
            <a:chExt cx="1280000" cy="1020000"/>
          </a:xfrm>
        </p:grpSpPr>
        <p:pic>
          <p:nvPicPr>
            <p:cNvPr id="88" name="Picture 87" descr="tomb_sump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9800000" y="1825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198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21300000" y="19400000"/>
            <a:ext cx="1280000" cy="1020000"/>
            <a:chOff x="21300000" y="19400000"/>
            <a:chExt cx="1280000" cy="1020000"/>
          </a:xfrm>
        </p:grpSpPr>
        <p:pic>
          <p:nvPicPr>
            <p:cNvPr id="91" name="Picture 90" descr="tomb_rotunda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21300000" y="1940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21300000" y="201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22800000" y="19400000"/>
            <a:ext cx="1280000" cy="1020000"/>
            <a:chOff x="22800000" y="19400000"/>
            <a:chExt cx="1280000" cy="1020000"/>
          </a:xfrm>
        </p:grpSpPr>
        <p:sp>
          <p:nvSpPr>
            <p:cNvPr id="94" name="Rectangle 93"/>
            <p:cNvSpPr/>
            <p:nvPr/>
          </p:nvSpPr>
          <p:spPr>
            <a:xfrm>
              <a:off x="22800000" y="194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tomb_censerroom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2800000" y="201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香爐室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censerroom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21300000" y="21700000"/>
            <a:ext cx="1280000" cy="1020000"/>
            <a:chOff x="21300000" y="21700000"/>
            <a:chExt cx="1280000" cy="1020000"/>
          </a:xfrm>
        </p:grpSpPr>
        <p:pic>
          <p:nvPicPr>
            <p:cNvPr id="97" name="Picture 96" descr="tomb_sarc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21300000" y="2170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21300000" y="224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21300000" y="22850000"/>
            <a:ext cx="1280000" cy="1020000"/>
            <a:chOff x="21300000" y="22850000"/>
            <a:chExt cx="1280000" cy="1020000"/>
          </a:xfrm>
        </p:grpSpPr>
        <p:pic>
          <p:nvPicPr>
            <p:cNvPr id="100" name="Picture 99" descr="tomb_ossuary2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21300000" y="228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21300000" y="235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19800000" y="20550000"/>
            <a:ext cx="1280000" cy="1020000"/>
            <a:chOff x="19800000" y="20550000"/>
            <a:chExt cx="1280000" cy="1020000"/>
          </a:xfrm>
        </p:grpSpPr>
        <p:pic>
          <p:nvPicPr>
            <p:cNvPr id="103" name="Picture 102" descr="tomb_kil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9800000" y="2055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19800000" y="212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21300000" y="20550000"/>
            <a:ext cx="1280000" cy="1020000"/>
            <a:chOff x="21300000" y="20550000"/>
            <a:chExt cx="1280000" cy="1020000"/>
          </a:xfrm>
        </p:grpSpPr>
        <p:pic>
          <p:nvPicPr>
            <p:cNvPr id="106" name="Picture 105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21300000" y="2055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21300000" y="212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21300000" y="24000000"/>
            <a:ext cx="1280000" cy="1020000"/>
            <a:chOff x="21300000" y="24000000"/>
            <a:chExt cx="1280000" cy="1020000"/>
          </a:xfrm>
        </p:grpSpPr>
        <p:pic>
          <p:nvPicPr>
            <p:cNvPr id="109" name="Picture 108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21300000" y="24000000"/>
              <a:ext cx="1280000" cy="720000"/>
            </a:xfrm>
            <a:prstGeom prst="rect">
              <a:avLst/>
            </a:prstGeom>
          </p:spPr>
        </p:pic>
        <p:sp>
          <p:nvSpPr>
            <p:cNvPr id="110" name="TextBox 109"/>
            <p:cNvSpPr txBox="1"/>
            <p:nvPr/>
          </p:nvSpPr>
          <p:spPr>
            <a:xfrm>
              <a:off x="21300000" y="24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22800000" y="21700000"/>
            <a:ext cx="1280000" cy="1020000"/>
            <a:chOff x="22800000" y="21700000"/>
            <a:chExt cx="1280000" cy="1020000"/>
          </a:xfrm>
        </p:grpSpPr>
        <p:sp>
          <p:nvSpPr>
            <p:cNvPr id="112" name="Rectangle 111"/>
            <p:cNvSpPr/>
            <p:nvPr/>
          </p:nvSpPr>
          <p:spPr>
            <a:xfrm>
              <a:off x="22800000" y="217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tomb_shaft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2800000" y="224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豎井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shaft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9800000" y="22850000"/>
            <a:ext cx="1280000" cy="1020000"/>
            <a:chOff x="19800000" y="22850000"/>
            <a:chExt cx="1280000" cy="1020000"/>
          </a:xfrm>
        </p:grpSpPr>
        <p:sp>
          <p:nvSpPr>
            <p:cNvPr id="115" name="Rectangle 114"/>
            <p:cNvSpPr/>
            <p:nvPr/>
          </p:nvSpPr>
          <p:spPr>
            <a:xfrm>
              <a:off x="19800000" y="228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tomb_urnvault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9800000" y="235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urnvault</a:t>
              </a:r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19800000" y="24000000"/>
            <a:ext cx="1280000" cy="1020000"/>
            <a:chOff x="19800000" y="24000000"/>
            <a:chExt cx="1280000" cy="1020000"/>
          </a:xfrm>
        </p:grpSpPr>
        <p:sp>
          <p:nvSpPr>
            <p:cNvPr id="118" name="Rectangle 117"/>
            <p:cNvSpPr/>
            <p:nvPr/>
          </p:nvSpPr>
          <p:spPr>
            <a:xfrm>
              <a:off x="19800000" y="240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tomb_ashpit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19800000" y="24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灰坑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ashpit</a:t>
              </a:r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22800000" y="24000000"/>
            <a:ext cx="1280000" cy="1020000"/>
            <a:chOff x="22800000" y="24000000"/>
            <a:chExt cx="1280000" cy="1020000"/>
          </a:xfrm>
        </p:grpSpPr>
        <p:sp>
          <p:nvSpPr>
            <p:cNvPr id="121" name="Rectangle 120"/>
            <p:cNvSpPr/>
            <p:nvPr/>
          </p:nvSpPr>
          <p:spPr>
            <a:xfrm>
              <a:off x="22800000" y="240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tomb_graveldrop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22800000" y="24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碎石陷落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graveldrop</a:t>
              </a:r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1300000" y="25150000"/>
            <a:ext cx="1280000" cy="1020000"/>
            <a:chOff x="21300000" y="25150000"/>
            <a:chExt cx="1280000" cy="1020000"/>
          </a:xfrm>
        </p:grpSpPr>
        <p:sp>
          <p:nvSpPr>
            <p:cNvPr id="124" name="Rectangle 123"/>
            <p:cNvSpPr/>
            <p:nvPr/>
          </p:nvSpPr>
          <p:spPr>
            <a:xfrm>
              <a:off x="21300000" y="251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tomb_cryptwalk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21300000" y="25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cryptwalk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21300000" y="26300000"/>
            <a:ext cx="1280000" cy="1020000"/>
            <a:chOff x="21300000" y="26300000"/>
            <a:chExt cx="1280000" cy="1020000"/>
          </a:xfrm>
        </p:grpSpPr>
        <p:pic>
          <p:nvPicPr>
            <p:cNvPr id="127" name="Picture 126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1300000" y="26300000"/>
              <a:ext cx="1280000" cy="720000"/>
            </a:xfrm>
            <a:prstGeom prst="rect">
              <a:avLst/>
            </a:prstGeom>
          </p:spPr>
        </p:pic>
        <p:sp>
          <p:nvSpPr>
            <p:cNvPr id="128" name="TextBox 127"/>
            <p:cNvSpPr txBox="1"/>
            <p:nvPr/>
          </p:nvSpPr>
          <p:spPr>
            <a:xfrm>
              <a:off x="21300000" y="270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第二道階梯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21300000" y="27450000"/>
            <a:ext cx="1280000" cy="1020000"/>
            <a:chOff x="21300000" y="27450000"/>
            <a:chExt cx="1280000" cy="1020000"/>
          </a:xfrm>
        </p:grpSpPr>
        <p:pic>
          <p:nvPicPr>
            <p:cNvPr id="130" name="Picture 129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21300000" y="27450000"/>
              <a:ext cx="1280000" cy="720000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>
            <a:xfrm>
              <a:off x="21300000" y="281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1300000" y="28600000"/>
            <a:ext cx="1280000" cy="1020000"/>
            <a:chOff x="21300000" y="28600000"/>
            <a:chExt cx="1280000" cy="1020000"/>
          </a:xfrm>
        </p:grpSpPr>
        <p:pic>
          <p:nvPicPr>
            <p:cNvPr id="133" name="Picture 132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21300000" y="28600000"/>
              <a:ext cx="1280000" cy="720000"/>
            </a:xfrm>
            <a:prstGeom prst="rect">
              <a:avLst/>
            </a:prstGeom>
          </p:spPr>
        </p:pic>
        <p:sp>
          <p:nvSpPr>
            <p:cNvPr id="134" name="TextBox 133"/>
            <p:cNvSpPr txBox="1"/>
            <p:nvPr/>
          </p:nvSpPr>
          <p:spPr>
            <a:xfrm>
              <a:off x="21300000" y="293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135" name="Group 134"/>
          <p:cNvGrpSpPr/>
          <p:nvPr/>
        </p:nvGrpSpPr>
        <p:grpSpPr>
          <a:xfrm>
            <a:off x="22800000" y="28600000"/>
            <a:ext cx="1280000" cy="1020000"/>
            <a:chOff x="22800000" y="28600000"/>
            <a:chExt cx="1280000" cy="1020000"/>
          </a:xfrm>
        </p:grpSpPr>
        <p:pic>
          <p:nvPicPr>
            <p:cNvPr id="136" name="Picture 135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22800000" y="28600000"/>
              <a:ext cx="1280000" cy="720000"/>
            </a:xfrm>
            <a:prstGeom prst="rect">
              <a:avLst/>
            </a:prstGeom>
          </p:spPr>
        </p:pic>
        <p:sp>
          <p:nvSpPr>
            <p:cNvPr id="137" name="TextBox 136"/>
            <p:cNvSpPr txBox="1"/>
            <p:nvPr/>
          </p:nvSpPr>
          <p:spPr>
            <a:xfrm>
              <a:off x="22800000" y="293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138" name="Group 137"/>
          <p:cNvGrpSpPr/>
          <p:nvPr/>
        </p:nvGrpSpPr>
        <p:grpSpPr>
          <a:xfrm>
            <a:off x="22800000" y="29750000"/>
            <a:ext cx="1280000" cy="1020000"/>
            <a:chOff x="22800000" y="29750000"/>
            <a:chExt cx="1280000" cy="1020000"/>
          </a:xfrm>
        </p:grpSpPr>
        <p:pic>
          <p:nvPicPr>
            <p:cNvPr id="139" name="Picture 138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2800000" y="29750000"/>
              <a:ext cx="1280000" cy="720000"/>
            </a:xfrm>
            <a:prstGeom prst="rect">
              <a:avLst/>
            </a:prstGeom>
          </p:spPr>
        </p:pic>
        <p:sp>
          <p:nvSpPr>
            <p:cNvPr id="140" name="TextBox 139"/>
            <p:cNvSpPr txBox="1"/>
            <p:nvPr/>
          </p:nvSpPr>
          <p:spPr>
            <a:xfrm>
              <a:off x="22800000" y="30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41" name="Group 140"/>
          <p:cNvGrpSpPr/>
          <p:nvPr/>
        </p:nvGrpSpPr>
        <p:grpSpPr>
          <a:xfrm>
            <a:off x="22800000" y="30900000"/>
            <a:ext cx="1280000" cy="1020000"/>
            <a:chOff x="22800000" y="30900000"/>
            <a:chExt cx="1280000" cy="1020000"/>
          </a:xfrm>
        </p:grpSpPr>
        <p:pic>
          <p:nvPicPr>
            <p:cNvPr id="142" name="Picture 141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2800000" y="30900000"/>
              <a:ext cx="1280000" cy="720000"/>
            </a:xfrm>
            <a:prstGeom prst="rect">
              <a:avLst/>
            </a:prstGeom>
          </p:spPr>
        </p:pic>
        <p:sp>
          <p:nvSpPr>
            <p:cNvPr id="143" name="TextBox 142"/>
            <p:cNvSpPr txBox="1"/>
            <p:nvPr/>
          </p:nvSpPr>
          <p:spPr>
            <a:xfrm>
              <a:off x="22800000" y="31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21300000" y="29750000"/>
            <a:ext cx="1280000" cy="1020000"/>
            <a:chOff x="21300000" y="29750000"/>
            <a:chExt cx="1280000" cy="1020000"/>
          </a:xfrm>
        </p:grpSpPr>
        <p:pic>
          <p:nvPicPr>
            <p:cNvPr id="145" name="Picture 144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1300000" y="29750000"/>
              <a:ext cx="1280000" cy="720000"/>
            </a:xfrm>
            <a:prstGeom prst="rect">
              <a:avLst/>
            </a:prstGeom>
          </p:spPr>
        </p:pic>
        <p:sp>
          <p:nvSpPr>
            <p:cNvPr id="146" name="TextBox 145"/>
            <p:cNvSpPr txBox="1"/>
            <p:nvPr/>
          </p:nvSpPr>
          <p:spPr>
            <a:xfrm>
              <a:off x="21300000" y="30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47" name="Connector 146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5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9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6940000" y="14010000"/>
            <a:ext cx="1500000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1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1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20440000" y="1631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1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1940000" y="1746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204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21940000" y="186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0440000" y="1861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21940000" y="197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1940000" y="1976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1940000" y="209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1940000" y="220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1940000" y="2206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1940000" y="232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20440000" y="2321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0440000" y="2091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1940000" y="243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1940000" y="2436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0440000" y="232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1940000" y="255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1940000" y="266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1940000" y="278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1940000" y="289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1940000" y="28960000"/>
            <a:ext cx="15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3440000" y="289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3440000" y="30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