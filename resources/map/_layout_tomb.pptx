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00000" cy="19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19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43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pic>
          <p:nvPicPr>
            <p:cNvPr id="37" name="Picture 36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抄經房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scriptorium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40" name="Picture 39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pic>
          <p:nvPicPr>
            <p:cNvPr id="43" name="Picture 42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8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告解所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confessio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6" name="Picture 45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pic>
          <p:nvPicPr>
            <p:cNvPr id="49" name="Picture 48" descr="tomb_reliquar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5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法衣室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sacristy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52" name="Picture 51" descr="tomb_apse_da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55" name="Picture 54" descr="tomb_reliquar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58" name="Picture 57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pic>
          <p:nvPicPr>
            <p:cNvPr id="61" name="Picture 60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2500000"/>
              <a:ext cx="1280000" cy="720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井庭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wellyard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64" name="Picture 63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第一道階梯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6300000" y="10200000"/>
            <a:ext cx="1280000" cy="1020000"/>
            <a:chOff x="6300000" y="10200000"/>
            <a:chExt cx="1280000" cy="1020000"/>
          </a:xfrm>
        </p:grpSpPr>
        <p:pic>
          <p:nvPicPr>
            <p:cNvPr id="67" name="Picture 66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00000" y="102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6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70" name="Picture 69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3300000" y="9050000"/>
            <a:ext cx="1280000" cy="1020000"/>
            <a:chOff x="3300000" y="9050000"/>
            <a:chExt cx="1280000" cy="1020000"/>
          </a:xfrm>
        </p:grpSpPr>
        <p:pic>
          <p:nvPicPr>
            <p:cNvPr id="73" name="Picture 72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300000" y="9050000"/>
              <a:ext cx="1280000" cy="720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3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列柱廊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colonnade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3300000" y="7900000"/>
            <a:ext cx="1280000" cy="1020000"/>
            <a:chOff x="3300000" y="7900000"/>
            <a:chExt cx="1280000" cy="1020000"/>
          </a:xfrm>
        </p:grpSpPr>
        <p:pic>
          <p:nvPicPr>
            <p:cNvPr id="76" name="Picture 75" descr="tomb_kil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00000" y="7900000"/>
              <a:ext cx="1280000" cy="720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3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79" name="Picture 78" descr="tomb_cistern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6300000" y="6750000"/>
            <a:ext cx="1280000" cy="1020000"/>
            <a:chOff x="6300000" y="6750000"/>
            <a:chExt cx="1280000" cy="1020000"/>
          </a:xfrm>
        </p:grpSpPr>
        <p:pic>
          <p:nvPicPr>
            <p:cNvPr id="82" name="Picture 81" descr="tomb_cistern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00000" y="6750000"/>
              <a:ext cx="1280000" cy="720000"/>
            </a:xfrm>
            <a:prstGeom prst="rect">
              <a:avLst/>
            </a:prstGeom>
          </p:spPr>
        </p:pic>
        <p:sp>
          <p:nvSpPr>
            <p:cNvPr id="83" name="TextBox 82"/>
            <p:cNvSpPr txBox="1"/>
            <p:nvPr/>
          </p:nvSpPr>
          <p:spPr>
            <a:xfrm>
              <a:off x="6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汲水階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waterstair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85" name="Picture 84" descr="tomb_corr2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10200000"/>
            <a:ext cx="1280000" cy="1020000"/>
            <a:chOff x="9300000" y="10200000"/>
            <a:chExt cx="1280000" cy="1020000"/>
          </a:xfrm>
        </p:grpSpPr>
        <p:pic>
          <p:nvPicPr>
            <p:cNvPr id="88" name="Picture 87" descr="tomb_sump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9300000" y="1020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12300000" y="9050000"/>
            <a:ext cx="1280000" cy="1020000"/>
            <a:chOff x="12300000" y="9050000"/>
            <a:chExt cx="1280000" cy="1020000"/>
          </a:xfrm>
        </p:grpSpPr>
        <p:pic>
          <p:nvPicPr>
            <p:cNvPr id="91" name="Picture 90" descr="tomb_rotunda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2300000" y="905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12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12300000" y="10200000"/>
            <a:ext cx="1280000" cy="1020000"/>
            <a:chOff x="12300000" y="10200000"/>
            <a:chExt cx="1280000" cy="1020000"/>
          </a:xfrm>
        </p:grpSpPr>
        <p:pic>
          <p:nvPicPr>
            <p:cNvPr id="94" name="Picture 93" descr="tomb_rotunda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2300000" y="10200000"/>
              <a:ext cx="1280000" cy="720000"/>
            </a:xfrm>
            <a:prstGeom prst="rect">
              <a:avLst/>
            </a:prstGeom>
          </p:spPr>
        </p:pic>
        <p:sp>
          <p:nvSpPr>
            <p:cNvPr id="95" name="TextBox 94"/>
            <p:cNvSpPr txBox="1"/>
            <p:nvPr/>
          </p:nvSpPr>
          <p:spPr>
            <a:xfrm>
              <a:off x="12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香爐室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censerroom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5300000" y="9050000"/>
            <a:ext cx="1280000" cy="1020000"/>
            <a:chOff x="15300000" y="9050000"/>
            <a:chExt cx="1280000" cy="1020000"/>
          </a:xfrm>
        </p:grpSpPr>
        <p:pic>
          <p:nvPicPr>
            <p:cNvPr id="97" name="Picture 96" descr="tomb_sarce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5300000" y="905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15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18300000" y="9050000"/>
            <a:ext cx="1280000" cy="1020000"/>
            <a:chOff x="18300000" y="9050000"/>
            <a:chExt cx="1280000" cy="1020000"/>
          </a:xfrm>
        </p:grpSpPr>
        <p:pic>
          <p:nvPicPr>
            <p:cNvPr id="100" name="Picture 99" descr="tomb_ossuary2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8300000" y="90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18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103" name="Picture 102" descr="tomb_kil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106" name="Picture 105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109" name="Picture 108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110" name="TextBox 109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9300000" y="6750000"/>
            <a:ext cx="1280000" cy="1020000"/>
            <a:chOff x="9300000" y="6750000"/>
            <a:chExt cx="1280000" cy="1020000"/>
          </a:xfrm>
        </p:grpSpPr>
        <p:pic>
          <p:nvPicPr>
            <p:cNvPr id="112" name="Picture 111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9300000" y="6750000"/>
              <a:ext cx="1280000" cy="720000"/>
            </a:xfrm>
            <a:prstGeom prst="rect">
              <a:avLst/>
            </a:prstGeom>
          </p:spPr>
        </p:pic>
        <p:sp>
          <p:nvSpPr>
            <p:cNvPr id="113" name="TextBox 112"/>
            <p:cNvSpPr txBox="1"/>
            <p:nvPr/>
          </p:nvSpPr>
          <p:spPr>
            <a:xfrm>
              <a:off x="9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第二道階梯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9300000" y="4450000"/>
            <a:ext cx="1280000" cy="1020000"/>
            <a:chOff x="9300000" y="4450000"/>
            <a:chExt cx="1280000" cy="1020000"/>
          </a:xfrm>
        </p:grpSpPr>
        <p:pic>
          <p:nvPicPr>
            <p:cNvPr id="115" name="Picture 114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9300000" y="4450000"/>
              <a:ext cx="1280000" cy="720000"/>
            </a:xfrm>
            <a:prstGeom prst="rect">
              <a:avLst/>
            </a:prstGeom>
          </p:spPr>
        </p:pic>
        <p:sp>
          <p:nvSpPr>
            <p:cNvPr id="116" name="TextBox 115"/>
            <p:cNvSpPr txBox="1"/>
            <p:nvPr/>
          </p:nvSpPr>
          <p:spPr>
            <a:xfrm>
              <a:off x="9300000" y="51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9300000" y="3300000"/>
            <a:ext cx="1280000" cy="1020000"/>
            <a:chOff x="9300000" y="3300000"/>
            <a:chExt cx="1280000" cy="1020000"/>
          </a:xfrm>
        </p:grpSpPr>
        <p:pic>
          <p:nvPicPr>
            <p:cNvPr id="118" name="Picture 117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9300000" y="3300000"/>
              <a:ext cx="1280000" cy="720000"/>
            </a:xfrm>
            <a:prstGeom prst="rect">
              <a:avLst/>
            </a:prstGeom>
          </p:spPr>
        </p:pic>
        <p:sp>
          <p:nvSpPr>
            <p:cNvPr id="119" name="TextBox 118"/>
            <p:cNvSpPr txBox="1"/>
            <p:nvPr/>
          </p:nvSpPr>
          <p:spPr>
            <a:xfrm>
              <a:off x="9300000" y="40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6300000" y="3300000"/>
            <a:ext cx="1280000" cy="1020000"/>
            <a:chOff x="6300000" y="3300000"/>
            <a:chExt cx="1280000" cy="1020000"/>
          </a:xfrm>
        </p:grpSpPr>
        <p:pic>
          <p:nvPicPr>
            <p:cNvPr id="121" name="Picture 120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300000" y="3300000"/>
              <a:ext cx="1280000" cy="72000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6300000" y="40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6300000" y="2150000"/>
            <a:ext cx="1280000" cy="1020000"/>
            <a:chOff x="6300000" y="2150000"/>
            <a:chExt cx="1280000" cy="1020000"/>
          </a:xfrm>
        </p:grpSpPr>
        <p:pic>
          <p:nvPicPr>
            <p:cNvPr id="124" name="Picture 123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300000" y="2150000"/>
              <a:ext cx="1280000" cy="720000"/>
            </a:xfrm>
            <a:prstGeom prst="rect">
              <a:avLst/>
            </a:prstGeom>
          </p:spPr>
        </p:pic>
        <p:sp>
          <p:nvSpPr>
            <p:cNvPr id="125" name="TextBox 124"/>
            <p:cNvSpPr txBox="1"/>
            <p:nvPr/>
          </p:nvSpPr>
          <p:spPr>
            <a:xfrm>
              <a:off x="6300000" y="2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6300000" y="1000000"/>
            <a:ext cx="1280000" cy="1020000"/>
            <a:chOff x="6300000" y="1000000"/>
            <a:chExt cx="1280000" cy="1020000"/>
          </a:xfrm>
        </p:grpSpPr>
        <p:pic>
          <p:nvPicPr>
            <p:cNvPr id="127" name="Picture 126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300000" y="1000000"/>
              <a:ext cx="1280000" cy="720000"/>
            </a:xfrm>
            <a:prstGeom prst="rect">
              <a:avLst/>
            </a:prstGeom>
          </p:spPr>
        </p:pic>
        <p:sp>
          <p:nvSpPr>
            <p:cNvPr id="128" name="TextBox 127"/>
            <p:cNvSpPr txBox="1"/>
            <p:nvPr/>
          </p:nvSpPr>
          <p:spPr>
            <a:xfrm>
              <a:off x="6300000" y="1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9300000" y="2150000"/>
            <a:ext cx="1280000" cy="1020000"/>
            <a:chOff x="9300000" y="2150000"/>
            <a:chExt cx="1280000" cy="1020000"/>
          </a:xfrm>
        </p:grpSpPr>
        <p:pic>
          <p:nvPicPr>
            <p:cNvPr id="130" name="Picture 129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300000" y="2150000"/>
              <a:ext cx="1280000" cy="720000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>
            <a:xfrm>
              <a:off x="9300000" y="2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32" name="Connector 131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5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6940000" y="1056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6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3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6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9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9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2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2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2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5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18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9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9940000" y="4810000"/>
            <a:ext cx="0" cy="230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9940000" y="36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9940000" y="25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6940000" y="36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6940000" y="25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6940000" y="13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