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0100000" cy="194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jpg"/><Relationship Id="rId18" Type="http://schemas.openxmlformats.org/officeDocument/2006/relationships/image" Target="../media/image17.jpg"/><Relationship Id="rId19" Type="http://schemas.openxmlformats.org/officeDocument/2006/relationships/image" Target="../media/image18.jpg"/><Relationship Id="rId20" Type="http://schemas.openxmlformats.org/officeDocument/2006/relationships/image" Target="../media/image19.jpg"/><Relationship Id="rId21" Type="http://schemas.openxmlformats.org/officeDocument/2006/relationships/image" Target="../media/image20.jpg"/><Relationship Id="rId22" Type="http://schemas.openxmlformats.org/officeDocument/2006/relationships/image" Target="../media/image21.jpg"/><Relationship Id="rId23" Type="http://schemas.openxmlformats.org/officeDocument/2006/relationships/image" Target="../media/image22.jpg"/><Relationship Id="rId24" Type="http://schemas.openxmlformats.org/officeDocument/2006/relationships/image" Target="../media/image23.jpg"/><Relationship Id="rId25" Type="http://schemas.openxmlformats.org/officeDocument/2006/relationships/image" Target="../media/image24.jpg"/><Relationship Id="rId26" Type="http://schemas.openxmlformats.org/officeDocument/2006/relationships/image" Target="../media/image25.jpg"/><Relationship Id="rId27" Type="http://schemas.openxmlformats.org/officeDocument/2006/relationships/image" Target="../media/image26.jpg"/><Relationship Id="rId28" Type="http://schemas.openxmlformats.org/officeDocument/2006/relationships/image" Target="../media/image27.jpg"/><Relationship Id="rId29" Type="http://schemas.openxmlformats.org/officeDocument/2006/relationships/image" Target="../media/image28.jpg"/><Relationship Id="rId30" Type="http://schemas.openxmlformats.org/officeDocument/2006/relationships/image" Target="../media/image29.jpg"/><Relationship Id="rId31" Type="http://schemas.openxmlformats.org/officeDocument/2006/relationships/image" Target="../media/image30.jpg"/><Relationship Id="rId32" Type="http://schemas.openxmlformats.org/officeDocument/2006/relationships/image" Target="../media/image31.jpg"/><Relationship Id="rId33" Type="http://schemas.openxmlformats.org/officeDocument/2006/relationships/image" Target="../media/image32.jpg"/><Relationship Id="rId34" Type="http://schemas.openxmlformats.org/officeDocument/2006/relationships/image" Target="../media/image33.jpg"/><Relationship Id="rId35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" y="160000"/>
            <a:ext cx="195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伊甸古墓　拓樸</a:t>
            </a:r>
          </a:p>
          <a:p>
            <a:r>
              <a:rPr sz="1200">
                <a:solidFill>
                  <a:srgbClr val="7A787E"/>
                </a:solidFill>
              </a:rPr>
              <a:t>35 格・每一格是「縮圖＋地名」的群組，可以直接拖；連線是 connector，拖格子時會跟著走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2300000" y="18250000"/>
            <a:ext cx="1280000" cy="1020000"/>
            <a:chOff x="12300000" y="18250000"/>
            <a:chExt cx="1280000" cy="1020000"/>
          </a:xfrm>
        </p:grpSpPr>
        <p:pic>
          <p:nvPicPr>
            <p:cNvPr id="4" name="Picture 3" descr="tomb_gate_day.webp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00000" y="18250000"/>
              <a:ext cx="1280000" cy="720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2300000" y="17100000"/>
            <a:ext cx="1280000" cy="1020000"/>
            <a:chOff x="12300000" y="17100000"/>
            <a:chExt cx="1280000" cy="1020000"/>
          </a:xfrm>
        </p:grpSpPr>
        <p:pic>
          <p:nvPicPr>
            <p:cNvPr id="7" name="Picture 6" descr="tomb_vestibule.webp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0000" y="17100000"/>
              <a:ext cx="1280000" cy="720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2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前庭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vestibule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5300000" y="17100000"/>
            <a:ext cx="1280000" cy="1020000"/>
            <a:chOff x="15300000" y="17100000"/>
            <a:chExt cx="1280000" cy="1020000"/>
          </a:xfrm>
        </p:grpSpPr>
        <p:pic>
          <p:nvPicPr>
            <p:cNvPr id="10" name="Picture 9" descr="tomb_lapidarium.webp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15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碑廊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lapidarium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8300000" y="17100000"/>
            <a:ext cx="1280000" cy="1020000"/>
            <a:chOff x="18300000" y="17100000"/>
            <a:chExt cx="1280000" cy="1020000"/>
          </a:xfrm>
        </p:grpSpPr>
        <p:pic>
          <p:nvPicPr>
            <p:cNvPr id="13" name="Picture 12" descr="tomb_ossuarya.webp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8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ossuaryA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8300000" y="15950000"/>
            <a:ext cx="1280000" cy="1020000"/>
            <a:chOff x="18300000" y="15950000"/>
            <a:chExt cx="1280000" cy="1020000"/>
          </a:xfrm>
        </p:grpSpPr>
        <p:pic>
          <p:nvPicPr>
            <p:cNvPr id="16" name="Picture 15" descr="tomb_crypta.webp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8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家族墓室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2300000" y="15950000"/>
            <a:ext cx="1280000" cy="1020000"/>
            <a:chOff x="12300000" y="15950000"/>
            <a:chExt cx="1280000" cy="1020000"/>
          </a:xfrm>
        </p:grpSpPr>
        <p:pic>
          <p:nvPicPr>
            <p:cNvPr id="19" name="Picture 18" descr="tomb_nave.webp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2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中殿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nave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300000" y="15950000"/>
            <a:ext cx="1280000" cy="1020000"/>
            <a:chOff x="9300000" y="15950000"/>
            <a:chExt cx="1280000" cy="1020000"/>
          </a:xfrm>
        </p:grpSpPr>
        <p:pic>
          <p:nvPicPr>
            <p:cNvPr id="22" name="Picture 21" descr="tomb_aislew.webp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9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aisleW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300000" y="15950000"/>
            <a:ext cx="1280000" cy="1020000"/>
            <a:chOff x="6300000" y="15950000"/>
            <a:chExt cx="1280000" cy="1020000"/>
          </a:xfrm>
        </p:grpSpPr>
        <p:pic>
          <p:nvPicPr>
            <p:cNvPr id="25" name="Picture 24" descr="tomb_tombniche.webp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6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tombniche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300000" y="17100000"/>
            <a:ext cx="1280000" cy="1020000"/>
            <a:chOff x="6300000" y="17100000"/>
            <a:chExt cx="1280000" cy="1020000"/>
          </a:xfrm>
        </p:grpSpPr>
        <p:pic>
          <p:nvPicPr>
            <p:cNvPr id="28" name="Picture 27" descr="tomb_charnel.webp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300000" y="17100000"/>
              <a:ext cx="1280000" cy="720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藏骨所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charnel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12300000" y="14800000"/>
            <a:ext cx="1280000" cy="1020000"/>
            <a:chOff x="12300000" y="14800000"/>
            <a:chExt cx="1280000" cy="1020000"/>
          </a:xfrm>
        </p:grpSpPr>
        <p:pic>
          <p:nvPicPr>
            <p:cNvPr id="31" name="Picture 30" descr="tomb_crossing.webp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12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十字交會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crossing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9300000" y="14800000"/>
            <a:ext cx="1280000" cy="1020000"/>
            <a:chOff x="9300000" y="14800000"/>
            <a:chExt cx="1280000" cy="1020000"/>
          </a:xfrm>
        </p:grpSpPr>
        <p:pic>
          <p:nvPicPr>
            <p:cNvPr id="34" name="Picture 33" descr="tomb_chantry.webp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9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誦經室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chantry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15300000" y="14800000"/>
            <a:ext cx="1280000" cy="1020000"/>
            <a:chOff x="15300000" y="14800000"/>
            <a:chExt cx="1280000" cy="1020000"/>
          </a:xfrm>
        </p:grpSpPr>
        <p:pic>
          <p:nvPicPr>
            <p:cNvPr id="37" name="Picture 36" descr="tomb_chapel.webp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5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15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禮拜堂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chapel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5300000" y="13650000"/>
            <a:ext cx="1280000" cy="1020000"/>
            <a:chOff x="15300000" y="13650000"/>
            <a:chExt cx="1280000" cy="1020000"/>
          </a:xfrm>
        </p:grpSpPr>
        <p:pic>
          <p:nvPicPr>
            <p:cNvPr id="40" name="Picture 39" descr="tomb_ambulatory.webp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5300000" y="13650000"/>
              <a:ext cx="1280000" cy="720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5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繞行廊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ambulatory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2300000" y="13650000"/>
            <a:ext cx="1280000" cy="1020000"/>
            <a:chOff x="12300000" y="13650000"/>
            <a:chExt cx="1280000" cy="1020000"/>
          </a:xfrm>
        </p:grpSpPr>
        <p:pic>
          <p:nvPicPr>
            <p:cNvPr id="43" name="Picture 42" descr="tomb_apse_day.webp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2300000" y="13650000"/>
              <a:ext cx="1280000" cy="720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12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後殿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apse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12300000" y="12500000"/>
            <a:ext cx="1280000" cy="1020000"/>
            <a:chOff x="12300000" y="12500000"/>
            <a:chExt cx="1280000" cy="1020000"/>
          </a:xfrm>
        </p:grpSpPr>
        <p:pic>
          <p:nvPicPr>
            <p:cNvPr id="46" name="Picture 45" descr="tomb_reliquary.webp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2300000" y="12500000"/>
              <a:ext cx="1280000" cy="720000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12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聖骨匣室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reliquary</a:t>
              </a: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9300000" y="13650000"/>
            <a:ext cx="1280000" cy="1020000"/>
            <a:chOff x="9300000" y="13650000"/>
            <a:chExt cx="1280000" cy="1020000"/>
          </a:xfrm>
        </p:grpSpPr>
        <p:pic>
          <p:nvPicPr>
            <p:cNvPr id="49" name="Picture 48" descr="tomb_cloister.webp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0" name="TextBox 49"/>
            <p:cNvSpPr txBox="1"/>
            <p:nvPr/>
          </p:nvSpPr>
          <p:spPr>
            <a:xfrm>
              <a:off x="9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cloister</a:t>
              </a: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6300000" y="13650000"/>
            <a:ext cx="1280000" cy="1020000"/>
            <a:chOff x="6300000" y="13650000"/>
            <a:chExt cx="1280000" cy="1020000"/>
          </a:xfrm>
        </p:grpSpPr>
        <p:pic>
          <p:nvPicPr>
            <p:cNvPr id="52" name="Picture 51" descr="tomb_stair1.webp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6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第一道階梯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stair1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6300000" y="10200000"/>
            <a:ext cx="1280000" cy="1020000"/>
            <a:chOff x="6300000" y="10200000"/>
            <a:chExt cx="1280000" cy="1020000"/>
          </a:xfrm>
        </p:grpSpPr>
        <p:pic>
          <p:nvPicPr>
            <p:cNvPr id="55" name="Picture 54" descr="tomb_landing2.webp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300000" y="10200000"/>
              <a:ext cx="1280000" cy="7200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6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二層梯廳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landing2</a:t>
              </a: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6300000" y="9050000"/>
            <a:ext cx="1280000" cy="1020000"/>
            <a:chOff x="6300000" y="9050000"/>
            <a:chExt cx="1280000" cy="1020000"/>
          </a:xfrm>
        </p:grpSpPr>
        <p:pic>
          <p:nvPicPr>
            <p:cNvPr id="58" name="Picture 57" descr="tomb_hall2.webp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300000" y="9050000"/>
              <a:ext cx="1280000" cy="720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6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柱廳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hall2</a:t>
              </a: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6300000" y="7900000"/>
            <a:ext cx="1280000" cy="1020000"/>
            <a:chOff x="6300000" y="7900000"/>
            <a:chExt cx="1280000" cy="1020000"/>
          </a:xfrm>
        </p:grpSpPr>
        <p:pic>
          <p:nvPicPr>
            <p:cNvPr id="61" name="Picture 60" descr="tomb_cistern.webp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300000" y="7900000"/>
              <a:ext cx="1280000" cy="720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6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蓄水池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cistern</a:t>
              </a:r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9300000" y="9050000"/>
            <a:ext cx="1280000" cy="1020000"/>
            <a:chOff x="9300000" y="9050000"/>
            <a:chExt cx="1280000" cy="1020000"/>
          </a:xfrm>
        </p:grpSpPr>
        <p:pic>
          <p:nvPicPr>
            <p:cNvPr id="64" name="Picture 63" descr="tomb_corr2.webp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300000" y="9050000"/>
              <a:ext cx="1280000" cy="720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9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長廊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corr2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9300000" y="10200000"/>
            <a:ext cx="1280000" cy="1020000"/>
            <a:chOff x="9300000" y="10200000"/>
            <a:chExt cx="1280000" cy="1020000"/>
          </a:xfrm>
        </p:grpSpPr>
        <p:pic>
          <p:nvPicPr>
            <p:cNvPr id="67" name="Picture 66" descr="tomb_sump.webp.jp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9300000" y="10200000"/>
              <a:ext cx="1280000" cy="720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9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積水坑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sump</a:t>
              </a: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2300000" y="9050000"/>
            <a:ext cx="1280000" cy="1020000"/>
            <a:chOff x="12300000" y="9050000"/>
            <a:chExt cx="1280000" cy="1020000"/>
          </a:xfrm>
        </p:grpSpPr>
        <p:pic>
          <p:nvPicPr>
            <p:cNvPr id="70" name="Picture 69" descr="tomb_rotunda.webp.jp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12300000" y="9050000"/>
              <a:ext cx="1280000" cy="720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12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圓廳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rotunda</a:t>
              </a: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15300000" y="9050000"/>
            <a:ext cx="1280000" cy="1020000"/>
            <a:chOff x="15300000" y="9050000"/>
            <a:chExt cx="1280000" cy="1020000"/>
          </a:xfrm>
        </p:grpSpPr>
        <p:pic>
          <p:nvPicPr>
            <p:cNvPr id="73" name="Picture 72" descr="tomb_sarce.webp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15300000" y="9050000"/>
              <a:ext cx="1280000" cy="720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15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sarcE</a:t>
              </a: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18300000" y="9050000"/>
            <a:ext cx="1280000" cy="1020000"/>
            <a:chOff x="18300000" y="9050000"/>
            <a:chExt cx="1280000" cy="1020000"/>
          </a:xfrm>
        </p:grpSpPr>
        <p:pic>
          <p:nvPicPr>
            <p:cNvPr id="76" name="Picture 75" descr="tomb_ossuary2.webp.jp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18300000" y="9050000"/>
              <a:ext cx="1280000" cy="720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8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甕棺廊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ossuary2</a:t>
              </a: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18300000" y="7900000"/>
            <a:ext cx="1280000" cy="1020000"/>
            <a:chOff x="18300000" y="7900000"/>
            <a:chExt cx="1280000" cy="1020000"/>
          </a:xfrm>
        </p:grpSpPr>
        <p:pic>
          <p:nvPicPr>
            <p:cNvPr id="79" name="Picture 78" descr="tomb_kiln.webp.jp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8300000" y="7900000"/>
              <a:ext cx="1280000" cy="720000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18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焚化窯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kiln</a:t>
              </a: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12300000" y="7900000"/>
            <a:ext cx="1280000" cy="1020000"/>
            <a:chOff x="12300000" y="7900000"/>
            <a:chExt cx="1280000" cy="1020000"/>
          </a:xfrm>
        </p:grpSpPr>
        <p:pic>
          <p:nvPicPr>
            <p:cNvPr id="82" name="Picture 81" descr="tomb_nichehall.webp.jp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12300000" y="7900000"/>
              <a:ext cx="1280000" cy="720000"/>
            </a:xfrm>
            <a:prstGeom prst="rect">
              <a:avLst/>
            </a:prstGeom>
          </p:spPr>
        </p:pic>
        <p:sp>
          <p:nvSpPr>
            <p:cNvPr id="83" name="TextBox 82"/>
            <p:cNvSpPr txBox="1"/>
            <p:nvPr/>
          </p:nvSpPr>
          <p:spPr>
            <a:xfrm>
              <a:off x="12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壁龕廊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nichehall</a:t>
              </a:r>
            </a:p>
          </p:txBody>
        </p:sp>
      </p:grpSp>
      <p:grpSp>
        <p:nvGrpSpPr>
          <p:cNvPr id="84" name="Group 83"/>
          <p:cNvGrpSpPr/>
          <p:nvPr/>
        </p:nvGrpSpPr>
        <p:grpSpPr>
          <a:xfrm>
            <a:off x="9300000" y="7900000"/>
            <a:ext cx="1280000" cy="1020000"/>
            <a:chOff x="9300000" y="7900000"/>
            <a:chExt cx="1280000" cy="1020000"/>
          </a:xfrm>
        </p:grpSpPr>
        <p:pic>
          <p:nvPicPr>
            <p:cNvPr id="85" name="Picture 84" descr="tomb_ossuary.webp.jpg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9300000" y="7900000"/>
              <a:ext cx="1280000" cy="720000"/>
            </a:xfrm>
            <a:prstGeom prst="rect">
              <a:avLst/>
            </a:prstGeom>
          </p:spPr>
        </p:pic>
        <p:sp>
          <p:nvSpPr>
            <p:cNvPr id="86" name="TextBox 85"/>
            <p:cNvSpPr txBox="1"/>
            <p:nvPr/>
          </p:nvSpPr>
          <p:spPr>
            <a:xfrm>
              <a:off x="9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9300000" y="6750000"/>
            <a:ext cx="1280000" cy="1020000"/>
            <a:chOff x="9300000" y="6750000"/>
            <a:chExt cx="1280000" cy="1020000"/>
          </a:xfrm>
        </p:grpSpPr>
        <p:pic>
          <p:nvPicPr>
            <p:cNvPr id="88" name="Picture 87" descr="tomb_stair2.webp.jpg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9300000" y="6750000"/>
              <a:ext cx="1280000" cy="720000"/>
            </a:xfrm>
            <a:prstGeom prst="rect">
              <a:avLst/>
            </a:prstGeom>
          </p:spPr>
        </p:pic>
        <p:sp>
          <p:nvSpPr>
            <p:cNvPr id="89" name="TextBox 88"/>
            <p:cNvSpPr txBox="1"/>
            <p:nvPr/>
          </p:nvSpPr>
          <p:spPr>
            <a:xfrm>
              <a:off x="9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第二道階梯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stair2</a:t>
              </a: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9300000" y="4450000"/>
            <a:ext cx="1280000" cy="1020000"/>
            <a:chOff x="9300000" y="4450000"/>
            <a:chExt cx="1280000" cy="1020000"/>
          </a:xfrm>
        </p:grpSpPr>
        <p:pic>
          <p:nvPicPr>
            <p:cNvPr id="91" name="Picture 90" descr="tomb_landing3.webp.jp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9300000" y="4450000"/>
              <a:ext cx="1280000" cy="720000"/>
            </a:xfrm>
            <a:prstGeom prst="rect">
              <a:avLst/>
            </a:prstGeom>
          </p:spPr>
        </p:pic>
        <p:sp>
          <p:nvSpPr>
            <p:cNvPr id="92" name="TextBox 91"/>
            <p:cNvSpPr txBox="1"/>
            <p:nvPr/>
          </p:nvSpPr>
          <p:spPr>
            <a:xfrm>
              <a:off x="9300000" y="51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三層梯廳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landing3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9300000" y="3300000"/>
            <a:ext cx="1280000" cy="1020000"/>
            <a:chOff x="9300000" y="3300000"/>
            <a:chExt cx="1280000" cy="1020000"/>
          </a:xfrm>
        </p:grpSpPr>
        <p:pic>
          <p:nvPicPr>
            <p:cNvPr id="94" name="Picture 93" descr="tomb_gallery3.webp.jp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9300000" y="3300000"/>
              <a:ext cx="1280000" cy="720000"/>
            </a:xfrm>
            <a:prstGeom prst="rect">
              <a:avLst/>
            </a:prstGeom>
          </p:spPr>
        </p:pic>
        <p:sp>
          <p:nvSpPr>
            <p:cNvPr id="95" name="TextBox 94"/>
            <p:cNvSpPr txBox="1"/>
            <p:nvPr/>
          </p:nvSpPr>
          <p:spPr>
            <a:xfrm>
              <a:off x="9300000" y="40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玄室前廊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gallery3</a:t>
              </a:r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6300000" y="3300000"/>
            <a:ext cx="1280000" cy="1020000"/>
            <a:chOff x="6300000" y="3300000"/>
            <a:chExt cx="1280000" cy="1020000"/>
          </a:xfrm>
        </p:grpSpPr>
        <p:pic>
          <p:nvPicPr>
            <p:cNvPr id="97" name="Picture 96" descr="tomb_vaultw.webp.jpg"/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6300000" y="3300000"/>
              <a:ext cx="1280000" cy="720000"/>
            </a:xfrm>
            <a:prstGeom prst="rect">
              <a:avLst/>
            </a:prstGeom>
          </p:spPr>
        </p:pic>
        <p:sp>
          <p:nvSpPr>
            <p:cNvPr id="98" name="TextBox 97"/>
            <p:cNvSpPr txBox="1"/>
            <p:nvPr/>
          </p:nvSpPr>
          <p:spPr>
            <a:xfrm>
              <a:off x="6300000" y="40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側墓穴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vaultW</a:t>
              </a:r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6300000" y="2150000"/>
            <a:ext cx="1280000" cy="1020000"/>
            <a:chOff x="6300000" y="2150000"/>
            <a:chExt cx="1280000" cy="1020000"/>
          </a:xfrm>
        </p:grpSpPr>
        <p:pic>
          <p:nvPicPr>
            <p:cNvPr id="100" name="Picture 99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6300000" y="2150000"/>
              <a:ext cx="1280000" cy="720000"/>
            </a:xfrm>
            <a:prstGeom prst="rect">
              <a:avLst/>
            </a:prstGeom>
          </p:spPr>
        </p:pic>
        <p:sp>
          <p:nvSpPr>
            <p:cNvPr id="101" name="TextBox 100"/>
            <p:cNvSpPr txBox="1"/>
            <p:nvPr/>
          </p:nvSpPr>
          <p:spPr>
            <a:xfrm>
              <a:off x="6300000" y="28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bonepit</a:t>
              </a:r>
            </a:p>
          </p:txBody>
        </p:sp>
      </p:grpSp>
      <p:grpSp>
        <p:nvGrpSpPr>
          <p:cNvPr id="102" name="Group 101"/>
          <p:cNvGrpSpPr/>
          <p:nvPr/>
        </p:nvGrpSpPr>
        <p:grpSpPr>
          <a:xfrm>
            <a:off x="6300000" y="1000000"/>
            <a:ext cx="1280000" cy="1020000"/>
            <a:chOff x="6300000" y="1000000"/>
            <a:chExt cx="1280000" cy="1020000"/>
          </a:xfrm>
        </p:grpSpPr>
        <p:pic>
          <p:nvPicPr>
            <p:cNvPr id="103" name="Picture 102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6300000" y="1000000"/>
              <a:ext cx="1280000" cy="7200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6300000" y="17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底層祭壇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lowaltar</a:t>
              </a:r>
            </a:p>
          </p:txBody>
        </p:sp>
      </p:grpSp>
      <p:grpSp>
        <p:nvGrpSpPr>
          <p:cNvPr id="105" name="Group 104"/>
          <p:cNvGrpSpPr/>
          <p:nvPr/>
        </p:nvGrpSpPr>
        <p:grpSpPr>
          <a:xfrm>
            <a:off x="9300000" y="2150000"/>
            <a:ext cx="1280000" cy="1020000"/>
            <a:chOff x="9300000" y="2150000"/>
            <a:chExt cx="1280000" cy="1020000"/>
          </a:xfrm>
        </p:grpSpPr>
        <p:pic>
          <p:nvPicPr>
            <p:cNvPr id="106" name="Picture 105" descr="tomb_crypt.webp.jpg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9300000" y="2150000"/>
              <a:ext cx="1280000" cy="72000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>
            <a:xfrm>
              <a:off x="9300000" y="28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石棺主室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</a:t>
              </a:r>
            </a:p>
          </p:txBody>
        </p:sp>
      </p:grpSp>
      <p:cxnSp>
        <p:nvCxnSpPr>
          <p:cNvPr id="108" name="Connector 107"/>
          <p:cNvCxnSpPr/>
          <p:nvPr/>
        </p:nvCxnSpPr>
        <p:spPr>
          <a:xfrm flipV="1">
            <a:off x="12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2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2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5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8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12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9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>
            <a:off x="6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6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2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9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5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>
            <a:off x="12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2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9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6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940000" y="10560000"/>
            <a:ext cx="0" cy="34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6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6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9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9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2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2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5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18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9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9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9940000" y="4810000"/>
            <a:ext cx="0" cy="230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9940000" y="36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9940000" y="25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6940000" y="36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6940000" y="25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6940000" y="13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